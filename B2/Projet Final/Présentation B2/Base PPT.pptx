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3" r:id="rId4"/>
    <p:sldMasterId id="214748368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Lst>
  <p:sldSz cy="5143500" cx="9144000"/>
  <p:notesSz cx="6858000" cy="9144000"/>
  <p:embeddedFontLst>
    <p:embeddedFont>
      <p:font typeface="Oxygen"/>
      <p:regular r:id="rId63"/>
      <p:bold r:id="rId64"/>
    </p:embeddedFont>
    <p:embeddedFont>
      <p:font typeface="Proxima Nova"/>
      <p:regular r:id="rId65"/>
      <p:bold r:id="rId66"/>
      <p:italic r:id="rId67"/>
      <p:boldItalic r:id="rId68"/>
    </p:embeddedFont>
    <p:embeddedFont>
      <p:font typeface="Roboto Medium"/>
      <p:regular r:id="rId69"/>
      <p:bold r:id="rId70"/>
      <p:italic r:id="rId71"/>
      <p:boldItalic r:id="rId72"/>
    </p:embeddedFont>
    <p:embeddedFont>
      <p:font typeface="Amatic SC"/>
      <p:regular r:id="rId73"/>
      <p:bold r:id="rId74"/>
    </p:embeddedFont>
    <p:embeddedFont>
      <p:font typeface="Montserrat ExtraBold"/>
      <p:bold r:id="rId75"/>
      <p:boldItalic r:id="rId76"/>
    </p:embeddedFont>
    <p:embeddedFont>
      <p:font typeface="Mako"/>
      <p:regular r:id="rId7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D61489F-13D1-4E5F-8757-272B2C28602A}">
  <a:tblStyle styleId="{DD61489F-13D1-4E5F-8757-272B2C28602A}"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maticSC-regular.fntdata"/><Relationship Id="rId72" Type="http://schemas.openxmlformats.org/officeDocument/2006/relationships/font" Target="fonts/RobotoMedium-boldItalic.fntdata"/><Relationship Id="rId31" Type="http://schemas.openxmlformats.org/officeDocument/2006/relationships/slide" Target="slides/slide25.xml"/><Relationship Id="rId75" Type="http://schemas.openxmlformats.org/officeDocument/2006/relationships/font" Target="fonts/MontserratExtraBold-bold.fntdata"/><Relationship Id="rId30" Type="http://schemas.openxmlformats.org/officeDocument/2006/relationships/slide" Target="slides/slide24.xml"/><Relationship Id="rId74" Type="http://schemas.openxmlformats.org/officeDocument/2006/relationships/font" Target="fonts/AmaticSC-bold.fntdata"/><Relationship Id="rId33" Type="http://schemas.openxmlformats.org/officeDocument/2006/relationships/slide" Target="slides/slide27.xml"/><Relationship Id="rId77" Type="http://schemas.openxmlformats.org/officeDocument/2006/relationships/font" Target="fonts/Mako-regular.fntdata"/><Relationship Id="rId32" Type="http://schemas.openxmlformats.org/officeDocument/2006/relationships/slide" Target="slides/slide26.xml"/><Relationship Id="rId76" Type="http://schemas.openxmlformats.org/officeDocument/2006/relationships/font" Target="fonts/MontserratExtraBold-boldItalic.fntdata"/><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RobotoMedium-italic.fntdata"/><Relationship Id="rId70" Type="http://schemas.openxmlformats.org/officeDocument/2006/relationships/font" Target="fonts/RobotoMedium-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Oxygen-bold.fntdata"/><Relationship Id="rId63" Type="http://schemas.openxmlformats.org/officeDocument/2006/relationships/font" Target="fonts/Oxygen-regular.fntdata"/><Relationship Id="rId22" Type="http://schemas.openxmlformats.org/officeDocument/2006/relationships/slide" Target="slides/slide16.xml"/><Relationship Id="rId66" Type="http://schemas.openxmlformats.org/officeDocument/2006/relationships/font" Target="fonts/ProximaNova-bold.fntdata"/><Relationship Id="rId21" Type="http://schemas.openxmlformats.org/officeDocument/2006/relationships/slide" Target="slides/slide15.xml"/><Relationship Id="rId65" Type="http://schemas.openxmlformats.org/officeDocument/2006/relationships/font" Target="fonts/ProximaNova-regular.fntdata"/><Relationship Id="rId24" Type="http://schemas.openxmlformats.org/officeDocument/2006/relationships/slide" Target="slides/slide18.xml"/><Relationship Id="rId68" Type="http://schemas.openxmlformats.org/officeDocument/2006/relationships/font" Target="fonts/ProximaNova-boldItalic.fntdata"/><Relationship Id="rId23" Type="http://schemas.openxmlformats.org/officeDocument/2006/relationships/slide" Target="slides/slide17.xml"/><Relationship Id="rId67" Type="http://schemas.openxmlformats.org/officeDocument/2006/relationships/font" Target="fonts/ProximaNova-italic.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 name="Shape 344"/>
        <p:cNvGrpSpPr/>
        <p:nvPr/>
      </p:nvGrpSpPr>
      <p:grpSpPr>
        <a:xfrm>
          <a:off x="0" y="0"/>
          <a:ext cx="0" cy="0"/>
          <a:chOff x="0" y="0"/>
          <a:chExt cx="0" cy="0"/>
        </a:xfrm>
      </p:grpSpPr>
      <p:sp>
        <p:nvSpPr>
          <p:cNvPr id="345" name="Google Shape;345;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346" name="Google Shape;346;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 name="Shape 352"/>
        <p:cNvGrpSpPr/>
        <p:nvPr/>
      </p:nvGrpSpPr>
      <p:grpSpPr>
        <a:xfrm>
          <a:off x="0" y="0"/>
          <a:ext cx="0" cy="0"/>
          <a:chOff x="0" y="0"/>
          <a:chExt cx="0" cy="0"/>
        </a:xfrm>
      </p:grpSpPr>
      <p:sp>
        <p:nvSpPr>
          <p:cNvPr id="353" name="Google Shape;353;gad36770f4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4" name="Google Shape;354;gad36770f4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9" name="Shape 359"/>
        <p:cNvGrpSpPr/>
        <p:nvPr/>
      </p:nvGrpSpPr>
      <p:grpSpPr>
        <a:xfrm>
          <a:off x="0" y="0"/>
          <a:ext cx="0" cy="0"/>
          <a:chOff x="0" y="0"/>
          <a:chExt cx="0" cy="0"/>
        </a:xfrm>
      </p:grpSpPr>
      <p:sp>
        <p:nvSpPr>
          <p:cNvPr id="360" name="Google Shape;360;g102029ff216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1" name="Google Shape;361;g102029ff216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g102029ff216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1" name="Google Shape;391;g102029ff216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6" name="Shape 396"/>
        <p:cNvGrpSpPr/>
        <p:nvPr/>
      </p:nvGrpSpPr>
      <p:grpSpPr>
        <a:xfrm>
          <a:off x="0" y="0"/>
          <a:ext cx="0" cy="0"/>
          <a:chOff x="0" y="0"/>
          <a:chExt cx="0" cy="0"/>
        </a:xfrm>
      </p:grpSpPr>
      <p:sp>
        <p:nvSpPr>
          <p:cNvPr id="397" name="Google Shape;397;g102029ff216_0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8" name="Google Shape;398;g102029ff216_0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 name="Shape 410"/>
        <p:cNvGrpSpPr/>
        <p:nvPr/>
      </p:nvGrpSpPr>
      <p:grpSpPr>
        <a:xfrm>
          <a:off x="0" y="0"/>
          <a:ext cx="0" cy="0"/>
          <a:chOff x="0" y="0"/>
          <a:chExt cx="0" cy="0"/>
        </a:xfrm>
      </p:grpSpPr>
      <p:sp>
        <p:nvSpPr>
          <p:cNvPr id="411" name="Google Shape;411;g102029ff216_0_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2" name="Google Shape;412;g102029ff216_0_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7" name="Shape 417"/>
        <p:cNvGrpSpPr/>
        <p:nvPr/>
      </p:nvGrpSpPr>
      <p:grpSpPr>
        <a:xfrm>
          <a:off x="0" y="0"/>
          <a:ext cx="0" cy="0"/>
          <a:chOff x="0" y="0"/>
          <a:chExt cx="0" cy="0"/>
        </a:xfrm>
      </p:grpSpPr>
      <p:sp>
        <p:nvSpPr>
          <p:cNvPr id="418" name="Google Shape;418;g102029ff216_0_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9" name="Google Shape;419;g102029ff216_0_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4" name="Shape 424"/>
        <p:cNvGrpSpPr/>
        <p:nvPr/>
      </p:nvGrpSpPr>
      <p:grpSpPr>
        <a:xfrm>
          <a:off x="0" y="0"/>
          <a:ext cx="0" cy="0"/>
          <a:chOff x="0" y="0"/>
          <a:chExt cx="0" cy="0"/>
        </a:xfrm>
      </p:grpSpPr>
      <p:sp>
        <p:nvSpPr>
          <p:cNvPr id="425" name="Google Shape;425;ge21fa792ab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6" name="Google Shape;426;ge21fa792ab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5" name="Shape 455"/>
        <p:cNvGrpSpPr/>
        <p:nvPr/>
      </p:nvGrpSpPr>
      <p:grpSpPr>
        <a:xfrm>
          <a:off x="0" y="0"/>
          <a:ext cx="0" cy="0"/>
          <a:chOff x="0" y="0"/>
          <a:chExt cx="0" cy="0"/>
        </a:xfrm>
      </p:grpSpPr>
      <p:sp>
        <p:nvSpPr>
          <p:cNvPr id="456" name="Google Shape;456;g102029ff216_0_1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7" name="Google Shape;457;g102029ff216_0_1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 name="Shape 482"/>
        <p:cNvGrpSpPr/>
        <p:nvPr/>
      </p:nvGrpSpPr>
      <p:grpSpPr>
        <a:xfrm>
          <a:off x="0" y="0"/>
          <a:ext cx="0" cy="0"/>
          <a:chOff x="0" y="0"/>
          <a:chExt cx="0" cy="0"/>
        </a:xfrm>
      </p:grpSpPr>
      <p:sp>
        <p:nvSpPr>
          <p:cNvPr id="483" name="Google Shape;483;g102029ff216_0_1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4" name="Google Shape;484;g102029ff216_0_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4" name="Shape 514"/>
        <p:cNvGrpSpPr/>
        <p:nvPr/>
      </p:nvGrpSpPr>
      <p:grpSpPr>
        <a:xfrm>
          <a:off x="0" y="0"/>
          <a:ext cx="0" cy="0"/>
          <a:chOff x="0" y="0"/>
          <a:chExt cx="0" cy="0"/>
        </a:xfrm>
      </p:grpSpPr>
      <p:sp>
        <p:nvSpPr>
          <p:cNvPr id="515" name="Google Shape;515;g102029ff216_0_2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6" name="Google Shape;516;g102029ff216_0_2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 name="Shape 600"/>
        <p:cNvGrpSpPr/>
        <p:nvPr/>
      </p:nvGrpSpPr>
      <p:grpSpPr>
        <a:xfrm>
          <a:off x="0" y="0"/>
          <a:ext cx="0" cy="0"/>
          <a:chOff x="0" y="0"/>
          <a:chExt cx="0" cy="0"/>
        </a:xfrm>
      </p:grpSpPr>
      <p:sp>
        <p:nvSpPr>
          <p:cNvPr id="601" name="Google Shape;601;g102029ff216_0_3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2" name="Google Shape;602;g102029ff216_0_3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7" name="Shape 607"/>
        <p:cNvGrpSpPr/>
        <p:nvPr/>
      </p:nvGrpSpPr>
      <p:grpSpPr>
        <a:xfrm>
          <a:off x="0" y="0"/>
          <a:ext cx="0" cy="0"/>
          <a:chOff x="0" y="0"/>
          <a:chExt cx="0" cy="0"/>
        </a:xfrm>
      </p:grpSpPr>
      <p:sp>
        <p:nvSpPr>
          <p:cNvPr id="608" name="Google Shape;608;g102029ff216_0_3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9" name="Google Shape;609;g102029ff216_0_3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3" name="Shape 613"/>
        <p:cNvGrpSpPr/>
        <p:nvPr/>
      </p:nvGrpSpPr>
      <p:grpSpPr>
        <a:xfrm>
          <a:off x="0" y="0"/>
          <a:ext cx="0" cy="0"/>
          <a:chOff x="0" y="0"/>
          <a:chExt cx="0" cy="0"/>
        </a:xfrm>
      </p:grpSpPr>
      <p:sp>
        <p:nvSpPr>
          <p:cNvPr id="614" name="Google Shape;614;g1017d9b385e_1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5" name="Google Shape;615;g1017d9b385e_1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9" name="Shape 619"/>
        <p:cNvGrpSpPr/>
        <p:nvPr/>
      </p:nvGrpSpPr>
      <p:grpSpPr>
        <a:xfrm>
          <a:off x="0" y="0"/>
          <a:ext cx="0" cy="0"/>
          <a:chOff x="0" y="0"/>
          <a:chExt cx="0" cy="0"/>
        </a:xfrm>
      </p:grpSpPr>
      <p:sp>
        <p:nvSpPr>
          <p:cNvPr id="620" name="Google Shape;620;g102029ff216_0_3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1" name="Google Shape;621;g102029ff216_0_3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 name="Shape 631"/>
        <p:cNvGrpSpPr/>
        <p:nvPr/>
      </p:nvGrpSpPr>
      <p:grpSpPr>
        <a:xfrm>
          <a:off x="0" y="0"/>
          <a:ext cx="0" cy="0"/>
          <a:chOff x="0" y="0"/>
          <a:chExt cx="0" cy="0"/>
        </a:xfrm>
      </p:grpSpPr>
      <p:sp>
        <p:nvSpPr>
          <p:cNvPr id="632" name="Google Shape;632;gfbb2acf8a9_0_6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3" name="Google Shape;633;gfbb2acf8a9_0_6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8" name="Shape 638"/>
        <p:cNvGrpSpPr/>
        <p:nvPr/>
      </p:nvGrpSpPr>
      <p:grpSpPr>
        <a:xfrm>
          <a:off x="0" y="0"/>
          <a:ext cx="0" cy="0"/>
          <a:chOff x="0" y="0"/>
          <a:chExt cx="0" cy="0"/>
        </a:xfrm>
      </p:grpSpPr>
      <p:sp>
        <p:nvSpPr>
          <p:cNvPr id="639" name="Google Shape;639;gfbb2acf8a9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0" name="Google Shape;640;gfbb2acf8a9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5" name="Shape 645"/>
        <p:cNvGrpSpPr/>
        <p:nvPr/>
      </p:nvGrpSpPr>
      <p:grpSpPr>
        <a:xfrm>
          <a:off x="0" y="0"/>
          <a:ext cx="0" cy="0"/>
          <a:chOff x="0" y="0"/>
          <a:chExt cx="0" cy="0"/>
        </a:xfrm>
      </p:grpSpPr>
      <p:sp>
        <p:nvSpPr>
          <p:cNvPr id="646" name="Google Shape;646;gfbb2acf8a9_0_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7" name="Google Shape;647;gfbb2acf8a9_0_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 name="Shape 658"/>
        <p:cNvGrpSpPr/>
        <p:nvPr/>
      </p:nvGrpSpPr>
      <p:grpSpPr>
        <a:xfrm>
          <a:off x="0" y="0"/>
          <a:ext cx="0" cy="0"/>
          <a:chOff x="0" y="0"/>
          <a:chExt cx="0" cy="0"/>
        </a:xfrm>
      </p:grpSpPr>
      <p:sp>
        <p:nvSpPr>
          <p:cNvPr id="659" name="Google Shape;659;gfbb2acf8a9_0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0" name="Google Shape;660;gfbb2acf8a9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4" name="Shape 674"/>
        <p:cNvGrpSpPr/>
        <p:nvPr/>
      </p:nvGrpSpPr>
      <p:grpSpPr>
        <a:xfrm>
          <a:off x="0" y="0"/>
          <a:ext cx="0" cy="0"/>
          <a:chOff x="0" y="0"/>
          <a:chExt cx="0" cy="0"/>
        </a:xfrm>
      </p:grpSpPr>
      <p:sp>
        <p:nvSpPr>
          <p:cNvPr id="675" name="Google Shape;675;gfbb2acf8a9_0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6" name="Google Shape;676;gfbb2acf8a9_0_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 name="Shape 685"/>
        <p:cNvGrpSpPr/>
        <p:nvPr/>
      </p:nvGrpSpPr>
      <p:grpSpPr>
        <a:xfrm>
          <a:off x="0" y="0"/>
          <a:ext cx="0" cy="0"/>
          <a:chOff x="0" y="0"/>
          <a:chExt cx="0" cy="0"/>
        </a:xfrm>
      </p:grpSpPr>
      <p:sp>
        <p:nvSpPr>
          <p:cNvPr id="686" name="Google Shape;686;gfbb2acf8a9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7" name="Google Shape;687;gfbb2acf8a9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7" name="Shape 697"/>
        <p:cNvGrpSpPr/>
        <p:nvPr/>
      </p:nvGrpSpPr>
      <p:grpSpPr>
        <a:xfrm>
          <a:off x="0" y="0"/>
          <a:ext cx="0" cy="0"/>
          <a:chOff x="0" y="0"/>
          <a:chExt cx="0" cy="0"/>
        </a:xfrm>
      </p:grpSpPr>
      <p:sp>
        <p:nvSpPr>
          <p:cNvPr id="698" name="Google Shape;698;gfbb2acf8a9_0_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9" name="Google Shape;699;gfbb2acf8a9_0_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 name="Shape 709"/>
        <p:cNvGrpSpPr/>
        <p:nvPr/>
      </p:nvGrpSpPr>
      <p:grpSpPr>
        <a:xfrm>
          <a:off x="0" y="0"/>
          <a:ext cx="0" cy="0"/>
          <a:chOff x="0" y="0"/>
          <a:chExt cx="0" cy="0"/>
        </a:xfrm>
      </p:grpSpPr>
      <p:sp>
        <p:nvSpPr>
          <p:cNvPr id="710" name="Google Shape;710;gfbb2acf8a9_0_2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1" name="Google Shape;711;gfbb2acf8a9_0_2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9" name="Shape 729"/>
        <p:cNvGrpSpPr/>
        <p:nvPr/>
      </p:nvGrpSpPr>
      <p:grpSpPr>
        <a:xfrm>
          <a:off x="0" y="0"/>
          <a:ext cx="0" cy="0"/>
          <a:chOff x="0" y="0"/>
          <a:chExt cx="0" cy="0"/>
        </a:xfrm>
      </p:grpSpPr>
      <p:sp>
        <p:nvSpPr>
          <p:cNvPr id="730" name="Google Shape;730;gfbb2acf8a9_0_2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1" name="Google Shape;731;gfbb2acf8a9_0_2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3" name="Shape 763"/>
        <p:cNvGrpSpPr/>
        <p:nvPr/>
      </p:nvGrpSpPr>
      <p:grpSpPr>
        <a:xfrm>
          <a:off x="0" y="0"/>
          <a:ext cx="0" cy="0"/>
          <a:chOff x="0" y="0"/>
          <a:chExt cx="0" cy="0"/>
        </a:xfrm>
      </p:grpSpPr>
      <p:sp>
        <p:nvSpPr>
          <p:cNvPr id="764" name="Google Shape;764;gfbb2acf8a9_0_4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5" name="Google Shape;765;gfbb2acf8a9_0_4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0" name="Shape 830"/>
        <p:cNvGrpSpPr/>
        <p:nvPr/>
      </p:nvGrpSpPr>
      <p:grpSpPr>
        <a:xfrm>
          <a:off x="0" y="0"/>
          <a:ext cx="0" cy="0"/>
          <a:chOff x="0" y="0"/>
          <a:chExt cx="0" cy="0"/>
        </a:xfrm>
      </p:grpSpPr>
      <p:sp>
        <p:nvSpPr>
          <p:cNvPr id="831" name="Google Shape;831;gfbb2acf8a9_0_5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2" name="Google Shape;832;gfbb2acf8a9_0_5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2" name="Shape 882"/>
        <p:cNvGrpSpPr/>
        <p:nvPr/>
      </p:nvGrpSpPr>
      <p:grpSpPr>
        <a:xfrm>
          <a:off x="0" y="0"/>
          <a:ext cx="0" cy="0"/>
          <a:chOff x="0" y="0"/>
          <a:chExt cx="0" cy="0"/>
        </a:xfrm>
      </p:grpSpPr>
      <p:sp>
        <p:nvSpPr>
          <p:cNvPr id="883" name="Google Shape;883;gfbb2acf8a9_0_5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4" name="Google Shape;884;gfbb2acf8a9_0_5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0" name="Shape 920"/>
        <p:cNvGrpSpPr/>
        <p:nvPr/>
      </p:nvGrpSpPr>
      <p:grpSpPr>
        <a:xfrm>
          <a:off x="0" y="0"/>
          <a:ext cx="0" cy="0"/>
          <a:chOff x="0" y="0"/>
          <a:chExt cx="0" cy="0"/>
        </a:xfrm>
      </p:grpSpPr>
      <p:sp>
        <p:nvSpPr>
          <p:cNvPr id="921" name="Google Shape;921;gfbb2acf8a9_0_6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2" name="Google Shape;922;gfbb2acf8a9_0_6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3" name="Shape 943"/>
        <p:cNvGrpSpPr/>
        <p:nvPr/>
      </p:nvGrpSpPr>
      <p:grpSpPr>
        <a:xfrm>
          <a:off x="0" y="0"/>
          <a:ext cx="0" cy="0"/>
          <a:chOff x="0" y="0"/>
          <a:chExt cx="0" cy="0"/>
        </a:xfrm>
      </p:grpSpPr>
      <p:sp>
        <p:nvSpPr>
          <p:cNvPr id="944" name="Google Shape;944;gfbb2acf8a9_0_6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5" name="Google Shape;945;gfbb2acf8a9_0_6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4" name="Shape 954"/>
        <p:cNvGrpSpPr/>
        <p:nvPr/>
      </p:nvGrpSpPr>
      <p:grpSpPr>
        <a:xfrm>
          <a:off x="0" y="0"/>
          <a:ext cx="0" cy="0"/>
          <a:chOff x="0" y="0"/>
          <a:chExt cx="0" cy="0"/>
        </a:xfrm>
      </p:grpSpPr>
      <p:sp>
        <p:nvSpPr>
          <p:cNvPr id="955" name="Google Shape;955;gfbb2acf8a9_0_7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6" name="Google Shape;956;gfbb2acf8a9_0_7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0" name="Shape 990"/>
        <p:cNvGrpSpPr/>
        <p:nvPr/>
      </p:nvGrpSpPr>
      <p:grpSpPr>
        <a:xfrm>
          <a:off x="0" y="0"/>
          <a:ext cx="0" cy="0"/>
          <a:chOff x="0" y="0"/>
          <a:chExt cx="0" cy="0"/>
        </a:xfrm>
      </p:grpSpPr>
      <p:sp>
        <p:nvSpPr>
          <p:cNvPr id="991" name="Google Shape;991;gfbb2acf8a9_0_8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2" name="Google Shape;992;gfbb2acf8a9_0_8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 name="Shape 1021"/>
        <p:cNvGrpSpPr/>
        <p:nvPr/>
      </p:nvGrpSpPr>
      <p:grpSpPr>
        <a:xfrm>
          <a:off x="0" y="0"/>
          <a:ext cx="0" cy="0"/>
          <a:chOff x="0" y="0"/>
          <a:chExt cx="0" cy="0"/>
        </a:xfrm>
      </p:grpSpPr>
      <p:sp>
        <p:nvSpPr>
          <p:cNvPr id="1022" name="Google Shape;1022;gfbb2acf8a9_0_8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3" name="Google Shape;1023;gfbb2acf8a9_0_8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1" name="Shape 1081"/>
        <p:cNvGrpSpPr/>
        <p:nvPr/>
      </p:nvGrpSpPr>
      <p:grpSpPr>
        <a:xfrm>
          <a:off x="0" y="0"/>
          <a:ext cx="0" cy="0"/>
          <a:chOff x="0" y="0"/>
          <a:chExt cx="0" cy="0"/>
        </a:xfrm>
      </p:grpSpPr>
      <p:sp>
        <p:nvSpPr>
          <p:cNvPr id="1082" name="Google Shape;1082;gfbb2acf8a9_0_9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3" name="Google Shape;1083;gfbb2acf8a9_0_9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6" name="Shape 1106"/>
        <p:cNvGrpSpPr/>
        <p:nvPr/>
      </p:nvGrpSpPr>
      <p:grpSpPr>
        <a:xfrm>
          <a:off x="0" y="0"/>
          <a:ext cx="0" cy="0"/>
          <a:chOff x="0" y="0"/>
          <a:chExt cx="0" cy="0"/>
        </a:xfrm>
      </p:grpSpPr>
      <p:sp>
        <p:nvSpPr>
          <p:cNvPr id="1107" name="Google Shape;1107;gfbb2acf8a9_0_10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8" name="Google Shape;1108;gfbb2acf8a9_0_10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7" name="Shape 1127"/>
        <p:cNvGrpSpPr/>
        <p:nvPr/>
      </p:nvGrpSpPr>
      <p:grpSpPr>
        <a:xfrm>
          <a:off x="0" y="0"/>
          <a:ext cx="0" cy="0"/>
          <a:chOff x="0" y="0"/>
          <a:chExt cx="0" cy="0"/>
        </a:xfrm>
      </p:grpSpPr>
      <p:sp>
        <p:nvSpPr>
          <p:cNvPr id="1128" name="Google Shape;1128;gb1fa4ddd8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9" name="Google Shape;1129;gb1fa4ddd8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8" name="Shape 1148"/>
        <p:cNvGrpSpPr/>
        <p:nvPr/>
      </p:nvGrpSpPr>
      <p:grpSpPr>
        <a:xfrm>
          <a:off x="0" y="0"/>
          <a:ext cx="0" cy="0"/>
          <a:chOff x="0" y="0"/>
          <a:chExt cx="0" cy="0"/>
        </a:xfrm>
      </p:grpSpPr>
      <p:sp>
        <p:nvSpPr>
          <p:cNvPr id="1149" name="Google Shape;1149;ge21fa792ad_0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0" name="Google Shape;1150;ge21fa792ad_0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2" name="Shape 1412"/>
        <p:cNvGrpSpPr/>
        <p:nvPr/>
      </p:nvGrpSpPr>
      <p:grpSpPr>
        <a:xfrm>
          <a:off x="0" y="0"/>
          <a:ext cx="0" cy="0"/>
          <a:chOff x="0" y="0"/>
          <a:chExt cx="0" cy="0"/>
        </a:xfrm>
      </p:grpSpPr>
      <p:sp>
        <p:nvSpPr>
          <p:cNvPr id="1413" name="Google Shape;1413;gc6f6f4ce3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4" name="Google Shape;1414;gc6f6f4ce3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0" name="Shape 1420"/>
        <p:cNvGrpSpPr/>
        <p:nvPr/>
      </p:nvGrpSpPr>
      <p:grpSpPr>
        <a:xfrm>
          <a:off x="0" y="0"/>
          <a:ext cx="0" cy="0"/>
          <a:chOff x="0" y="0"/>
          <a:chExt cx="0" cy="0"/>
        </a:xfrm>
      </p:grpSpPr>
      <p:sp>
        <p:nvSpPr>
          <p:cNvPr id="1421" name="Google Shape;1421;gb1fa4ddd8c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2" name="Google Shape;1422;gb1fa4ddd8c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8" name="Shape 1428"/>
        <p:cNvGrpSpPr/>
        <p:nvPr/>
      </p:nvGrpSpPr>
      <p:grpSpPr>
        <a:xfrm>
          <a:off x="0" y="0"/>
          <a:ext cx="0" cy="0"/>
          <a:chOff x="0" y="0"/>
          <a:chExt cx="0" cy="0"/>
        </a:xfrm>
      </p:grpSpPr>
      <p:sp>
        <p:nvSpPr>
          <p:cNvPr id="1429" name="Google Shape;1429;gfbb2acf8a9_0_126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0" name="Google Shape;1430;gfbb2acf8a9_0_126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5" name="Shape 1435"/>
        <p:cNvGrpSpPr/>
        <p:nvPr/>
      </p:nvGrpSpPr>
      <p:grpSpPr>
        <a:xfrm>
          <a:off x="0" y="0"/>
          <a:ext cx="0" cy="0"/>
          <a:chOff x="0" y="0"/>
          <a:chExt cx="0" cy="0"/>
        </a:xfrm>
      </p:grpSpPr>
      <p:sp>
        <p:nvSpPr>
          <p:cNvPr id="1436" name="Google Shape;1436;gfbb2acf8a9_0_126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7" name="Google Shape;1437;gfbb2acf8a9_0_126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2" name="Shape 1442"/>
        <p:cNvGrpSpPr/>
        <p:nvPr/>
      </p:nvGrpSpPr>
      <p:grpSpPr>
        <a:xfrm>
          <a:off x="0" y="0"/>
          <a:ext cx="0" cy="0"/>
          <a:chOff x="0" y="0"/>
          <a:chExt cx="0" cy="0"/>
        </a:xfrm>
      </p:grpSpPr>
      <p:sp>
        <p:nvSpPr>
          <p:cNvPr id="1443" name="Google Shape;1443;gfbb2acf8a9_0_126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4" name="Google Shape;1444;gfbb2acf8a9_0_126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9" name="Shape 1469"/>
        <p:cNvGrpSpPr/>
        <p:nvPr/>
      </p:nvGrpSpPr>
      <p:grpSpPr>
        <a:xfrm>
          <a:off x="0" y="0"/>
          <a:ext cx="0" cy="0"/>
          <a:chOff x="0" y="0"/>
          <a:chExt cx="0" cy="0"/>
        </a:xfrm>
      </p:grpSpPr>
      <p:sp>
        <p:nvSpPr>
          <p:cNvPr id="1470" name="Google Shape;1470;gfbb2acf8a9_0_126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1" name="Google Shape;1471;gfbb2acf8a9_0_126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5" name="Shape 1485"/>
        <p:cNvGrpSpPr/>
        <p:nvPr/>
      </p:nvGrpSpPr>
      <p:grpSpPr>
        <a:xfrm>
          <a:off x="0" y="0"/>
          <a:ext cx="0" cy="0"/>
          <a:chOff x="0" y="0"/>
          <a:chExt cx="0" cy="0"/>
        </a:xfrm>
      </p:grpSpPr>
      <p:sp>
        <p:nvSpPr>
          <p:cNvPr id="1486" name="Google Shape;1486;gfbb2acf8a9_0_126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7" name="Google Shape;1487;gfbb2acf8a9_0_126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2" name="Shape 1822"/>
        <p:cNvGrpSpPr/>
        <p:nvPr/>
      </p:nvGrpSpPr>
      <p:grpSpPr>
        <a:xfrm>
          <a:off x="0" y="0"/>
          <a:ext cx="0" cy="0"/>
          <a:chOff x="0" y="0"/>
          <a:chExt cx="0" cy="0"/>
        </a:xfrm>
      </p:grpSpPr>
      <p:sp>
        <p:nvSpPr>
          <p:cNvPr id="1823" name="Google Shape;1823;gfbb2acf8a9_0_13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4" name="Google Shape;1824;gfbb2acf8a9_0_13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22" name="Shape 8322"/>
        <p:cNvGrpSpPr/>
        <p:nvPr/>
      </p:nvGrpSpPr>
      <p:grpSpPr>
        <a:xfrm>
          <a:off x="0" y="0"/>
          <a:ext cx="0" cy="0"/>
          <a:chOff x="0" y="0"/>
          <a:chExt cx="0" cy="0"/>
        </a:xfrm>
      </p:grpSpPr>
      <p:sp>
        <p:nvSpPr>
          <p:cNvPr id="8323" name="Google Shape;8323;gfbb2acf8a9_0_19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24" name="Google Shape;8324;gfbb2acf8a9_0_19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9" name="Shape 8749"/>
        <p:cNvGrpSpPr/>
        <p:nvPr/>
      </p:nvGrpSpPr>
      <p:grpSpPr>
        <a:xfrm>
          <a:off x="0" y="0"/>
          <a:ext cx="0" cy="0"/>
          <a:chOff x="0" y="0"/>
          <a:chExt cx="0" cy="0"/>
        </a:xfrm>
      </p:grpSpPr>
      <p:sp>
        <p:nvSpPr>
          <p:cNvPr id="8750" name="Google Shape;8750;gfbb2acf8a9_0_199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51" name="Google Shape;8751;gfbb2acf8a9_0_199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12" name="Shape 8912"/>
        <p:cNvGrpSpPr/>
        <p:nvPr/>
      </p:nvGrpSpPr>
      <p:grpSpPr>
        <a:xfrm>
          <a:off x="0" y="0"/>
          <a:ext cx="0" cy="0"/>
          <a:chOff x="0" y="0"/>
          <a:chExt cx="0" cy="0"/>
        </a:xfrm>
      </p:grpSpPr>
      <p:sp>
        <p:nvSpPr>
          <p:cNvPr id="8913" name="Google Shape;8913;gfbb2acf8a9_0_20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14" name="Google Shape;8914;gfbb2acf8a9_0_20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4" name="Shape 9314"/>
        <p:cNvGrpSpPr/>
        <p:nvPr/>
      </p:nvGrpSpPr>
      <p:grpSpPr>
        <a:xfrm>
          <a:off x="0" y="0"/>
          <a:ext cx="0" cy="0"/>
          <a:chOff x="0" y="0"/>
          <a:chExt cx="0" cy="0"/>
        </a:xfrm>
      </p:grpSpPr>
      <p:sp>
        <p:nvSpPr>
          <p:cNvPr id="9315" name="Google Shape;9315;gfbb2acf8a9_0_205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16" name="Google Shape;9316;gfbb2acf8a9_0_205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85" name="Shape 9685"/>
        <p:cNvGrpSpPr/>
        <p:nvPr/>
      </p:nvGrpSpPr>
      <p:grpSpPr>
        <a:xfrm>
          <a:off x="0" y="0"/>
          <a:ext cx="0" cy="0"/>
          <a:chOff x="0" y="0"/>
          <a:chExt cx="0" cy="0"/>
        </a:xfrm>
      </p:grpSpPr>
      <p:sp>
        <p:nvSpPr>
          <p:cNvPr id="9686" name="Google Shape;9686;gfbb2acf8a9_0_208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87" name="Google Shape;9687;gfbb2acf8a9_0_208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87" name="Shape 9987"/>
        <p:cNvGrpSpPr/>
        <p:nvPr/>
      </p:nvGrpSpPr>
      <p:grpSpPr>
        <a:xfrm>
          <a:off x="0" y="0"/>
          <a:ext cx="0" cy="0"/>
          <a:chOff x="0" y="0"/>
          <a:chExt cx="0" cy="0"/>
        </a:xfrm>
      </p:grpSpPr>
      <p:sp>
        <p:nvSpPr>
          <p:cNvPr id="9988" name="Google Shape;9988;gfbb2acf8a9_0_21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89" name="Google Shape;9989;gfbb2acf8a9_0_21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9" name="Shape 10279"/>
        <p:cNvGrpSpPr/>
        <p:nvPr/>
      </p:nvGrpSpPr>
      <p:grpSpPr>
        <a:xfrm>
          <a:off x="0" y="0"/>
          <a:ext cx="0" cy="0"/>
          <a:chOff x="0" y="0"/>
          <a:chExt cx="0" cy="0"/>
        </a:xfrm>
      </p:grpSpPr>
      <p:sp>
        <p:nvSpPr>
          <p:cNvPr id="10280" name="Google Shape;10280;gfbb2acf8a9_0_214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81" name="Google Shape;10281;gfbb2acf8a9_0_214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8" name="Shape 10638"/>
        <p:cNvGrpSpPr/>
        <p:nvPr/>
      </p:nvGrpSpPr>
      <p:grpSpPr>
        <a:xfrm>
          <a:off x="0" y="0"/>
          <a:ext cx="0" cy="0"/>
          <a:chOff x="0" y="0"/>
          <a:chExt cx="0" cy="0"/>
        </a:xfrm>
      </p:grpSpPr>
      <p:sp>
        <p:nvSpPr>
          <p:cNvPr id="10639" name="Google Shape;10639;gfbb2acf8a9_0_218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40" name="Google Shape;10640;gfbb2acf8a9_0_218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5" name="Shape 11055"/>
        <p:cNvGrpSpPr/>
        <p:nvPr/>
      </p:nvGrpSpPr>
      <p:grpSpPr>
        <a:xfrm>
          <a:off x="0" y="0"/>
          <a:ext cx="0" cy="0"/>
          <a:chOff x="0" y="0"/>
          <a:chExt cx="0" cy="0"/>
        </a:xfrm>
      </p:grpSpPr>
      <p:sp>
        <p:nvSpPr>
          <p:cNvPr id="11056" name="Google Shape;11056;gfbb2acf8a9_0_222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57" name="Google Shape;11057;gfbb2acf8a9_0_222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95" name="Shape 11395"/>
        <p:cNvGrpSpPr/>
        <p:nvPr/>
      </p:nvGrpSpPr>
      <p:grpSpPr>
        <a:xfrm>
          <a:off x="0" y="0"/>
          <a:ext cx="0" cy="0"/>
          <a:chOff x="0" y="0"/>
          <a:chExt cx="0" cy="0"/>
        </a:xfrm>
      </p:grpSpPr>
      <p:sp>
        <p:nvSpPr>
          <p:cNvPr id="11396" name="Google Shape;11396;gfbb2acf8a9_0_225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97" name="Google Shape;11397;gfbb2acf8a9_0_225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83" name="Shape 11583"/>
        <p:cNvGrpSpPr/>
        <p:nvPr/>
      </p:nvGrpSpPr>
      <p:grpSpPr>
        <a:xfrm>
          <a:off x="0" y="0"/>
          <a:ext cx="0" cy="0"/>
          <a:chOff x="0" y="0"/>
          <a:chExt cx="0" cy="0"/>
        </a:xfrm>
      </p:grpSpPr>
      <p:sp>
        <p:nvSpPr>
          <p:cNvPr id="11584" name="Google Shape;11584;gfbb2acf8a9_0_227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85" name="Google Shape;11585;gfbb2acf8a9_0_227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29" name="Shape 11829"/>
        <p:cNvGrpSpPr/>
        <p:nvPr/>
      </p:nvGrpSpPr>
      <p:grpSpPr>
        <a:xfrm>
          <a:off x="0" y="0"/>
          <a:ext cx="0" cy="0"/>
          <a:chOff x="0" y="0"/>
          <a:chExt cx="0" cy="0"/>
        </a:xfrm>
      </p:grpSpPr>
      <p:sp>
        <p:nvSpPr>
          <p:cNvPr id="11830" name="Google Shape;11830;gfbb2acf8a9_0_241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31" name="Google Shape;11831;gfbb2acf8a9_0_241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4.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4.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4.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 Id="rId3" Type="http://schemas.openxmlformats.org/officeDocument/2006/relationships/image" Target="../media/image4.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 Id="rId3" Type="http://schemas.openxmlformats.org/officeDocument/2006/relationships/image" Target="../media/image4.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 Id="rId3" Type="http://schemas.openxmlformats.org/officeDocument/2006/relationships/image" Target="../media/image3.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 Id="rId3" Type="http://schemas.openxmlformats.org/officeDocument/2006/relationships/image" Target="../media/image4.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 Id="rId3" Type="http://schemas.openxmlformats.org/officeDocument/2006/relationships/image" Target="../media/image4.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 Id="rId3" Type="http://schemas.openxmlformats.org/officeDocument/2006/relationships/image" Target="../media/image4.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 Id="rId6" Type="http://schemas.openxmlformats.org/officeDocument/2006/relationships/image" Target="../media/image4.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4.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 Id="rId3" Type="http://schemas.openxmlformats.org/officeDocument/2006/relationships/image" Target="../media/image4.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blipFill>
          <a:blip r:embed="rId2">
            <a:alphaModFix/>
          </a:blip>
          <a:stretch>
            <a:fillRect/>
          </a:stretch>
        </a:blipFill>
      </p:bgPr>
    </p:bg>
    <p:spTree>
      <p:nvGrpSpPr>
        <p:cNvPr id="8" name="Shape 8"/>
        <p:cNvGrpSpPr/>
        <p:nvPr/>
      </p:nvGrpSpPr>
      <p:grpSpPr>
        <a:xfrm>
          <a:off x="0" y="0"/>
          <a:ext cx="0" cy="0"/>
          <a:chOff x="0" y="0"/>
          <a:chExt cx="0" cy="0"/>
        </a:xfrm>
      </p:grpSpPr>
      <p:sp>
        <p:nvSpPr>
          <p:cNvPr id="9" name="Google Shape;9;p2"/>
          <p:cNvSpPr txBox="1"/>
          <p:nvPr>
            <p:ph idx="1" type="subTitle"/>
          </p:nvPr>
        </p:nvSpPr>
        <p:spPr>
          <a:xfrm rot="-546">
            <a:off x="2683643" y="3516288"/>
            <a:ext cx="3776700" cy="426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solidFill>
                  <a:schemeClr val="lt1"/>
                </a:solidFill>
                <a:latin typeface="Oxygen"/>
                <a:ea typeface="Oxygen"/>
                <a:cs typeface="Oxygen"/>
                <a:sym typeface="Oxygen"/>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0" name="Google Shape;10;p2"/>
          <p:cNvSpPr txBox="1"/>
          <p:nvPr>
            <p:ph type="ctrTitle"/>
          </p:nvPr>
        </p:nvSpPr>
        <p:spPr>
          <a:xfrm>
            <a:off x="1271188" y="1074650"/>
            <a:ext cx="6609900" cy="2310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191919"/>
              </a:buClr>
              <a:buSzPts val="5200"/>
              <a:buNone/>
              <a:defRPr sz="4000">
                <a:solidFill>
                  <a:schemeClr val="lt1"/>
                </a:solidFill>
              </a:defRPr>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11" name="Google Shape;11;p2"/>
          <p:cNvSpPr/>
          <p:nvPr/>
        </p:nvSpPr>
        <p:spPr>
          <a:xfrm rot="5400000">
            <a:off x="-855401" y="274475"/>
            <a:ext cx="1705200" cy="1705200"/>
          </a:xfrm>
          <a:prstGeom prst="blockArc">
            <a:avLst>
              <a:gd fmla="val 10800000" name="adj1"/>
              <a:gd fmla="val 0" name="adj2"/>
              <a:gd fmla="val 25000" name="adj3"/>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rot="-1724259">
            <a:off x="315785" y="1683179"/>
            <a:ext cx="452995" cy="452995"/>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rot="-1722653">
            <a:off x="2362952" y="4875547"/>
            <a:ext cx="437145" cy="437145"/>
          </a:xfrm>
          <a:prstGeom prst="ellipse">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rot="-1723737">
            <a:off x="8486705" y="3388820"/>
            <a:ext cx="1030444" cy="1030444"/>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blipFill>
          <a:blip r:embed="rId2">
            <a:alphaModFix/>
          </a:blip>
          <a:stretch>
            <a:fillRect/>
          </a:stretch>
        </a:blipFill>
      </p:bgPr>
    </p:bg>
    <p:spTree>
      <p:nvGrpSpPr>
        <p:cNvPr id="15" name="Shape 15"/>
        <p:cNvGrpSpPr/>
        <p:nvPr/>
      </p:nvGrpSpPr>
      <p:grpSpPr>
        <a:xfrm>
          <a:off x="0" y="0"/>
          <a:ext cx="0" cy="0"/>
          <a:chOff x="0" y="0"/>
          <a:chExt cx="0" cy="0"/>
        </a:xfrm>
      </p:grpSpPr>
      <p:sp>
        <p:nvSpPr>
          <p:cNvPr id="16" name="Google Shape;16;p3"/>
          <p:cNvSpPr txBox="1"/>
          <p:nvPr>
            <p:ph type="title"/>
          </p:nvPr>
        </p:nvSpPr>
        <p:spPr>
          <a:xfrm>
            <a:off x="3316663" y="1761300"/>
            <a:ext cx="4414800" cy="1257900"/>
          </a:xfrm>
          <a:prstGeom prst="rect">
            <a:avLst/>
          </a:prstGeom>
        </p:spPr>
        <p:txBody>
          <a:bodyPr anchorCtr="0" anchor="ctr" bIns="91425" lIns="91425" spcFirstLastPara="1" rIns="91425" wrap="square" tIns="91425">
            <a:noAutofit/>
          </a:bodyPr>
          <a:lstStyle>
            <a:lvl1pPr lvl="0" algn="l">
              <a:spcBef>
                <a:spcPts val="0"/>
              </a:spcBef>
              <a:spcAft>
                <a:spcPts val="0"/>
              </a:spcAft>
              <a:buSzPts val="3600"/>
              <a:buNone/>
              <a:defRPr sz="43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7" name="Google Shape;17;p3"/>
          <p:cNvSpPr txBox="1"/>
          <p:nvPr>
            <p:ph hasCustomPrompt="1" idx="2" type="title"/>
          </p:nvPr>
        </p:nvSpPr>
        <p:spPr>
          <a:xfrm>
            <a:off x="1412518" y="1761300"/>
            <a:ext cx="1796700" cy="16209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6000"/>
              <a:buNone/>
              <a:defRPr sz="7500">
                <a:solidFill>
                  <a:schemeClr val="accent5"/>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8" name="Google Shape;18;p3"/>
          <p:cNvSpPr txBox="1"/>
          <p:nvPr>
            <p:ph idx="1" type="subTitle"/>
          </p:nvPr>
        </p:nvSpPr>
        <p:spPr>
          <a:xfrm rot="467">
            <a:off x="3316675" y="3067750"/>
            <a:ext cx="4414800" cy="3141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9" name="Google Shape;19;p3"/>
          <p:cNvSpPr/>
          <p:nvPr/>
        </p:nvSpPr>
        <p:spPr>
          <a:xfrm>
            <a:off x="2123250" y="4186400"/>
            <a:ext cx="1943100" cy="1943100"/>
          </a:xfrm>
          <a:prstGeom prst="blockArc">
            <a:avLst>
              <a:gd fmla="val 10800000" name="adj1"/>
              <a:gd fmla="val 0" name="adj2"/>
              <a:gd fmla="val 25000" name="adj3"/>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p:nvPr/>
        </p:nvSpPr>
        <p:spPr>
          <a:xfrm>
            <a:off x="468700" y="-468525"/>
            <a:ext cx="1247700" cy="1247700"/>
          </a:xfrm>
          <a:prstGeom prst="donut">
            <a:avLst>
              <a:gd fmla="val 25000" name="adj"/>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3"/>
          <p:cNvSpPr/>
          <p:nvPr/>
        </p:nvSpPr>
        <p:spPr>
          <a:xfrm>
            <a:off x="468700" y="540000"/>
            <a:ext cx="444300" cy="4443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3"/>
          <p:cNvSpPr/>
          <p:nvPr/>
        </p:nvSpPr>
        <p:spPr>
          <a:xfrm>
            <a:off x="8555425" y="2188950"/>
            <a:ext cx="1247700" cy="1247700"/>
          </a:xfrm>
          <a:prstGeom prst="donut">
            <a:avLst>
              <a:gd fmla="val 25000" name="adj"/>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a:off x="8637775" y="3436650"/>
            <a:ext cx="241500" cy="2415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p:nvPr/>
        </p:nvSpPr>
        <p:spPr>
          <a:xfrm>
            <a:off x="3428175" y="4053050"/>
            <a:ext cx="771600" cy="7716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accent4"/>
            </a:gs>
          </a:gsLst>
          <a:lin ang="2700006" scaled="0"/>
        </a:gradFill>
      </p:bgPr>
    </p:bg>
    <p:spTree>
      <p:nvGrpSpPr>
        <p:cNvPr id="25" name="Shape 25"/>
        <p:cNvGrpSpPr/>
        <p:nvPr/>
      </p:nvGrpSpPr>
      <p:grpSpPr>
        <a:xfrm>
          <a:off x="0" y="0"/>
          <a:ext cx="0" cy="0"/>
          <a:chOff x="0" y="0"/>
          <a:chExt cx="0" cy="0"/>
        </a:xfrm>
      </p:grpSpPr>
      <p:sp>
        <p:nvSpPr>
          <p:cNvPr id="26" name="Google Shape;26;p4"/>
          <p:cNvSpPr txBox="1"/>
          <p:nvPr>
            <p:ph type="title"/>
          </p:nvPr>
        </p:nvSpPr>
        <p:spPr>
          <a:xfrm>
            <a:off x="720000" y="595950"/>
            <a:ext cx="7704000" cy="3282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7" name="Google Shape;27;p4"/>
          <p:cNvSpPr txBox="1"/>
          <p:nvPr>
            <p:ph idx="1" type="body"/>
          </p:nvPr>
        </p:nvSpPr>
        <p:spPr>
          <a:xfrm>
            <a:off x="720000" y="1237083"/>
            <a:ext cx="7704000" cy="33663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SzPts val="1400"/>
              <a:buChar char="●"/>
              <a:defRPr sz="105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1600"/>
              </a:spcBef>
              <a:spcAft>
                <a:spcPts val="0"/>
              </a:spcAft>
              <a:buSzPts val="1400"/>
              <a:buChar char="■"/>
              <a:defRPr/>
            </a:lvl3pPr>
            <a:lvl4pPr indent="-317500" lvl="3" marL="1828800" rtl="0">
              <a:lnSpc>
                <a:spcPct val="115000"/>
              </a:lnSpc>
              <a:spcBef>
                <a:spcPts val="1600"/>
              </a:spcBef>
              <a:spcAft>
                <a:spcPts val="0"/>
              </a:spcAft>
              <a:buSzPts val="1400"/>
              <a:buChar char="●"/>
              <a:defRPr/>
            </a:lvl4pPr>
            <a:lvl5pPr indent="-317500" lvl="4" marL="2286000" rtl="0">
              <a:lnSpc>
                <a:spcPct val="115000"/>
              </a:lnSpc>
              <a:spcBef>
                <a:spcPts val="1600"/>
              </a:spcBef>
              <a:spcAft>
                <a:spcPts val="0"/>
              </a:spcAft>
              <a:buSzPts val="1400"/>
              <a:buChar char="○"/>
              <a:defRPr/>
            </a:lvl5pPr>
            <a:lvl6pPr indent="-317500" lvl="5" marL="2743200" rtl="0">
              <a:lnSpc>
                <a:spcPct val="115000"/>
              </a:lnSpc>
              <a:spcBef>
                <a:spcPts val="1600"/>
              </a:spcBef>
              <a:spcAft>
                <a:spcPts val="0"/>
              </a:spcAft>
              <a:buSzPts val="1400"/>
              <a:buChar char="■"/>
              <a:defRPr/>
            </a:lvl6pPr>
            <a:lvl7pPr indent="-317500" lvl="6" marL="3200400" rtl="0">
              <a:lnSpc>
                <a:spcPct val="115000"/>
              </a:lnSpc>
              <a:spcBef>
                <a:spcPts val="1600"/>
              </a:spcBef>
              <a:spcAft>
                <a:spcPts val="0"/>
              </a:spcAft>
              <a:buSzPts val="1400"/>
              <a:buChar char="●"/>
              <a:defRPr/>
            </a:lvl7pPr>
            <a:lvl8pPr indent="-317500" lvl="7" marL="3657600" rtl="0">
              <a:lnSpc>
                <a:spcPct val="115000"/>
              </a:lnSpc>
              <a:spcBef>
                <a:spcPts val="1600"/>
              </a:spcBef>
              <a:spcAft>
                <a:spcPts val="0"/>
              </a:spcAft>
              <a:buSzPts val="1400"/>
              <a:buChar char="○"/>
              <a:defRPr/>
            </a:lvl8pPr>
            <a:lvl9pPr indent="-317500" lvl="8" marL="4114800" rtl="0">
              <a:lnSpc>
                <a:spcPct val="115000"/>
              </a:lnSpc>
              <a:spcBef>
                <a:spcPts val="1600"/>
              </a:spcBef>
              <a:spcAft>
                <a:spcPts val="1600"/>
              </a:spcAft>
              <a:buSzPts val="1400"/>
              <a:buChar char="■"/>
              <a:defRPr/>
            </a:lvl9pPr>
          </a:lstStyle>
          <a:p/>
        </p:txBody>
      </p:sp>
      <p:pic>
        <p:nvPicPr>
          <p:cNvPr id="28" name="Google Shape;28;p4"/>
          <p:cNvPicPr preferRelativeResize="0"/>
          <p:nvPr/>
        </p:nvPicPr>
        <p:blipFill>
          <a:blip r:embed="rId2">
            <a:alphaModFix/>
          </a:blip>
          <a:stretch>
            <a:fillRect/>
          </a:stretch>
        </p:blipFill>
        <p:spPr>
          <a:xfrm>
            <a:off x="2166681" y="2031750"/>
            <a:ext cx="8662988" cy="5143500"/>
          </a:xfrm>
          <a:prstGeom prst="rect">
            <a:avLst/>
          </a:prstGeom>
          <a:noFill/>
          <a:ln>
            <a:noFill/>
          </a:ln>
        </p:spPr>
      </p:pic>
      <p:sp>
        <p:nvSpPr>
          <p:cNvPr id="29" name="Google Shape;29;p4"/>
          <p:cNvSpPr/>
          <p:nvPr/>
        </p:nvSpPr>
        <p:spPr>
          <a:xfrm rot="10800000">
            <a:off x="341150" y="-733831"/>
            <a:ext cx="1482300" cy="1482300"/>
          </a:xfrm>
          <a:prstGeom prst="blockArc">
            <a:avLst>
              <a:gd fmla="val 10800000" name="adj1"/>
              <a:gd fmla="val 0" name="adj2"/>
              <a:gd fmla="val 25000" name="adj3"/>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4"/>
          <p:cNvSpPr/>
          <p:nvPr/>
        </p:nvSpPr>
        <p:spPr>
          <a:xfrm rot="3675020">
            <a:off x="204649" y="284259"/>
            <a:ext cx="394192" cy="394192"/>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accent4"/>
            </a:gs>
          </a:gsLst>
          <a:lin ang="2700006" scaled="0"/>
        </a:gradFill>
      </p:bgPr>
    </p:bg>
    <p:spTree>
      <p:nvGrpSpPr>
        <p:cNvPr id="31" name="Shape 31"/>
        <p:cNvGrpSpPr/>
        <p:nvPr/>
      </p:nvGrpSpPr>
      <p:grpSpPr>
        <a:xfrm>
          <a:off x="0" y="0"/>
          <a:ext cx="0" cy="0"/>
          <a:chOff x="0" y="0"/>
          <a:chExt cx="0" cy="0"/>
        </a:xfrm>
      </p:grpSpPr>
      <p:sp>
        <p:nvSpPr>
          <p:cNvPr id="32" name="Google Shape;32;p5"/>
          <p:cNvSpPr txBox="1"/>
          <p:nvPr>
            <p:ph idx="1" type="subTitle"/>
          </p:nvPr>
        </p:nvSpPr>
        <p:spPr>
          <a:xfrm>
            <a:off x="1721600" y="2005975"/>
            <a:ext cx="967500" cy="3651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2000"/>
              <a:buFont typeface="Montserrat ExtraBold"/>
              <a:buNone/>
              <a:defRPr sz="2000">
                <a:latin typeface="Montserrat ExtraBold"/>
                <a:ea typeface="Montserrat ExtraBold"/>
                <a:cs typeface="Montserrat ExtraBold"/>
                <a:sym typeface="Montserrat ExtraBold"/>
              </a:defRPr>
            </a:lvl1pPr>
            <a:lvl2pPr lvl="1" algn="ctr">
              <a:lnSpc>
                <a:spcPct val="100000"/>
              </a:lnSpc>
              <a:spcBef>
                <a:spcPts val="0"/>
              </a:spcBef>
              <a:spcAft>
                <a:spcPts val="0"/>
              </a:spcAft>
              <a:buSzPts val="2000"/>
              <a:buFont typeface="Montserrat ExtraBold"/>
              <a:buNone/>
              <a:defRPr sz="2000">
                <a:latin typeface="Montserrat ExtraBold"/>
                <a:ea typeface="Montserrat ExtraBold"/>
                <a:cs typeface="Montserrat ExtraBold"/>
                <a:sym typeface="Montserrat ExtraBold"/>
              </a:defRPr>
            </a:lvl2pPr>
            <a:lvl3pPr lvl="2"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3pPr>
            <a:lvl4pPr lvl="3"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4pPr>
            <a:lvl5pPr lvl="4"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5pPr>
            <a:lvl6pPr lvl="5"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6pPr>
            <a:lvl7pPr lvl="6"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7pPr>
            <a:lvl8pPr lvl="7"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8pPr>
            <a:lvl9pPr lvl="8" algn="ctr">
              <a:lnSpc>
                <a:spcPct val="100000"/>
              </a:lnSpc>
              <a:spcBef>
                <a:spcPts val="1600"/>
              </a:spcBef>
              <a:spcAft>
                <a:spcPts val="1600"/>
              </a:spcAft>
              <a:buSzPts val="2000"/>
              <a:buFont typeface="Montserrat ExtraBold"/>
              <a:buNone/>
              <a:defRPr sz="2000">
                <a:latin typeface="Montserrat ExtraBold"/>
                <a:ea typeface="Montserrat ExtraBold"/>
                <a:cs typeface="Montserrat ExtraBold"/>
                <a:sym typeface="Montserrat ExtraBold"/>
              </a:defRPr>
            </a:lvl9pPr>
          </a:lstStyle>
          <a:p/>
        </p:txBody>
      </p:sp>
      <p:sp>
        <p:nvSpPr>
          <p:cNvPr id="33" name="Google Shape;33;p5"/>
          <p:cNvSpPr txBox="1"/>
          <p:nvPr>
            <p:ph idx="2" type="subTitle"/>
          </p:nvPr>
        </p:nvSpPr>
        <p:spPr>
          <a:xfrm>
            <a:off x="6454950" y="3595375"/>
            <a:ext cx="969300" cy="3657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2000"/>
              <a:buFont typeface="Montserrat ExtraBold"/>
              <a:buNone/>
              <a:defRPr sz="2000">
                <a:latin typeface="Montserrat ExtraBold"/>
                <a:ea typeface="Montserrat ExtraBold"/>
                <a:cs typeface="Montserrat ExtraBold"/>
                <a:sym typeface="Montserrat ExtraBold"/>
              </a:defRPr>
            </a:lvl1pPr>
            <a:lvl2pPr lvl="1" rtl="0" algn="ctr">
              <a:lnSpc>
                <a:spcPct val="100000"/>
              </a:lnSpc>
              <a:spcBef>
                <a:spcPts val="0"/>
              </a:spcBef>
              <a:spcAft>
                <a:spcPts val="0"/>
              </a:spcAft>
              <a:buSzPts val="2000"/>
              <a:buFont typeface="Montserrat ExtraBold"/>
              <a:buNone/>
              <a:defRPr sz="2000">
                <a:latin typeface="Montserrat ExtraBold"/>
                <a:ea typeface="Montserrat ExtraBold"/>
                <a:cs typeface="Montserrat ExtraBold"/>
                <a:sym typeface="Montserrat ExtraBold"/>
              </a:defRPr>
            </a:lvl2pPr>
            <a:lvl3pPr lvl="2"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3pPr>
            <a:lvl4pPr lvl="3"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4pPr>
            <a:lvl5pPr lvl="4"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5pPr>
            <a:lvl6pPr lvl="5"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6pPr>
            <a:lvl7pPr lvl="6"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7pPr>
            <a:lvl8pPr lvl="7"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8pPr>
            <a:lvl9pPr lvl="8" rtl="0" algn="ctr">
              <a:lnSpc>
                <a:spcPct val="100000"/>
              </a:lnSpc>
              <a:spcBef>
                <a:spcPts val="1600"/>
              </a:spcBef>
              <a:spcAft>
                <a:spcPts val="1600"/>
              </a:spcAft>
              <a:buSzPts val="2000"/>
              <a:buFont typeface="Montserrat ExtraBold"/>
              <a:buNone/>
              <a:defRPr sz="2000">
                <a:latin typeface="Montserrat ExtraBold"/>
                <a:ea typeface="Montserrat ExtraBold"/>
                <a:cs typeface="Montserrat ExtraBold"/>
                <a:sym typeface="Montserrat ExtraBold"/>
              </a:defRPr>
            </a:lvl9pPr>
          </a:lstStyle>
          <a:p/>
        </p:txBody>
      </p:sp>
      <p:sp>
        <p:nvSpPr>
          <p:cNvPr id="34" name="Google Shape;34;p5"/>
          <p:cNvSpPr txBox="1"/>
          <p:nvPr>
            <p:ph idx="3" type="subTitle"/>
          </p:nvPr>
        </p:nvSpPr>
        <p:spPr>
          <a:xfrm>
            <a:off x="3118200" y="1563776"/>
            <a:ext cx="2907600" cy="1249500"/>
          </a:xfrm>
          <a:prstGeom prst="rect">
            <a:avLst/>
          </a:prstGeom>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5" name="Google Shape;35;p5"/>
          <p:cNvSpPr txBox="1"/>
          <p:nvPr>
            <p:ph idx="4" type="subTitle"/>
          </p:nvPr>
        </p:nvSpPr>
        <p:spPr>
          <a:xfrm>
            <a:off x="3118200" y="3151825"/>
            <a:ext cx="2907600" cy="1252800"/>
          </a:xfrm>
          <a:prstGeom prst="rect">
            <a:avLst/>
          </a:prstGeom>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6" name="Google Shape;36;p5"/>
          <p:cNvSpPr txBox="1"/>
          <p:nvPr>
            <p:ph type="title"/>
          </p:nvPr>
        </p:nvSpPr>
        <p:spPr>
          <a:xfrm>
            <a:off x="720000" y="595950"/>
            <a:ext cx="7704000" cy="3282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7" name="Google Shape;37;p5"/>
          <p:cNvSpPr/>
          <p:nvPr/>
        </p:nvSpPr>
        <p:spPr>
          <a:xfrm flipH="1" rot="-4042443">
            <a:off x="8116358" y="1579077"/>
            <a:ext cx="1087823" cy="1087823"/>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8" name="Google Shape;38;p5"/>
          <p:cNvPicPr preferRelativeResize="0"/>
          <p:nvPr/>
        </p:nvPicPr>
        <p:blipFill>
          <a:blip r:embed="rId2">
            <a:alphaModFix amt="49000"/>
          </a:blip>
          <a:stretch>
            <a:fillRect/>
          </a:stretch>
        </p:blipFill>
        <p:spPr>
          <a:xfrm flipH="1" rot="-3764270">
            <a:off x="5752471" y="1265756"/>
            <a:ext cx="5990528" cy="2912435"/>
          </a:xfrm>
          <a:prstGeom prst="rect">
            <a:avLst/>
          </a:prstGeom>
          <a:noFill/>
          <a:ln>
            <a:noFill/>
          </a:ln>
        </p:spPr>
      </p:pic>
      <p:sp>
        <p:nvSpPr>
          <p:cNvPr id="39" name="Google Shape;39;p5"/>
          <p:cNvSpPr/>
          <p:nvPr/>
        </p:nvSpPr>
        <p:spPr>
          <a:xfrm flipH="1" rot="-4041400">
            <a:off x="7486457" y="4335735"/>
            <a:ext cx="394292" cy="394292"/>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5"/>
          <p:cNvSpPr/>
          <p:nvPr/>
        </p:nvSpPr>
        <p:spPr>
          <a:xfrm flipH="1" rot="-4041400">
            <a:off x="8278905" y="2554164"/>
            <a:ext cx="394292" cy="394292"/>
          </a:xfrm>
          <a:prstGeom prst="ellipse">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5"/>
          <p:cNvSpPr/>
          <p:nvPr/>
        </p:nvSpPr>
        <p:spPr>
          <a:xfrm flipH="1" rot="-4040686">
            <a:off x="8560718" y="2497082"/>
            <a:ext cx="186923" cy="186923"/>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5"/>
          <p:cNvSpPr/>
          <p:nvPr/>
        </p:nvSpPr>
        <p:spPr>
          <a:xfrm flipH="1" rot="-4044515">
            <a:off x="8487615" y="439029"/>
            <a:ext cx="185862" cy="185862"/>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3" name="Google Shape;43;p5"/>
          <p:cNvPicPr preferRelativeResize="0"/>
          <p:nvPr/>
        </p:nvPicPr>
        <p:blipFill>
          <a:blip r:embed="rId2">
            <a:alphaModFix amt="50000"/>
          </a:blip>
          <a:stretch>
            <a:fillRect/>
          </a:stretch>
        </p:blipFill>
        <p:spPr>
          <a:xfrm flipH="1" rot="-3395984">
            <a:off x="-3016530" y="-102269"/>
            <a:ext cx="5990530" cy="2912436"/>
          </a:xfrm>
          <a:prstGeom prst="rect">
            <a:avLst/>
          </a:prstGeom>
          <a:noFill/>
          <a:ln>
            <a:noFill/>
          </a:ln>
        </p:spPr>
      </p:pic>
      <p:grpSp>
        <p:nvGrpSpPr>
          <p:cNvPr id="44" name="Google Shape;44;p5"/>
          <p:cNvGrpSpPr/>
          <p:nvPr/>
        </p:nvGrpSpPr>
        <p:grpSpPr>
          <a:xfrm flipH="1">
            <a:off x="-21142" y="4141005"/>
            <a:ext cx="1482300" cy="1765375"/>
            <a:chOff x="307037" y="4131480"/>
            <a:chExt cx="1482300" cy="1765375"/>
          </a:xfrm>
        </p:grpSpPr>
        <p:sp>
          <p:nvSpPr>
            <p:cNvPr id="45" name="Google Shape;45;p5"/>
            <p:cNvSpPr/>
            <p:nvPr/>
          </p:nvSpPr>
          <p:spPr>
            <a:xfrm>
              <a:off x="307037" y="4414555"/>
              <a:ext cx="1482300" cy="1482300"/>
            </a:xfrm>
            <a:prstGeom prst="blockArc">
              <a:avLst>
                <a:gd fmla="val 10800000" name="adj1"/>
                <a:gd fmla="val 0" name="adj2"/>
                <a:gd fmla="val 25000" name="adj3"/>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5"/>
            <p:cNvSpPr/>
            <p:nvPr/>
          </p:nvSpPr>
          <p:spPr>
            <a:xfrm rot="3675020">
              <a:off x="522899" y="4201984"/>
              <a:ext cx="394192" cy="394192"/>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accent4"/>
            </a:gs>
          </a:gsLst>
          <a:lin ang="2700006" scaled="0"/>
        </a:gradFill>
      </p:bgPr>
    </p:bg>
    <p:spTree>
      <p:nvGrpSpPr>
        <p:cNvPr id="47" name="Shape 47"/>
        <p:cNvGrpSpPr/>
        <p:nvPr/>
      </p:nvGrpSpPr>
      <p:grpSpPr>
        <a:xfrm>
          <a:off x="0" y="0"/>
          <a:ext cx="0" cy="0"/>
          <a:chOff x="0" y="0"/>
          <a:chExt cx="0" cy="0"/>
        </a:xfrm>
      </p:grpSpPr>
      <p:sp>
        <p:nvSpPr>
          <p:cNvPr id="48" name="Google Shape;48;p6"/>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bg>
      <p:bgPr>
        <a:blipFill>
          <a:blip r:embed="rId2">
            <a:alphaModFix/>
          </a:blip>
          <a:stretch>
            <a:fillRect/>
          </a:stretch>
        </a:blipFill>
      </p:bgPr>
    </p:bg>
    <p:spTree>
      <p:nvGrpSpPr>
        <p:cNvPr id="49" name="Shape 49"/>
        <p:cNvGrpSpPr/>
        <p:nvPr/>
      </p:nvGrpSpPr>
      <p:grpSpPr>
        <a:xfrm>
          <a:off x="0" y="0"/>
          <a:ext cx="0" cy="0"/>
          <a:chOff x="0" y="0"/>
          <a:chExt cx="0" cy="0"/>
        </a:xfrm>
      </p:grpSpPr>
      <p:sp>
        <p:nvSpPr>
          <p:cNvPr id="50" name="Google Shape;50;p7"/>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1" name="Google Shape;51;p7"/>
          <p:cNvSpPr/>
          <p:nvPr/>
        </p:nvSpPr>
        <p:spPr>
          <a:xfrm>
            <a:off x="468700" y="-468525"/>
            <a:ext cx="1247700" cy="1247700"/>
          </a:xfrm>
          <a:prstGeom prst="donut">
            <a:avLst>
              <a:gd fmla="val 25000" name="adj"/>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7"/>
          <p:cNvSpPr/>
          <p:nvPr/>
        </p:nvSpPr>
        <p:spPr>
          <a:xfrm>
            <a:off x="468700" y="540000"/>
            <a:ext cx="444300" cy="4443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bg>
      <p:bgPr>
        <a:blipFill>
          <a:blip r:embed="rId2">
            <a:alphaModFix/>
          </a:blip>
          <a:stretch>
            <a:fillRect/>
          </a:stretch>
        </a:blipFill>
      </p:bgPr>
    </p:bg>
    <p:spTree>
      <p:nvGrpSpPr>
        <p:cNvPr id="53" name="Shape 53"/>
        <p:cNvGrpSpPr/>
        <p:nvPr/>
      </p:nvGrpSpPr>
      <p:grpSpPr>
        <a:xfrm>
          <a:off x="0" y="0"/>
          <a:ext cx="0" cy="0"/>
          <a:chOff x="0" y="0"/>
          <a:chExt cx="0" cy="0"/>
        </a:xfrm>
      </p:grpSpPr>
      <p:sp>
        <p:nvSpPr>
          <p:cNvPr id="54" name="Google Shape;54;p8"/>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pic>
        <p:nvPicPr>
          <p:cNvPr id="55" name="Google Shape;55;p8"/>
          <p:cNvPicPr preferRelativeResize="0"/>
          <p:nvPr/>
        </p:nvPicPr>
        <p:blipFill>
          <a:blip r:embed="rId3">
            <a:alphaModFix/>
          </a:blip>
          <a:stretch>
            <a:fillRect/>
          </a:stretch>
        </p:blipFill>
        <p:spPr>
          <a:xfrm rot="10102378">
            <a:off x="-2208044" y="-1447801"/>
            <a:ext cx="8662988" cy="5143500"/>
          </a:xfrm>
          <a:prstGeom prst="rect">
            <a:avLst/>
          </a:prstGeom>
          <a:noFill/>
          <a:ln>
            <a:noFill/>
          </a:ln>
        </p:spPr>
      </p:pic>
      <p:grpSp>
        <p:nvGrpSpPr>
          <p:cNvPr id="56" name="Google Shape;56;p8"/>
          <p:cNvGrpSpPr/>
          <p:nvPr/>
        </p:nvGrpSpPr>
        <p:grpSpPr>
          <a:xfrm flipH="1" rot="10800000">
            <a:off x="302708" y="-754845"/>
            <a:ext cx="1482300" cy="1765375"/>
            <a:chOff x="307037" y="4131480"/>
            <a:chExt cx="1482300" cy="1765375"/>
          </a:xfrm>
        </p:grpSpPr>
        <p:sp>
          <p:nvSpPr>
            <p:cNvPr id="57" name="Google Shape;57;p8"/>
            <p:cNvSpPr/>
            <p:nvPr/>
          </p:nvSpPr>
          <p:spPr>
            <a:xfrm>
              <a:off x="307037" y="4414555"/>
              <a:ext cx="1482300" cy="1482300"/>
            </a:xfrm>
            <a:prstGeom prst="blockArc">
              <a:avLst>
                <a:gd fmla="val 10800000" name="adj1"/>
                <a:gd fmla="val 0" name="adj2"/>
                <a:gd fmla="val 25000" name="adj3"/>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8"/>
            <p:cNvSpPr/>
            <p:nvPr/>
          </p:nvSpPr>
          <p:spPr>
            <a:xfrm rot="3675020">
              <a:off x="522899" y="4201984"/>
              <a:ext cx="394192" cy="394192"/>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3">
    <p:bg>
      <p:bgPr>
        <a:gradFill>
          <a:gsLst>
            <a:gs pos="0">
              <a:schemeClr val="accent2"/>
            </a:gs>
            <a:gs pos="100000">
              <a:schemeClr val="accent4"/>
            </a:gs>
          </a:gsLst>
          <a:lin ang="2700006" scaled="0"/>
        </a:gradFill>
      </p:bgPr>
    </p:bg>
    <p:spTree>
      <p:nvGrpSpPr>
        <p:cNvPr id="59" name="Shape 59"/>
        <p:cNvGrpSpPr/>
        <p:nvPr/>
      </p:nvGrpSpPr>
      <p:grpSpPr>
        <a:xfrm>
          <a:off x="0" y="0"/>
          <a:ext cx="0" cy="0"/>
          <a:chOff x="0" y="0"/>
          <a:chExt cx="0" cy="0"/>
        </a:xfrm>
      </p:grpSpPr>
      <p:sp>
        <p:nvSpPr>
          <p:cNvPr id="60" name="Google Shape;60;p9"/>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pic>
        <p:nvPicPr>
          <p:cNvPr id="61" name="Google Shape;61;p9"/>
          <p:cNvPicPr preferRelativeResize="0"/>
          <p:nvPr/>
        </p:nvPicPr>
        <p:blipFill>
          <a:blip r:embed="rId2">
            <a:alphaModFix amt="60000"/>
          </a:blip>
          <a:stretch>
            <a:fillRect/>
          </a:stretch>
        </p:blipFill>
        <p:spPr>
          <a:xfrm flipH="1" rot="5103958">
            <a:off x="-2061100" y="1701276"/>
            <a:ext cx="5188643" cy="2522600"/>
          </a:xfrm>
          <a:prstGeom prst="rect">
            <a:avLst/>
          </a:prstGeom>
          <a:noFill/>
          <a:ln>
            <a:noFill/>
          </a:ln>
        </p:spPr>
      </p:pic>
      <p:sp>
        <p:nvSpPr>
          <p:cNvPr id="62" name="Google Shape;62;p9"/>
          <p:cNvSpPr/>
          <p:nvPr/>
        </p:nvSpPr>
        <p:spPr>
          <a:xfrm flipH="1" rot="-1662953">
            <a:off x="-257675" y="4378466"/>
            <a:ext cx="394119" cy="394119"/>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9"/>
          <p:cNvSpPr/>
          <p:nvPr/>
        </p:nvSpPr>
        <p:spPr>
          <a:xfrm flipH="1" rot="-1662953">
            <a:off x="376897" y="609045"/>
            <a:ext cx="394119" cy="394119"/>
          </a:xfrm>
          <a:prstGeom prst="ellipse">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9"/>
          <p:cNvSpPr/>
          <p:nvPr/>
        </p:nvSpPr>
        <p:spPr>
          <a:xfrm flipH="1" rot="-1658060">
            <a:off x="822176" y="2442057"/>
            <a:ext cx="186923" cy="186923"/>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accent4"/>
            </a:gs>
          </a:gsLst>
          <a:lin ang="2698631" scaled="0"/>
        </a:gradFill>
      </p:bgPr>
    </p:bg>
    <p:spTree>
      <p:nvGrpSpPr>
        <p:cNvPr id="65" name="Shape 65"/>
        <p:cNvGrpSpPr/>
        <p:nvPr/>
      </p:nvGrpSpPr>
      <p:grpSpPr>
        <a:xfrm>
          <a:off x="0" y="0"/>
          <a:ext cx="0" cy="0"/>
          <a:chOff x="0" y="0"/>
          <a:chExt cx="0" cy="0"/>
        </a:xfrm>
      </p:grpSpPr>
      <p:sp>
        <p:nvSpPr>
          <p:cNvPr id="66" name="Google Shape;66;p10"/>
          <p:cNvSpPr txBox="1"/>
          <p:nvPr>
            <p:ph type="title"/>
          </p:nvPr>
        </p:nvSpPr>
        <p:spPr>
          <a:xfrm>
            <a:off x="4572000" y="787400"/>
            <a:ext cx="3201300" cy="9501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7" name="Google Shape;67;p10"/>
          <p:cNvSpPr txBox="1"/>
          <p:nvPr>
            <p:ph idx="1" type="subTitle"/>
          </p:nvPr>
        </p:nvSpPr>
        <p:spPr>
          <a:xfrm rot="-288">
            <a:off x="4572000" y="1847652"/>
            <a:ext cx="3579600" cy="25083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accent5"/>
              </a:buClr>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1600"/>
              </a:spcBef>
              <a:spcAft>
                <a:spcPts val="0"/>
              </a:spcAft>
              <a:buSzPts val="1400"/>
              <a:buChar char="■"/>
              <a:defRPr/>
            </a:lvl3pPr>
            <a:lvl4pPr lvl="3" rtl="0" algn="ctr">
              <a:lnSpc>
                <a:spcPct val="100000"/>
              </a:lnSpc>
              <a:spcBef>
                <a:spcPts val="1600"/>
              </a:spcBef>
              <a:spcAft>
                <a:spcPts val="0"/>
              </a:spcAft>
              <a:buSzPts val="1400"/>
              <a:buChar char="●"/>
              <a:defRPr/>
            </a:lvl4pPr>
            <a:lvl5pPr lvl="4" rtl="0" algn="ctr">
              <a:lnSpc>
                <a:spcPct val="100000"/>
              </a:lnSpc>
              <a:spcBef>
                <a:spcPts val="1600"/>
              </a:spcBef>
              <a:spcAft>
                <a:spcPts val="0"/>
              </a:spcAft>
              <a:buSzPts val="1400"/>
              <a:buChar char="○"/>
              <a:defRPr/>
            </a:lvl5pPr>
            <a:lvl6pPr lvl="5" rtl="0" algn="ctr">
              <a:lnSpc>
                <a:spcPct val="100000"/>
              </a:lnSpc>
              <a:spcBef>
                <a:spcPts val="1600"/>
              </a:spcBef>
              <a:spcAft>
                <a:spcPts val="0"/>
              </a:spcAft>
              <a:buSzPts val="1400"/>
              <a:buChar char="■"/>
              <a:defRPr/>
            </a:lvl6pPr>
            <a:lvl7pPr lvl="6" rtl="0" algn="ctr">
              <a:lnSpc>
                <a:spcPct val="100000"/>
              </a:lnSpc>
              <a:spcBef>
                <a:spcPts val="1600"/>
              </a:spcBef>
              <a:spcAft>
                <a:spcPts val="0"/>
              </a:spcAft>
              <a:buSzPts val="1400"/>
              <a:buChar char="●"/>
              <a:defRPr/>
            </a:lvl7pPr>
            <a:lvl8pPr lvl="7" rtl="0" algn="ctr">
              <a:lnSpc>
                <a:spcPct val="100000"/>
              </a:lnSpc>
              <a:spcBef>
                <a:spcPts val="1600"/>
              </a:spcBef>
              <a:spcAft>
                <a:spcPts val="0"/>
              </a:spcAft>
              <a:buSzPts val="1400"/>
              <a:buChar char="○"/>
              <a:defRPr/>
            </a:lvl8pPr>
            <a:lvl9pPr lvl="8" rtl="0" algn="ctr">
              <a:lnSpc>
                <a:spcPct val="100000"/>
              </a:lnSpc>
              <a:spcBef>
                <a:spcPts val="1600"/>
              </a:spcBef>
              <a:spcAft>
                <a:spcPts val="1600"/>
              </a:spcAft>
              <a:buSzPts val="1400"/>
              <a:buChar char="■"/>
              <a:defRPr/>
            </a:lvl9pPr>
          </a:lstStyle>
          <a:p/>
        </p:txBody>
      </p:sp>
      <p:pic>
        <p:nvPicPr>
          <p:cNvPr id="68" name="Google Shape;68;p10"/>
          <p:cNvPicPr preferRelativeResize="0"/>
          <p:nvPr/>
        </p:nvPicPr>
        <p:blipFill>
          <a:blip r:embed="rId2">
            <a:alphaModFix/>
          </a:blip>
          <a:stretch>
            <a:fillRect/>
          </a:stretch>
        </p:blipFill>
        <p:spPr>
          <a:xfrm rot="-3771544">
            <a:off x="-4681669" y="397202"/>
            <a:ext cx="8662983" cy="5143497"/>
          </a:xfrm>
          <a:prstGeom prst="rect">
            <a:avLst/>
          </a:prstGeom>
          <a:noFill/>
          <a:ln>
            <a:noFill/>
          </a:ln>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blipFill>
          <a:blip r:embed="rId2">
            <a:alphaModFix/>
          </a:blip>
          <a:stretch>
            <a:fillRect/>
          </a:stretch>
        </a:blipFill>
      </p:bgPr>
    </p:bg>
    <p:spTree>
      <p:nvGrpSpPr>
        <p:cNvPr id="69" name="Shape 69"/>
        <p:cNvGrpSpPr/>
        <p:nvPr/>
      </p:nvGrpSpPr>
      <p:grpSpPr>
        <a:xfrm>
          <a:off x="0" y="0"/>
          <a:ext cx="0" cy="0"/>
          <a:chOff x="0" y="0"/>
          <a:chExt cx="0" cy="0"/>
        </a:xfrm>
      </p:grpSpPr>
      <p:sp>
        <p:nvSpPr>
          <p:cNvPr id="70" name="Google Shape;70;p11"/>
          <p:cNvSpPr txBox="1"/>
          <p:nvPr>
            <p:ph type="title"/>
          </p:nvPr>
        </p:nvSpPr>
        <p:spPr>
          <a:xfrm>
            <a:off x="1296225" y="1385975"/>
            <a:ext cx="6551700" cy="23715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72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p:txBody>
      </p:sp>
      <p:sp>
        <p:nvSpPr>
          <p:cNvPr id="71" name="Google Shape;71;p11"/>
          <p:cNvSpPr/>
          <p:nvPr/>
        </p:nvSpPr>
        <p:spPr>
          <a:xfrm flipH="1" rot="5400000">
            <a:off x="-739502" y="522530"/>
            <a:ext cx="1459500" cy="1459500"/>
          </a:xfrm>
          <a:prstGeom prst="blockArc">
            <a:avLst>
              <a:gd fmla="val 10800000" name="adj1"/>
              <a:gd fmla="val 0" name="adj2"/>
              <a:gd fmla="val 25000" name="adj3"/>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2" name="Google Shape;72;p11"/>
          <p:cNvPicPr preferRelativeResize="0"/>
          <p:nvPr/>
        </p:nvPicPr>
        <p:blipFill>
          <a:blip r:embed="rId3">
            <a:alphaModFix amt="50000"/>
          </a:blip>
          <a:stretch>
            <a:fillRect/>
          </a:stretch>
        </p:blipFill>
        <p:spPr>
          <a:xfrm flipH="1" rot="-301824">
            <a:off x="3057193" y="3158658"/>
            <a:ext cx="6368501" cy="3096200"/>
          </a:xfrm>
          <a:prstGeom prst="rect">
            <a:avLst/>
          </a:prstGeom>
          <a:noFill/>
          <a:ln>
            <a:noFill/>
          </a:ln>
        </p:spPr>
      </p:pic>
      <p:sp>
        <p:nvSpPr>
          <p:cNvPr id="73" name="Google Shape;73;p11"/>
          <p:cNvSpPr/>
          <p:nvPr/>
        </p:nvSpPr>
        <p:spPr>
          <a:xfrm flipH="1" rot="7123067">
            <a:off x="279705" y="1739546"/>
            <a:ext cx="242874" cy="242874"/>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11"/>
          <p:cNvSpPr/>
          <p:nvPr/>
        </p:nvSpPr>
        <p:spPr>
          <a:xfrm flipH="1" rot="7127197">
            <a:off x="8828092" y="2834262"/>
            <a:ext cx="186897" cy="186897"/>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11"/>
          <p:cNvSpPr/>
          <p:nvPr/>
        </p:nvSpPr>
        <p:spPr>
          <a:xfrm flipH="1" rot="7122820">
            <a:off x="5593877" y="4846713"/>
            <a:ext cx="186082" cy="186082"/>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1"/>
          <p:cNvSpPr/>
          <p:nvPr/>
        </p:nvSpPr>
        <p:spPr>
          <a:xfrm flipH="1" rot="7125777">
            <a:off x="394816" y="508041"/>
            <a:ext cx="566724" cy="566724"/>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blipFill>
          <a:blip r:embed="rId2">
            <a:alphaModFix/>
          </a:blip>
          <a:stretch>
            <a:fillRect/>
          </a:stretch>
        </a:blipFill>
      </p:bgPr>
    </p:bg>
    <p:spTree>
      <p:nvGrpSpPr>
        <p:cNvPr id="77" name="Shape 77"/>
        <p:cNvGrpSpPr/>
        <p:nvPr/>
      </p:nvGrpSpPr>
      <p:grpSpPr>
        <a:xfrm>
          <a:off x="0" y="0"/>
          <a:ext cx="0" cy="0"/>
          <a:chOff x="0" y="0"/>
          <a:chExt cx="0" cy="0"/>
        </a:xfrm>
      </p:grpSpPr>
      <p:sp>
        <p:nvSpPr>
          <p:cNvPr id="78" name="Google Shape;78;p12"/>
          <p:cNvSpPr txBox="1"/>
          <p:nvPr>
            <p:ph type="title"/>
          </p:nvPr>
        </p:nvSpPr>
        <p:spPr>
          <a:xfrm>
            <a:off x="1617000" y="1317613"/>
            <a:ext cx="5910000" cy="15294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600"/>
              <a:buNone/>
              <a:defRPr sz="12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9" name="Google Shape;79;p12"/>
          <p:cNvSpPr txBox="1"/>
          <p:nvPr>
            <p:ph idx="1" type="subTitle"/>
          </p:nvPr>
        </p:nvSpPr>
        <p:spPr>
          <a:xfrm>
            <a:off x="1617000" y="3207288"/>
            <a:ext cx="5910000" cy="61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80" name="Google Shape;80;p12"/>
          <p:cNvGrpSpPr/>
          <p:nvPr/>
        </p:nvGrpSpPr>
        <p:grpSpPr>
          <a:xfrm>
            <a:off x="-380627" y="-1174647"/>
            <a:ext cx="10272698" cy="6121451"/>
            <a:chOff x="-380627" y="-1174647"/>
            <a:chExt cx="10272698" cy="6121451"/>
          </a:xfrm>
        </p:grpSpPr>
        <p:sp>
          <p:nvSpPr>
            <p:cNvPr id="81" name="Google Shape;81;p12"/>
            <p:cNvSpPr/>
            <p:nvPr/>
          </p:nvSpPr>
          <p:spPr>
            <a:xfrm flipH="1" rot="-5400000">
              <a:off x="8432571" y="3371427"/>
              <a:ext cx="1459500" cy="1459500"/>
            </a:xfrm>
            <a:prstGeom prst="blockArc">
              <a:avLst>
                <a:gd fmla="val 10800000" name="adj1"/>
                <a:gd fmla="val 0" name="adj2"/>
                <a:gd fmla="val 25000" name="adj3"/>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2" name="Google Shape;82;p12"/>
            <p:cNvPicPr preferRelativeResize="0"/>
            <p:nvPr/>
          </p:nvPicPr>
          <p:blipFill>
            <a:blip r:embed="rId3">
              <a:alphaModFix amt="50000"/>
            </a:blip>
            <a:stretch>
              <a:fillRect/>
            </a:stretch>
          </p:blipFill>
          <p:spPr>
            <a:xfrm flipH="1" rot="10498176">
              <a:off x="-257149" y="-901401"/>
              <a:ext cx="6368501" cy="3096200"/>
            </a:xfrm>
            <a:prstGeom prst="rect">
              <a:avLst/>
            </a:prstGeom>
            <a:noFill/>
            <a:ln>
              <a:noFill/>
            </a:ln>
          </p:spPr>
        </p:pic>
        <p:sp>
          <p:nvSpPr>
            <p:cNvPr id="83" name="Google Shape;83;p12"/>
            <p:cNvSpPr/>
            <p:nvPr/>
          </p:nvSpPr>
          <p:spPr>
            <a:xfrm flipH="1" rot="-3676933">
              <a:off x="8645965" y="3371037"/>
              <a:ext cx="242874" cy="242874"/>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12"/>
            <p:cNvSpPr/>
            <p:nvPr/>
          </p:nvSpPr>
          <p:spPr>
            <a:xfrm flipH="1" rot="-3672803">
              <a:off x="153556" y="2332298"/>
              <a:ext cx="186897" cy="186897"/>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12"/>
            <p:cNvSpPr/>
            <p:nvPr/>
          </p:nvSpPr>
          <p:spPr>
            <a:xfrm flipH="1" rot="-3677180">
              <a:off x="3388586" y="320662"/>
              <a:ext cx="186082" cy="186082"/>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12"/>
            <p:cNvSpPr/>
            <p:nvPr/>
          </p:nvSpPr>
          <p:spPr>
            <a:xfrm flipH="1" rot="-3674223">
              <a:off x="8207005" y="4278692"/>
              <a:ext cx="566724" cy="566724"/>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accent1"/>
        </a:solidFill>
      </p:bgPr>
    </p:bg>
    <p:spTree>
      <p:nvGrpSpPr>
        <p:cNvPr id="87" name="Shape 87"/>
        <p:cNvGrpSpPr/>
        <p:nvPr/>
      </p:nvGrpSpPr>
      <p:grpSpPr>
        <a:xfrm>
          <a:off x="0" y="0"/>
          <a:ext cx="0" cy="0"/>
          <a:chOff x="0" y="0"/>
          <a:chExt cx="0" cy="0"/>
        </a:xfrm>
      </p:grpSpPr>
      <p:sp>
        <p:nvSpPr>
          <p:cNvPr id="88" name="Google Shape;88;p13"/>
          <p:cNvSpPr txBox="1"/>
          <p:nvPr>
            <p:ph type="title"/>
          </p:nvPr>
        </p:nvSpPr>
        <p:spPr>
          <a:xfrm>
            <a:off x="1235775" y="709675"/>
            <a:ext cx="4049700" cy="2540700"/>
          </a:xfrm>
          <a:prstGeom prst="rect">
            <a:avLst/>
          </a:prstGeom>
          <a:noFill/>
          <a:ln>
            <a:noFill/>
          </a:ln>
        </p:spPr>
        <p:txBody>
          <a:bodyPr anchorCtr="0" anchor="t" bIns="91425" lIns="91425" spcFirstLastPara="1" rIns="91425" wrap="square" tIns="91425">
            <a:noAutofit/>
          </a:bodyPr>
          <a:lstStyle>
            <a:lvl1pPr lvl="0" rtl="0" algn="l">
              <a:spcBef>
                <a:spcPts val="0"/>
              </a:spcBef>
              <a:spcAft>
                <a:spcPts val="0"/>
              </a:spcAft>
              <a:buSzPts val="2800"/>
              <a:buNone/>
              <a:defRPr sz="37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9" name="Google Shape;89;p13"/>
          <p:cNvSpPr/>
          <p:nvPr/>
        </p:nvSpPr>
        <p:spPr>
          <a:xfrm>
            <a:off x="-13925" y="-21275"/>
            <a:ext cx="9185100" cy="5189700"/>
          </a:xfrm>
          <a:prstGeom prst="rect">
            <a:avLst/>
          </a:prstGeom>
          <a:gradFill>
            <a:gsLst>
              <a:gs pos="0">
                <a:srgbClr val="AADDE0">
                  <a:alpha val="32941"/>
                </a:srgbClr>
              </a:gs>
              <a:gs pos="100000">
                <a:srgbClr val="5B3B5A">
                  <a:alpha val="29411"/>
                </a:srgbClr>
              </a:gs>
            </a:gsLst>
            <a:lin ang="5400012" scaled="0"/>
          </a:gra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3"/>
          <p:cNvSpPr/>
          <p:nvPr/>
        </p:nvSpPr>
        <p:spPr>
          <a:xfrm rot="5400000">
            <a:off x="-932578" y="128775"/>
            <a:ext cx="1866300" cy="1866300"/>
          </a:xfrm>
          <a:prstGeom prst="blockArc">
            <a:avLst>
              <a:gd fmla="val 10800000" name="adj1"/>
              <a:gd fmla="val 0" name="adj2"/>
              <a:gd fmla="val 25000" name="adj3"/>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13"/>
          <p:cNvSpPr/>
          <p:nvPr/>
        </p:nvSpPr>
        <p:spPr>
          <a:xfrm rot="5400000">
            <a:off x="-613779" y="1149455"/>
            <a:ext cx="1228500" cy="1228500"/>
          </a:xfrm>
          <a:prstGeom prst="blockArc">
            <a:avLst>
              <a:gd fmla="val 10800000" name="adj1"/>
              <a:gd fmla="val 0" name="adj2"/>
              <a:gd fmla="val 25000" name="adj3"/>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3"/>
          <p:cNvSpPr/>
          <p:nvPr/>
        </p:nvSpPr>
        <p:spPr>
          <a:xfrm flipH="1" rot="-5400000">
            <a:off x="8543093" y="3874842"/>
            <a:ext cx="1228500" cy="1228500"/>
          </a:xfrm>
          <a:prstGeom prst="blockArc">
            <a:avLst>
              <a:gd fmla="val 10610774" name="adj1"/>
              <a:gd fmla="val 0" name="adj2"/>
              <a:gd fmla="val 25000" name="adj3"/>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3"/>
          <p:cNvSpPr/>
          <p:nvPr/>
        </p:nvSpPr>
        <p:spPr>
          <a:xfrm flipH="1" rot="-9073212">
            <a:off x="8826918" y="4210363"/>
            <a:ext cx="194415" cy="194415"/>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3"/>
          <p:cNvSpPr/>
          <p:nvPr/>
        </p:nvSpPr>
        <p:spPr>
          <a:xfrm rot="-1725094">
            <a:off x="609723" y="336218"/>
            <a:ext cx="495829" cy="495829"/>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blipFill>
          <a:blip r:embed="rId2">
            <a:alphaModFix/>
          </a:blip>
          <a:stretch>
            <a:fillRect/>
          </a:stretch>
        </a:blipFill>
      </p:bgPr>
    </p:bg>
    <p:spTree>
      <p:nvGrpSpPr>
        <p:cNvPr id="95" name="Shape 95"/>
        <p:cNvGrpSpPr/>
        <p:nvPr/>
      </p:nvGrpSpPr>
      <p:grpSpPr>
        <a:xfrm>
          <a:off x="0" y="0"/>
          <a:ext cx="0" cy="0"/>
          <a:chOff x="0" y="0"/>
          <a:chExt cx="0" cy="0"/>
        </a:xfrm>
      </p:grpSpPr>
      <p:sp>
        <p:nvSpPr>
          <p:cNvPr id="96" name="Google Shape;96;p14"/>
          <p:cNvSpPr txBox="1"/>
          <p:nvPr>
            <p:ph hasCustomPrompt="1" type="title"/>
          </p:nvPr>
        </p:nvSpPr>
        <p:spPr>
          <a:xfrm rot="350">
            <a:off x="1625221" y="1688503"/>
            <a:ext cx="5893500" cy="1511100"/>
          </a:xfrm>
          <a:prstGeom prst="rect">
            <a:avLst/>
          </a:prstGeom>
          <a:noFill/>
          <a:ln>
            <a:noFill/>
          </a:ln>
        </p:spPr>
        <p:txBody>
          <a:bodyPr anchorCtr="0" anchor="b" bIns="91425" lIns="91425" spcFirstLastPara="1" rIns="91425" wrap="square" tIns="91425">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7" name="Google Shape;97;p14"/>
          <p:cNvSpPr txBox="1"/>
          <p:nvPr>
            <p:ph idx="1" type="subTitle"/>
          </p:nvPr>
        </p:nvSpPr>
        <p:spPr>
          <a:xfrm>
            <a:off x="2189825" y="3199902"/>
            <a:ext cx="4764300" cy="6528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pic>
        <p:nvPicPr>
          <p:cNvPr id="98" name="Google Shape;98;p14"/>
          <p:cNvPicPr preferRelativeResize="0"/>
          <p:nvPr/>
        </p:nvPicPr>
        <p:blipFill>
          <a:blip r:embed="rId3">
            <a:alphaModFix/>
          </a:blip>
          <a:stretch>
            <a:fillRect/>
          </a:stretch>
        </p:blipFill>
        <p:spPr>
          <a:xfrm flipH="1" rot="-1099987">
            <a:off x="-1236717" y="-2869776"/>
            <a:ext cx="8662985" cy="5143499"/>
          </a:xfrm>
          <a:prstGeom prst="rect">
            <a:avLst/>
          </a:prstGeom>
          <a:noFill/>
          <a:ln>
            <a:noFill/>
          </a:ln>
        </p:spPr>
      </p:pic>
      <p:sp>
        <p:nvSpPr>
          <p:cNvPr id="99" name="Google Shape;99;p14"/>
          <p:cNvSpPr/>
          <p:nvPr/>
        </p:nvSpPr>
        <p:spPr>
          <a:xfrm flipH="1" rot="10800000">
            <a:off x="3523408" y="-743695"/>
            <a:ext cx="1482300" cy="1482300"/>
          </a:xfrm>
          <a:prstGeom prst="blockArc">
            <a:avLst>
              <a:gd fmla="val 10800000" name="adj1"/>
              <a:gd fmla="val 0" name="adj2"/>
              <a:gd fmla="val 25000" name="adj3"/>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4"/>
          <p:cNvSpPr/>
          <p:nvPr/>
        </p:nvSpPr>
        <p:spPr>
          <a:xfrm flipH="1" rot="7129346">
            <a:off x="5512285" y="892531"/>
            <a:ext cx="129435" cy="129435"/>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4"/>
          <p:cNvSpPr/>
          <p:nvPr/>
        </p:nvSpPr>
        <p:spPr>
          <a:xfrm flipH="1" rot="7129346">
            <a:off x="3437310" y="23181"/>
            <a:ext cx="129435" cy="129435"/>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14"/>
          <p:cNvSpPr/>
          <p:nvPr/>
        </p:nvSpPr>
        <p:spPr>
          <a:xfrm flipH="1" rot="7129346">
            <a:off x="7106585" y="198981"/>
            <a:ext cx="129435" cy="129435"/>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4"/>
          <p:cNvSpPr/>
          <p:nvPr/>
        </p:nvSpPr>
        <p:spPr>
          <a:xfrm flipH="1" rot="7129346">
            <a:off x="798535" y="1945656"/>
            <a:ext cx="129435" cy="129435"/>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04" name="Shape 104"/>
        <p:cNvGrpSpPr/>
        <p:nvPr/>
      </p:nvGrpSpPr>
      <p:grpSpPr>
        <a:xfrm>
          <a:off x="0" y="0"/>
          <a:ext cx="0" cy="0"/>
          <a:chOff x="0" y="0"/>
          <a:chExt cx="0" cy="0"/>
        </a:xfrm>
      </p:grpSpPr>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gradFill>
          <a:gsLst>
            <a:gs pos="0">
              <a:schemeClr val="accent2"/>
            </a:gs>
            <a:gs pos="100000">
              <a:schemeClr val="accent4"/>
            </a:gs>
          </a:gsLst>
          <a:lin ang="2698631" scaled="0"/>
        </a:gradFill>
      </p:bgPr>
    </p:bg>
    <p:spTree>
      <p:nvGrpSpPr>
        <p:cNvPr id="105" name="Shape 105"/>
        <p:cNvGrpSpPr/>
        <p:nvPr/>
      </p:nvGrpSpPr>
      <p:grpSpPr>
        <a:xfrm>
          <a:off x="0" y="0"/>
          <a:ext cx="0" cy="0"/>
          <a:chOff x="0" y="0"/>
          <a:chExt cx="0" cy="0"/>
        </a:xfrm>
      </p:grpSpPr>
      <p:sp>
        <p:nvSpPr>
          <p:cNvPr id="106" name="Google Shape;106;p16"/>
          <p:cNvSpPr txBox="1"/>
          <p:nvPr>
            <p:ph type="title"/>
          </p:nvPr>
        </p:nvSpPr>
        <p:spPr>
          <a:xfrm>
            <a:off x="737075" y="1241975"/>
            <a:ext cx="2900700" cy="4509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400"/>
              <a:buNone/>
              <a:defRPr sz="20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107" name="Google Shape;107;p16"/>
          <p:cNvSpPr txBox="1"/>
          <p:nvPr>
            <p:ph idx="1" type="subTitle"/>
          </p:nvPr>
        </p:nvSpPr>
        <p:spPr>
          <a:xfrm>
            <a:off x="720150" y="1688375"/>
            <a:ext cx="2336400" cy="527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1600"/>
              </a:spcBef>
              <a:spcAft>
                <a:spcPts val="0"/>
              </a:spcAft>
              <a:buSzPts val="1400"/>
              <a:buNone/>
              <a:defRPr/>
            </a:lvl3pPr>
            <a:lvl4pPr lvl="3" rtl="0" algn="r">
              <a:lnSpc>
                <a:spcPct val="100000"/>
              </a:lnSpc>
              <a:spcBef>
                <a:spcPts val="1600"/>
              </a:spcBef>
              <a:spcAft>
                <a:spcPts val="0"/>
              </a:spcAft>
              <a:buSzPts val="1400"/>
              <a:buNone/>
              <a:defRPr/>
            </a:lvl4pPr>
            <a:lvl5pPr lvl="4" rtl="0" algn="r">
              <a:lnSpc>
                <a:spcPct val="100000"/>
              </a:lnSpc>
              <a:spcBef>
                <a:spcPts val="1600"/>
              </a:spcBef>
              <a:spcAft>
                <a:spcPts val="0"/>
              </a:spcAft>
              <a:buSzPts val="1400"/>
              <a:buNone/>
              <a:defRPr/>
            </a:lvl5pPr>
            <a:lvl6pPr lvl="5" rtl="0" algn="r">
              <a:lnSpc>
                <a:spcPct val="100000"/>
              </a:lnSpc>
              <a:spcBef>
                <a:spcPts val="1600"/>
              </a:spcBef>
              <a:spcAft>
                <a:spcPts val="0"/>
              </a:spcAft>
              <a:buSzPts val="1400"/>
              <a:buNone/>
              <a:defRPr/>
            </a:lvl6pPr>
            <a:lvl7pPr lvl="6" rtl="0" algn="r">
              <a:lnSpc>
                <a:spcPct val="100000"/>
              </a:lnSpc>
              <a:spcBef>
                <a:spcPts val="1600"/>
              </a:spcBef>
              <a:spcAft>
                <a:spcPts val="0"/>
              </a:spcAft>
              <a:buSzPts val="1400"/>
              <a:buNone/>
              <a:defRPr/>
            </a:lvl7pPr>
            <a:lvl8pPr lvl="7" rtl="0" algn="r">
              <a:lnSpc>
                <a:spcPct val="100000"/>
              </a:lnSpc>
              <a:spcBef>
                <a:spcPts val="1600"/>
              </a:spcBef>
              <a:spcAft>
                <a:spcPts val="0"/>
              </a:spcAft>
              <a:buSzPts val="1400"/>
              <a:buNone/>
              <a:defRPr/>
            </a:lvl8pPr>
            <a:lvl9pPr lvl="8" rtl="0" algn="r">
              <a:lnSpc>
                <a:spcPct val="100000"/>
              </a:lnSpc>
              <a:spcBef>
                <a:spcPts val="1600"/>
              </a:spcBef>
              <a:spcAft>
                <a:spcPts val="1600"/>
              </a:spcAft>
              <a:buSzPts val="1400"/>
              <a:buNone/>
              <a:defRPr/>
            </a:lvl9pPr>
          </a:lstStyle>
          <a:p/>
        </p:txBody>
      </p:sp>
      <p:sp>
        <p:nvSpPr>
          <p:cNvPr id="108" name="Google Shape;108;p16"/>
          <p:cNvSpPr txBox="1"/>
          <p:nvPr>
            <p:ph hasCustomPrompt="1" idx="2" type="title"/>
          </p:nvPr>
        </p:nvSpPr>
        <p:spPr>
          <a:xfrm rot="1446">
            <a:off x="4746002" y="1271685"/>
            <a:ext cx="713100" cy="3933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09" name="Google Shape;109;p16"/>
          <p:cNvSpPr txBox="1"/>
          <p:nvPr>
            <p:ph hasCustomPrompt="1" idx="3" type="title"/>
          </p:nvPr>
        </p:nvSpPr>
        <p:spPr>
          <a:xfrm>
            <a:off x="3683077" y="2482099"/>
            <a:ext cx="713100" cy="3933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10" name="Google Shape;110;p16"/>
          <p:cNvSpPr txBox="1"/>
          <p:nvPr>
            <p:ph hasCustomPrompt="1" idx="4" type="title"/>
          </p:nvPr>
        </p:nvSpPr>
        <p:spPr>
          <a:xfrm>
            <a:off x="3683077" y="3692400"/>
            <a:ext cx="713100" cy="3933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11" name="Google Shape;111;p16"/>
          <p:cNvSpPr txBox="1"/>
          <p:nvPr>
            <p:ph idx="5" type="title"/>
          </p:nvPr>
        </p:nvSpPr>
        <p:spPr>
          <a:xfrm>
            <a:off x="720156" y="2456165"/>
            <a:ext cx="2898600" cy="4482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400"/>
              <a:buNone/>
              <a:defRPr sz="20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112" name="Google Shape;112;p16"/>
          <p:cNvSpPr txBox="1"/>
          <p:nvPr>
            <p:ph idx="6" type="subTitle"/>
          </p:nvPr>
        </p:nvSpPr>
        <p:spPr>
          <a:xfrm>
            <a:off x="720150" y="2903463"/>
            <a:ext cx="2336400" cy="530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1600"/>
              </a:spcBef>
              <a:spcAft>
                <a:spcPts val="0"/>
              </a:spcAft>
              <a:buSzPts val="1400"/>
              <a:buNone/>
              <a:defRPr/>
            </a:lvl3pPr>
            <a:lvl4pPr lvl="3" rtl="0" algn="r">
              <a:lnSpc>
                <a:spcPct val="100000"/>
              </a:lnSpc>
              <a:spcBef>
                <a:spcPts val="1600"/>
              </a:spcBef>
              <a:spcAft>
                <a:spcPts val="0"/>
              </a:spcAft>
              <a:buSzPts val="1400"/>
              <a:buNone/>
              <a:defRPr/>
            </a:lvl4pPr>
            <a:lvl5pPr lvl="4" rtl="0" algn="r">
              <a:lnSpc>
                <a:spcPct val="100000"/>
              </a:lnSpc>
              <a:spcBef>
                <a:spcPts val="1600"/>
              </a:spcBef>
              <a:spcAft>
                <a:spcPts val="0"/>
              </a:spcAft>
              <a:buSzPts val="1400"/>
              <a:buNone/>
              <a:defRPr/>
            </a:lvl5pPr>
            <a:lvl6pPr lvl="5" rtl="0" algn="r">
              <a:lnSpc>
                <a:spcPct val="100000"/>
              </a:lnSpc>
              <a:spcBef>
                <a:spcPts val="1600"/>
              </a:spcBef>
              <a:spcAft>
                <a:spcPts val="0"/>
              </a:spcAft>
              <a:buSzPts val="1400"/>
              <a:buNone/>
              <a:defRPr/>
            </a:lvl6pPr>
            <a:lvl7pPr lvl="6" rtl="0" algn="r">
              <a:lnSpc>
                <a:spcPct val="100000"/>
              </a:lnSpc>
              <a:spcBef>
                <a:spcPts val="1600"/>
              </a:spcBef>
              <a:spcAft>
                <a:spcPts val="0"/>
              </a:spcAft>
              <a:buSzPts val="1400"/>
              <a:buNone/>
              <a:defRPr/>
            </a:lvl7pPr>
            <a:lvl8pPr lvl="7" rtl="0" algn="r">
              <a:lnSpc>
                <a:spcPct val="100000"/>
              </a:lnSpc>
              <a:spcBef>
                <a:spcPts val="1600"/>
              </a:spcBef>
              <a:spcAft>
                <a:spcPts val="0"/>
              </a:spcAft>
              <a:buSzPts val="1400"/>
              <a:buNone/>
              <a:defRPr/>
            </a:lvl8pPr>
            <a:lvl9pPr lvl="8" rtl="0" algn="r">
              <a:lnSpc>
                <a:spcPct val="100000"/>
              </a:lnSpc>
              <a:spcBef>
                <a:spcPts val="1600"/>
              </a:spcBef>
              <a:spcAft>
                <a:spcPts val="1600"/>
              </a:spcAft>
              <a:buSzPts val="1400"/>
              <a:buNone/>
              <a:defRPr/>
            </a:lvl9pPr>
          </a:lstStyle>
          <a:p/>
        </p:txBody>
      </p:sp>
      <p:sp>
        <p:nvSpPr>
          <p:cNvPr id="113" name="Google Shape;113;p16"/>
          <p:cNvSpPr txBox="1"/>
          <p:nvPr>
            <p:ph idx="7" type="title"/>
          </p:nvPr>
        </p:nvSpPr>
        <p:spPr>
          <a:xfrm>
            <a:off x="720156" y="3663340"/>
            <a:ext cx="2898600" cy="4482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400"/>
              <a:buNone/>
              <a:defRPr sz="20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114" name="Google Shape;114;p16"/>
          <p:cNvSpPr txBox="1"/>
          <p:nvPr>
            <p:ph idx="8" type="subTitle"/>
          </p:nvPr>
        </p:nvSpPr>
        <p:spPr>
          <a:xfrm>
            <a:off x="720150" y="4111538"/>
            <a:ext cx="2336400" cy="530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1600"/>
              </a:spcBef>
              <a:spcAft>
                <a:spcPts val="0"/>
              </a:spcAft>
              <a:buSzPts val="1400"/>
              <a:buNone/>
              <a:defRPr/>
            </a:lvl3pPr>
            <a:lvl4pPr lvl="3" rtl="0" algn="r">
              <a:lnSpc>
                <a:spcPct val="100000"/>
              </a:lnSpc>
              <a:spcBef>
                <a:spcPts val="1600"/>
              </a:spcBef>
              <a:spcAft>
                <a:spcPts val="0"/>
              </a:spcAft>
              <a:buSzPts val="1400"/>
              <a:buNone/>
              <a:defRPr/>
            </a:lvl4pPr>
            <a:lvl5pPr lvl="4" rtl="0" algn="r">
              <a:lnSpc>
                <a:spcPct val="100000"/>
              </a:lnSpc>
              <a:spcBef>
                <a:spcPts val="1600"/>
              </a:spcBef>
              <a:spcAft>
                <a:spcPts val="0"/>
              </a:spcAft>
              <a:buSzPts val="1400"/>
              <a:buNone/>
              <a:defRPr/>
            </a:lvl5pPr>
            <a:lvl6pPr lvl="5" rtl="0" algn="r">
              <a:lnSpc>
                <a:spcPct val="100000"/>
              </a:lnSpc>
              <a:spcBef>
                <a:spcPts val="1600"/>
              </a:spcBef>
              <a:spcAft>
                <a:spcPts val="0"/>
              </a:spcAft>
              <a:buSzPts val="1400"/>
              <a:buNone/>
              <a:defRPr/>
            </a:lvl6pPr>
            <a:lvl7pPr lvl="6" rtl="0" algn="r">
              <a:lnSpc>
                <a:spcPct val="100000"/>
              </a:lnSpc>
              <a:spcBef>
                <a:spcPts val="1600"/>
              </a:spcBef>
              <a:spcAft>
                <a:spcPts val="0"/>
              </a:spcAft>
              <a:buSzPts val="1400"/>
              <a:buNone/>
              <a:defRPr/>
            </a:lvl7pPr>
            <a:lvl8pPr lvl="7" rtl="0" algn="r">
              <a:lnSpc>
                <a:spcPct val="100000"/>
              </a:lnSpc>
              <a:spcBef>
                <a:spcPts val="1600"/>
              </a:spcBef>
              <a:spcAft>
                <a:spcPts val="0"/>
              </a:spcAft>
              <a:buSzPts val="1400"/>
              <a:buNone/>
              <a:defRPr/>
            </a:lvl8pPr>
            <a:lvl9pPr lvl="8" rtl="0" algn="r">
              <a:lnSpc>
                <a:spcPct val="100000"/>
              </a:lnSpc>
              <a:spcBef>
                <a:spcPts val="1600"/>
              </a:spcBef>
              <a:spcAft>
                <a:spcPts val="1600"/>
              </a:spcAft>
              <a:buSzPts val="1400"/>
              <a:buNone/>
              <a:defRPr/>
            </a:lvl9pPr>
          </a:lstStyle>
          <a:p/>
        </p:txBody>
      </p:sp>
      <p:sp>
        <p:nvSpPr>
          <p:cNvPr id="115" name="Google Shape;115;p16"/>
          <p:cNvSpPr txBox="1"/>
          <p:nvPr>
            <p:ph idx="9" type="title"/>
          </p:nvPr>
        </p:nvSpPr>
        <p:spPr>
          <a:xfrm>
            <a:off x="5527081" y="3649365"/>
            <a:ext cx="2898600" cy="448200"/>
          </a:xfrm>
          <a:prstGeom prst="rect">
            <a:avLst/>
          </a:prstGeom>
          <a:noFill/>
          <a:ln>
            <a:noFill/>
          </a:ln>
        </p:spPr>
        <p:txBody>
          <a:bodyPr anchorCtr="0" anchor="ctr" bIns="91425" lIns="91425" spcFirstLastPara="1" rIns="91425" wrap="square" tIns="91425">
            <a:noAutofit/>
          </a:bodyPr>
          <a:lstStyle>
            <a:lvl1pPr lvl="0" rtl="0" algn="r">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16" name="Google Shape;116;p16"/>
          <p:cNvSpPr txBox="1"/>
          <p:nvPr>
            <p:ph idx="13" type="subTitle"/>
          </p:nvPr>
        </p:nvSpPr>
        <p:spPr>
          <a:xfrm>
            <a:off x="6087600" y="4111538"/>
            <a:ext cx="2336400" cy="530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117" name="Google Shape;117;p16"/>
          <p:cNvSpPr txBox="1"/>
          <p:nvPr>
            <p:ph idx="14" type="title"/>
          </p:nvPr>
        </p:nvSpPr>
        <p:spPr>
          <a:xfrm>
            <a:off x="5527081" y="2456165"/>
            <a:ext cx="2898600" cy="448200"/>
          </a:xfrm>
          <a:prstGeom prst="rect">
            <a:avLst/>
          </a:prstGeom>
          <a:noFill/>
          <a:ln>
            <a:noFill/>
          </a:ln>
        </p:spPr>
        <p:txBody>
          <a:bodyPr anchorCtr="0" anchor="ctr" bIns="91425" lIns="91425" spcFirstLastPara="1" rIns="91425" wrap="square" tIns="91425">
            <a:noAutofit/>
          </a:bodyPr>
          <a:lstStyle>
            <a:lvl1pPr lvl="0" rtl="0" algn="r">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18" name="Google Shape;118;p16"/>
          <p:cNvSpPr txBox="1"/>
          <p:nvPr>
            <p:ph idx="15" type="subTitle"/>
          </p:nvPr>
        </p:nvSpPr>
        <p:spPr>
          <a:xfrm>
            <a:off x="6087600" y="2903463"/>
            <a:ext cx="2336400" cy="530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119" name="Google Shape;119;p16"/>
          <p:cNvSpPr txBox="1"/>
          <p:nvPr>
            <p:ph idx="16" type="title"/>
          </p:nvPr>
        </p:nvSpPr>
        <p:spPr>
          <a:xfrm>
            <a:off x="5527081" y="1243315"/>
            <a:ext cx="2898600" cy="448200"/>
          </a:xfrm>
          <a:prstGeom prst="rect">
            <a:avLst/>
          </a:prstGeom>
          <a:noFill/>
          <a:ln>
            <a:noFill/>
          </a:ln>
        </p:spPr>
        <p:txBody>
          <a:bodyPr anchorCtr="0" anchor="ctr" bIns="91425" lIns="91425" spcFirstLastPara="1" rIns="91425" wrap="square" tIns="91425">
            <a:noAutofit/>
          </a:bodyPr>
          <a:lstStyle>
            <a:lvl1pPr lvl="0" rtl="0" algn="r">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20" name="Google Shape;120;p16"/>
          <p:cNvSpPr txBox="1"/>
          <p:nvPr>
            <p:ph idx="17" type="subTitle"/>
          </p:nvPr>
        </p:nvSpPr>
        <p:spPr>
          <a:xfrm>
            <a:off x="6087600" y="1687013"/>
            <a:ext cx="2336400" cy="530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121" name="Google Shape;121;p16"/>
          <p:cNvSpPr txBox="1"/>
          <p:nvPr>
            <p:ph hasCustomPrompt="1" idx="18" type="title"/>
          </p:nvPr>
        </p:nvSpPr>
        <p:spPr>
          <a:xfrm rot="1444">
            <a:off x="3682627" y="1270785"/>
            <a:ext cx="714000" cy="3951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22" name="Google Shape;122;p16"/>
          <p:cNvSpPr txBox="1"/>
          <p:nvPr>
            <p:ph hasCustomPrompt="1" idx="19" type="title"/>
          </p:nvPr>
        </p:nvSpPr>
        <p:spPr>
          <a:xfrm rot="1446">
            <a:off x="4746002" y="2482099"/>
            <a:ext cx="713100" cy="3933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23" name="Google Shape;123;p16"/>
          <p:cNvSpPr txBox="1"/>
          <p:nvPr>
            <p:ph hasCustomPrompt="1" idx="20" type="title"/>
          </p:nvPr>
        </p:nvSpPr>
        <p:spPr>
          <a:xfrm rot="1446">
            <a:off x="4746002" y="3692400"/>
            <a:ext cx="713100" cy="3933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24" name="Google Shape;124;p16"/>
          <p:cNvSpPr txBox="1"/>
          <p:nvPr>
            <p:ph idx="21" type="title"/>
          </p:nvPr>
        </p:nvSpPr>
        <p:spPr>
          <a:xfrm>
            <a:off x="720000" y="595950"/>
            <a:ext cx="7704000" cy="3282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pic>
        <p:nvPicPr>
          <p:cNvPr id="125" name="Google Shape;125;p16"/>
          <p:cNvPicPr preferRelativeResize="0"/>
          <p:nvPr/>
        </p:nvPicPr>
        <p:blipFill>
          <a:blip r:embed="rId2">
            <a:alphaModFix/>
          </a:blip>
          <a:stretch>
            <a:fillRect/>
          </a:stretch>
        </p:blipFill>
        <p:spPr>
          <a:xfrm flipH="1" rot="6055276">
            <a:off x="-1736979" y="-1077849"/>
            <a:ext cx="6190999" cy="3675799"/>
          </a:xfrm>
          <a:prstGeom prst="rect">
            <a:avLst/>
          </a:prstGeom>
          <a:noFill/>
          <a:ln>
            <a:noFill/>
          </a:ln>
        </p:spPr>
      </p:pic>
      <p:pic>
        <p:nvPicPr>
          <p:cNvPr id="126" name="Google Shape;126;p16"/>
          <p:cNvPicPr preferRelativeResize="0"/>
          <p:nvPr/>
        </p:nvPicPr>
        <p:blipFill>
          <a:blip r:embed="rId2">
            <a:alphaModFix/>
          </a:blip>
          <a:stretch>
            <a:fillRect/>
          </a:stretch>
        </p:blipFill>
        <p:spPr>
          <a:xfrm flipH="1" rot="9266930">
            <a:off x="4081972" y="4543876"/>
            <a:ext cx="6190998" cy="3675799"/>
          </a:xfrm>
          <a:prstGeom prst="rect">
            <a:avLst/>
          </a:prstGeom>
          <a:noFill/>
          <a:ln>
            <a:noFill/>
          </a:ln>
        </p:spPr>
      </p:pic>
      <p:sp>
        <p:nvSpPr>
          <p:cNvPr id="127" name="Google Shape;127;p16"/>
          <p:cNvSpPr/>
          <p:nvPr/>
        </p:nvSpPr>
        <p:spPr>
          <a:xfrm flipH="1" rot="10800000">
            <a:off x="255074" y="-544499"/>
            <a:ext cx="1084500" cy="1084500"/>
          </a:xfrm>
          <a:prstGeom prst="blockArc">
            <a:avLst>
              <a:gd fmla="val 10800000" name="adj1"/>
              <a:gd fmla="val 0" name="adj2"/>
              <a:gd fmla="val 25000" name="adj3"/>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6"/>
          <p:cNvSpPr/>
          <p:nvPr/>
        </p:nvSpPr>
        <p:spPr>
          <a:xfrm flipH="1" rot="-3674066">
            <a:off x="8734836" y="4235285"/>
            <a:ext cx="283027" cy="283027"/>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6"/>
          <p:cNvSpPr/>
          <p:nvPr/>
        </p:nvSpPr>
        <p:spPr>
          <a:xfrm flipH="1" rot="-3676082">
            <a:off x="166511" y="1495229"/>
            <a:ext cx="124191" cy="124191"/>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bg>
      <p:bgPr>
        <a:blipFill>
          <a:blip r:embed="rId2">
            <a:alphaModFix/>
          </a:blip>
          <a:stretch>
            <a:fillRect/>
          </a:stretch>
        </a:blipFill>
      </p:bgPr>
    </p:bg>
    <p:spTree>
      <p:nvGrpSpPr>
        <p:cNvPr id="130" name="Shape 130"/>
        <p:cNvGrpSpPr/>
        <p:nvPr/>
      </p:nvGrpSpPr>
      <p:grpSpPr>
        <a:xfrm>
          <a:off x="0" y="0"/>
          <a:ext cx="0" cy="0"/>
          <a:chOff x="0" y="0"/>
          <a:chExt cx="0" cy="0"/>
        </a:xfrm>
      </p:grpSpPr>
      <p:pic>
        <p:nvPicPr>
          <p:cNvPr id="131" name="Google Shape;131;p17"/>
          <p:cNvPicPr preferRelativeResize="0"/>
          <p:nvPr/>
        </p:nvPicPr>
        <p:blipFill>
          <a:blip r:embed="rId3">
            <a:alphaModFix amt="49000"/>
          </a:blip>
          <a:stretch>
            <a:fillRect/>
          </a:stretch>
        </p:blipFill>
        <p:spPr>
          <a:xfrm flipH="1" rot="7404023">
            <a:off x="-1952028" y="664758"/>
            <a:ext cx="6747130" cy="3280279"/>
          </a:xfrm>
          <a:prstGeom prst="rect">
            <a:avLst/>
          </a:prstGeom>
          <a:noFill/>
          <a:ln>
            <a:noFill/>
          </a:ln>
        </p:spPr>
      </p:pic>
      <p:sp>
        <p:nvSpPr>
          <p:cNvPr id="132" name="Google Shape;132;p17"/>
          <p:cNvSpPr/>
          <p:nvPr/>
        </p:nvSpPr>
        <p:spPr>
          <a:xfrm flipH="1" rot="7125899">
            <a:off x="2609307" y="183357"/>
            <a:ext cx="443874" cy="443874"/>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7"/>
          <p:cNvSpPr/>
          <p:nvPr/>
        </p:nvSpPr>
        <p:spPr>
          <a:xfrm flipH="1" rot="7125899">
            <a:off x="1507333" y="2083000"/>
            <a:ext cx="443874" cy="443874"/>
          </a:xfrm>
          <a:prstGeom prst="ellipse">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7"/>
          <p:cNvSpPr/>
          <p:nvPr/>
        </p:nvSpPr>
        <p:spPr>
          <a:xfrm flipH="1" rot="7127575">
            <a:off x="1405211" y="2358083"/>
            <a:ext cx="210528" cy="210528"/>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7"/>
          <p:cNvSpPr txBox="1"/>
          <p:nvPr>
            <p:ph type="title"/>
          </p:nvPr>
        </p:nvSpPr>
        <p:spPr>
          <a:xfrm>
            <a:off x="1797763" y="1761300"/>
            <a:ext cx="3639000" cy="1257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43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36" name="Google Shape;136;p17"/>
          <p:cNvSpPr txBox="1"/>
          <p:nvPr>
            <p:ph hasCustomPrompt="1" idx="2" type="title"/>
          </p:nvPr>
        </p:nvSpPr>
        <p:spPr>
          <a:xfrm>
            <a:off x="5549531" y="1761300"/>
            <a:ext cx="1796700" cy="16209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6000"/>
              <a:buNone/>
              <a:defRPr sz="7500">
                <a:solidFill>
                  <a:schemeClr val="accent5"/>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37" name="Google Shape;137;p17"/>
          <p:cNvSpPr txBox="1"/>
          <p:nvPr>
            <p:ph idx="1" type="subTitle"/>
          </p:nvPr>
        </p:nvSpPr>
        <p:spPr>
          <a:xfrm rot="567">
            <a:off x="1797773" y="3067750"/>
            <a:ext cx="3639000" cy="314100"/>
          </a:xfrm>
          <a:prstGeom prst="rect">
            <a:avLst/>
          </a:prstGeom>
          <a:noFill/>
          <a:ln>
            <a:noFill/>
          </a:ln>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38" name="Google Shape;138;p17"/>
          <p:cNvSpPr/>
          <p:nvPr/>
        </p:nvSpPr>
        <p:spPr>
          <a:xfrm flipH="1" rot="7123692">
            <a:off x="759908" y="348037"/>
            <a:ext cx="209714" cy="209714"/>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 name="Google Shape;139;p17"/>
          <p:cNvGrpSpPr/>
          <p:nvPr/>
        </p:nvGrpSpPr>
        <p:grpSpPr>
          <a:xfrm flipH="1" rot="5400000">
            <a:off x="-604759" y="84202"/>
            <a:ext cx="1482300" cy="1765375"/>
            <a:chOff x="307037" y="4131480"/>
            <a:chExt cx="1482300" cy="1765375"/>
          </a:xfrm>
        </p:grpSpPr>
        <p:sp>
          <p:nvSpPr>
            <p:cNvPr id="140" name="Google Shape;140;p17"/>
            <p:cNvSpPr/>
            <p:nvPr/>
          </p:nvSpPr>
          <p:spPr>
            <a:xfrm>
              <a:off x="307037" y="4414555"/>
              <a:ext cx="1482300" cy="1482300"/>
            </a:xfrm>
            <a:prstGeom prst="blockArc">
              <a:avLst>
                <a:gd fmla="val 10800000" name="adj1"/>
                <a:gd fmla="val 0" name="adj2"/>
                <a:gd fmla="val 25000" name="adj3"/>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17"/>
            <p:cNvSpPr/>
            <p:nvPr/>
          </p:nvSpPr>
          <p:spPr>
            <a:xfrm rot="3675020">
              <a:off x="522899" y="4201984"/>
              <a:ext cx="394192" cy="394192"/>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2">
    <p:bg>
      <p:bgPr>
        <a:gradFill>
          <a:gsLst>
            <a:gs pos="0">
              <a:schemeClr val="accent2"/>
            </a:gs>
            <a:gs pos="100000">
              <a:schemeClr val="accent4"/>
            </a:gs>
          </a:gsLst>
          <a:lin ang="2700006" scaled="0"/>
        </a:gradFill>
      </p:bgPr>
    </p:bg>
    <p:spTree>
      <p:nvGrpSpPr>
        <p:cNvPr id="142" name="Shape 142"/>
        <p:cNvGrpSpPr/>
        <p:nvPr/>
      </p:nvGrpSpPr>
      <p:grpSpPr>
        <a:xfrm>
          <a:off x="0" y="0"/>
          <a:ext cx="0" cy="0"/>
          <a:chOff x="0" y="0"/>
          <a:chExt cx="0" cy="0"/>
        </a:xfrm>
      </p:grpSpPr>
      <p:sp>
        <p:nvSpPr>
          <p:cNvPr id="143" name="Google Shape;143;p18"/>
          <p:cNvSpPr txBox="1"/>
          <p:nvPr>
            <p:ph idx="1" type="subTitle"/>
          </p:nvPr>
        </p:nvSpPr>
        <p:spPr>
          <a:xfrm>
            <a:off x="1760250" y="3634150"/>
            <a:ext cx="2086500" cy="3651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000"/>
              <a:buFont typeface="Montserrat ExtraBold"/>
              <a:buNone/>
              <a:defRPr sz="2000">
                <a:latin typeface="Montserrat ExtraBold"/>
                <a:ea typeface="Montserrat ExtraBold"/>
                <a:cs typeface="Montserrat ExtraBold"/>
                <a:sym typeface="Montserrat ExtraBold"/>
              </a:defRPr>
            </a:lvl1pPr>
            <a:lvl2pPr lvl="1" rtl="0" algn="ctr">
              <a:lnSpc>
                <a:spcPct val="100000"/>
              </a:lnSpc>
              <a:spcBef>
                <a:spcPts val="0"/>
              </a:spcBef>
              <a:spcAft>
                <a:spcPts val="0"/>
              </a:spcAft>
              <a:buSzPts val="2000"/>
              <a:buFont typeface="Montserrat ExtraBold"/>
              <a:buNone/>
              <a:defRPr sz="2000">
                <a:latin typeface="Montserrat ExtraBold"/>
                <a:ea typeface="Montserrat ExtraBold"/>
                <a:cs typeface="Montserrat ExtraBold"/>
                <a:sym typeface="Montserrat ExtraBold"/>
              </a:defRPr>
            </a:lvl2pPr>
            <a:lvl3pPr lvl="2"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3pPr>
            <a:lvl4pPr lvl="3"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4pPr>
            <a:lvl5pPr lvl="4"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5pPr>
            <a:lvl6pPr lvl="5"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6pPr>
            <a:lvl7pPr lvl="6"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7pPr>
            <a:lvl8pPr lvl="7"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8pPr>
            <a:lvl9pPr lvl="8" rtl="0" algn="ctr">
              <a:lnSpc>
                <a:spcPct val="100000"/>
              </a:lnSpc>
              <a:spcBef>
                <a:spcPts val="1600"/>
              </a:spcBef>
              <a:spcAft>
                <a:spcPts val="1600"/>
              </a:spcAft>
              <a:buSzPts val="2000"/>
              <a:buFont typeface="Montserrat ExtraBold"/>
              <a:buNone/>
              <a:defRPr sz="2000">
                <a:latin typeface="Montserrat ExtraBold"/>
                <a:ea typeface="Montserrat ExtraBold"/>
                <a:cs typeface="Montserrat ExtraBold"/>
                <a:sym typeface="Montserrat ExtraBold"/>
              </a:defRPr>
            </a:lvl9pPr>
          </a:lstStyle>
          <a:p/>
        </p:txBody>
      </p:sp>
      <p:sp>
        <p:nvSpPr>
          <p:cNvPr id="144" name="Google Shape;144;p18"/>
          <p:cNvSpPr txBox="1"/>
          <p:nvPr>
            <p:ph idx="2" type="subTitle"/>
          </p:nvPr>
        </p:nvSpPr>
        <p:spPr>
          <a:xfrm>
            <a:off x="5289725" y="3592475"/>
            <a:ext cx="2084700" cy="3657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000"/>
              <a:buFont typeface="Montserrat ExtraBold"/>
              <a:buNone/>
              <a:defRPr sz="2000">
                <a:latin typeface="Montserrat ExtraBold"/>
                <a:ea typeface="Montserrat ExtraBold"/>
                <a:cs typeface="Montserrat ExtraBold"/>
                <a:sym typeface="Montserrat ExtraBold"/>
              </a:defRPr>
            </a:lvl1pPr>
            <a:lvl2pPr lvl="1" rtl="0" algn="ctr">
              <a:lnSpc>
                <a:spcPct val="100000"/>
              </a:lnSpc>
              <a:spcBef>
                <a:spcPts val="0"/>
              </a:spcBef>
              <a:spcAft>
                <a:spcPts val="0"/>
              </a:spcAft>
              <a:buSzPts val="2000"/>
              <a:buFont typeface="Montserrat ExtraBold"/>
              <a:buNone/>
              <a:defRPr sz="2000">
                <a:latin typeface="Montserrat ExtraBold"/>
                <a:ea typeface="Montserrat ExtraBold"/>
                <a:cs typeface="Montserrat ExtraBold"/>
                <a:sym typeface="Montserrat ExtraBold"/>
              </a:defRPr>
            </a:lvl2pPr>
            <a:lvl3pPr lvl="2"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3pPr>
            <a:lvl4pPr lvl="3"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4pPr>
            <a:lvl5pPr lvl="4"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5pPr>
            <a:lvl6pPr lvl="5"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6pPr>
            <a:lvl7pPr lvl="6"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7pPr>
            <a:lvl8pPr lvl="7"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8pPr>
            <a:lvl9pPr lvl="8" rtl="0" algn="ctr">
              <a:lnSpc>
                <a:spcPct val="100000"/>
              </a:lnSpc>
              <a:spcBef>
                <a:spcPts val="1600"/>
              </a:spcBef>
              <a:spcAft>
                <a:spcPts val="1600"/>
              </a:spcAft>
              <a:buSzPts val="2000"/>
              <a:buFont typeface="Montserrat ExtraBold"/>
              <a:buNone/>
              <a:defRPr sz="2000">
                <a:latin typeface="Montserrat ExtraBold"/>
                <a:ea typeface="Montserrat ExtraBold"/>
                <a:cs typeface="Montserrat ExtraBold"/>
                <a:sym typeface="Montserrat ExtraBold"/>
              </a:defRPr>
            </a:lvl9pPr>
          </a:lstStyle>
          <a:p/>
        </p:txBody>
      </p:sp>
      <p:sp>
        <p:nvSpPr>
          <p:cNvPr id="145" name="Google Shape;145;p18"/>
          <p:cNvSpPr txBox="1"/>
          <p:nvPr>
            <p:ph idx="3" type="subTitle"/>
          </p:nvPr>
        </p:nvSpPr>
        <p:spPr>
          <a:xfrm>
            <a:off x="1761150" y="3999251"/>
            <a:ext cx="2084700" cy="6111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6" name="Google Shape;146;p18"/>
          <p:cNvSpPr txBox="1"/>
          <p:nvPr>
            <p:ph idx="4" type="subTitle"/>
          </p:nvPr>
        </p:nvSpPr>
        <p:spPr>
          <a:xfrm>
            <a:off x="5289625" y="3958175"/>
            <a:ext cx="2084700" cy="612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7" name="Google Shape;147;p18"/>
          <p:cNvSpPr txBox="1"/>
          <p:nvPr>
            <p:ph type="title"/>
          </p:nvPr>
        </p:nvSpPr>
        <p:spPr>
          <a:xfrm>
            <a:off x="720000" y="595950"/>
            <a:ext cx="7704000" cy="3282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pic>
        <p:nvPicPr>
          <p:cNvPr id="148" name="Google Shape;148;p18"/>
          <p:cNvPicPr preferRelativeResize="0"/>
          <p:nvPr/>
        </p:nvPicPr>
        <p:blipFill>
          <a:blip r:embed="rId2">
            <a:alphaModFix/>
          </a:blip>
          <a:stretch>
            <a:fillRect/>
          </a:stretch>
        </p:blipFill>
        <p:spPr>
          <a:xfrm rot="10102378">
            <a:off x="-2208044" y="-1447801"/>
            <a:ext cx="8662988" cy="5143500"/>
          </a:xfrm>
          <a:prstGeom prst="rect">
            <a:avLst/>
          </a:prstGeom>
          <a:noFill/>
          <a:ln>
            <a:noFill/>
          </a:ln>
        </p:spPr>
      </p:pic>
      <p:grpSp>
        <p:nvGrpSpPr>
          <p:cNvPr id="149" name="Google Shape;149;p18"/>
          <p:cNvGrpSpPr/>
          <p:nvPr/>
        </p:nvGrpSpPr>
        <p:grpSpPr>
          <a:xfrm flipH="1" rot="10800000">
            <a:off x="302708" y="-754845"/>
            <a:ext cx="1482300" cy="1765375"/>
            <a:chOff x="307037" y="4131480"/>
            <a:chExt cx="1482300" cy="1765375"/>
          </a:xfrm>
        </p:grpSpPr>
        <p:sp>
          <p:nvSpPr>
            <p:cNvPr id="150" name="Google Shape;150;p18"/>
            <p:cNvSpPr/>
            <p:nvPr/>
          </p:nvSpPr>
          <p:spPr>
            <a:xfrm>
              <a:off x="307037" y="4414555"/>
              <a:ext cx="1482300" cy="1482300"/>
            </a:xfrm>
            <a:prstGeom prst="blockArc">
              <a:avLst>
                <a:gd fmla="val 10800000" name="adj1"/>
                <a:gd fmla="val 0" name="adj2"/>
                <a:gd fmla="val 25000" name="adj3"/>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8"/>
            <p:cNvSpPr/>
            <p:nvPr/>
          </p:nvSpPr>
          <p:spPr>
            <a:xfrm rot="3675020">
              <a:off x="522899" y="4201984"/>
              <a:ext cx="394192" cy="394192"/>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2" name="Google Shape;152;p18"/>
          <p:cNvPicPr preferRelativeResize="0"/>
          <p:nvPr/>
        </p:nvPicPr>
        <p:blipFill>
          <a:blip r:embed="rId2">
            <a:alphaModFix/>
          </a:blip>
          <a:stretch>
            <a:fillRect/>
          </a:stretch>
        </p:blipFill>
        <p:spPr>
          <a:xfrm rot="-1993871">
            <a:off x="3390081" y="1496225"/>
            <a:ext cx="8662986" cy="5143499"/>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2_1">
    <p:bg>
      <p:bgPr>
        <a:blipFill>
          <a:blip r:embed="rId2">
            <a:alphaModFix/>
          </a:blip>
          <a:stretch>
            <a:fillRect/>
          </a:stretch>
        </a:blipFill>
      </p:bgPr>
    </p:bg>
    <p:spTree>
      <p:nvGrpSpPr>
        <p:cNvPr id="153" name="Shape 153"/>
        <p:cNvGrpSpPr/>
        <p:nvPr/>
      </p:nvGrpSpPr>
      <p:grpSpPr>
        <a:xfrm>
          <a:off x="0" y="0"/>
          <a:ext cx="0" cy="0"/>
          <a:chOff x="0" y="0"/>
          <a:chExt cx="0" cy="0"/>
        </a:xfrm>
      </p:grpSpPr>
      <p:sp>
        <p:nvSpPr>
          <p:cNvPr id="154" name="Google Shape;154;p19"/>
          <p:cNvSpPr txBox="1"/>
          <p:nvPr>
            <p:ph idx="1" type="subTitle"/>
          </p:nvPr>
        </p:nvSpPr>
        <p:spPr>
          <a:xfrm>
            <a:off x="823138" y="2759200"/>
            <a:ext cx="2086500" cy="3651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000"/>
              <a:buFont typeface="Montserrat ExtraBold"/>
              <a:buNone/>
              <a:defRPr sz="2000">
                <a:latin typeface="Montserrat ExtraBold"/>
                <a:ea typeface="Montserrat ExtraBold"/>
                <a:cs typeface="Montserrat ExtraBold"/>
                <a:sym typeface="Montserrat ExtraBold"/>
              </a:defRPr>
            </a:lvl1pPr>
            <a:lvl2pPr lvl="1" rtl="0" algn="ctr">
              <a:lnSpc>
                <a:spcPct val="100000"/>
              </a:lnSpc>
              <a:spcBef>
                <a:spcPts val="0"/>
              </a:spcBef>
              <a:spcAft>
                <a:spcPts val="0"/>
              </a:spcAft>
              <a:buSzPts val="2000"/>
              <a:buFont typeface="Montserrat ExtraBold"/>
              <a:buNone/>
              <a:defRPr sz="2000">
                <a:latin typeface="Montserrat ExtraBold"/>
                <a:ea typeface="Montserrat ExtraBold"/>
                <a:cs typeface="Montserrat ExtraBold"/>
                <a:sym typeface="Montserrat ExtraBold"/>
              </a:defRPr>
            </a:lvl2pPr>
            <a:lvl3pPr lvl="2"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3pPr>
            <a:lvl4pPr lvl="3"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4pPr>
            <a:lvl5pPr lvl="4"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5pPr>
            <a:lvl6pPr lvl="5"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6pPr>
            <a:lvl7pPr lvl="6"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7pPr>
            <a:lvl8pPr lvl="7"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8pPr>
            <a:lvl9pPr lvl="8" rtl="0" algn="ctr">
              <a:lnSpc>
                <a:spcPct val="100000"/>
              </a:lnSpc>
              <a:spcBef>
                <a:spcPts val="1600"/>
              </a:spcBef>
              <a:spcAft>
                <a:spcPts val="1600"/>
              </a:spcAft>
              <a:buSzPts val="2000"/>
              <a:buFont typeface="Montserrat ExtraBold"/>
              <a:buNone/>
              <a:defRPr sz="2000">
                <a:latin typeface="Montserrat ExtraBold"/>
                <a:ea typeface="Montserrat ExtraBold"/>
                <a:cs typeface="Montserrat ExtraBold"/>
                <a:sym typeface="Montserrat ExtraBold"/>
              </a:defRPr>
            </a:lvl9pPr>
          </a:lstStyle>
          <a:p/>
        </p:txBody>
      </p:sp>
      <p:sp>
        <p:nvSpPr>
          <p:cNvPr id="155" name="Google Shape;155;p19"/>
          <p:cNvSpPr txBox="1"/>
          <p:nvPr>
            <p:ph idx="2" type="subTitle"/>
          </p:nvPr>
        </p:nvSpPr>
        <p:spPr>
          <a:xfrm>
            <a:off x="6236150" y="2759200"/>
            <a:ext cx="2084700" cy="3657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000"/>
              <a:buFont typeface="Montserrat ExtraBold"/>
              <a:buNone/>
              <a:defRPr sz="2000">
                <a:latin typeface="Montserrat ExtraBold"/>
                <a:ea typeface="Montserrat ExtraBold"/>
                <a:cs typeface="Montserrat ExtraBold"/>
                <a:sym typeface="Montserrat ExtraBold"/>
              </a:defRPr>
            </a:lvl1pPr>
            <a:lvl2pPr lvl="1" rtl="0" algn="ctr">
              <a:lnSpc>
                <a:spcPct val="100000"/>
              </a:lnSpc>
              <a:spcBef>
                <a:spcPts val="0"/>
              </a:spcBef>
              <a:spcAft>
                <a:spcPts val="0"/>
              </a:spcAft>
              <a:buSzPts val="2000"/>
              <a:buFont typeface="Montserrat ExtraBold"/>
              <a:buNone/>
              <a:defRPr sz="2000">
                <a:latin typeface="Montserrat ExtraBold"/>
                <a:ea typeface="Montserrat ExtraBold"/>
                <a:cs typeface="Montserrat ExtraBold"/>
                <a:sym typeface="Montserrat ExtraBold"/>
              </a:defRPr>
            </a:lvl2pPr>
            <a:lvl3pPr lvl="2"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3pPr>
            <a:lvl4pPr lvl="3"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4pPr>
            <a:lvl5pPr lvl="4"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5pPr>
            <a:lvl6pPr lvl="5"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6pPr>
            <a:lvl7pPr lvl="6"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7pPr>
            <a:lvl8pPr lvl="7" rtl="0" algn="ctr">
              <a:lnSpc>
                <a:spcPct val="100000"/>
              </a:lnSpc>
              <a:spcBef>
                <a:spcPts val="1600"/>
              </a:spcBef>
              <a:spcAft>
                <a:spcPts val="0"/>
              </a:spcAft>
              <a:buSzPts val="2000"/>
              <a:buFont typeface="Montserrat ExtraBold"/>
              <a:buNone/>
              <a:defRPr sz="2000">
                <a:latin typeface="Montserrat ExtraBold"/>
                <a:ea typeface="Montserrat ExtraBold"/>
                <a:cs typeface="Montserrat ExtraBold"/>
                <a:sym typeface="Montserrat ExtraBold"/>
              </a:defRPr>
            </a:lvl8pPr>
            <a:lvl9pPr lvl="8" rtl="0" algn="ctr">
              <a:lnSpc>
                <a:spcPct val="100000"/>
              </a:lnSpc>
              <a:spcBef>
                <a:spcPts val="1600"/>
              </a:spcBef>
              <a:spcAft>
                <a:spcPts val="1600"/>
              </a:spcAft>
              <a:buSzPts val="2000"/>
              <a:buFont typeface="Montserrat ExtraBold"/>
              <a:buNone/>
              <a:defRPr sz="2000">
                <a:latin typeface="Montserrat ExtraBold"/>
                <a:ea typeface="Montserrat ExtraBold"/>
                <a:cs typeface="Montserrat ExtraBold"/>
                <a:sym typeface="Montserrat ExtraBold"/>
              </a:defRPr>
            </a:lvl9pPr>
          </a:lstStyle>
          <a:p/>
        </p:txBody>
      </p:sp>
      <p:sp>
        <p:nvSpPr>
          <p:cNvPr id="156" name="Google Shape;156;p19"/>
          <p:cNvSpPr txBox="1"/>
          <p:nvPr>
            <p:ph idx="3" type="subTitle"/>
          </p:nvPr>
        </p:nvSpPr>
        <p:spPr>
          <a:xfrm>
            <a:off x="719988" y="3038750"/>
            <a:ext cx="2292900" cy="6111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7" name="Google Shape;157;p19"/>
          <p:cNvSpPr txBox="1"/>
          <p:nvPr>
            <p:ph idx="4" type="subTitle"/>
          </p:nvPr>
        </p:nvSpPr>
        <p:spPr>
          <a:xfrm>
            <a:off x="6131000" y="3039350"/>
            <a:ext cx="2295000" cy="612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8" name="Google Shape;158;p19"/>
          <p:cNvSpPr txBox="1"/>
          <p:nvPr>
            <p:ph type="title"/>
          </p:nvPr>
        </p:nvSpPr>
        <p:spPr>
          <a:xfrm>
            <a:off x="720000" y="595950"/>
            <a:ext cx="7704000" cy="3282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59" name="Google Shape;159;p19"/>
          <p:cNvSpPr/>
          <p:nvPr/>
        </p:nvSpPr>
        <p:spPr>
          <a:xfrm rot="5400000">
            <a:off x="-952328" y="128775"/>
            <a:ext cx="1866300" cy="1866300"/>
          </a:xfrm>
          <a:prstGeom prst="blockArc">
            <a:avLst>
              <a:gd fmla="val 10800000" name="adj1"/>
              <a:gd fmla="val 0" name="adj2"/>
              <a:gd fmla="val 25000" name="adj3"/>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9"/>
          <p:cNvSpPr/>
          <p:nvPr/>
        </p:nvSpPr>
        <p:spPr>
          <a:xfrm rot="5400000">
            <a:off x="-633529" y="1149455"/>
            <a:ext cx="1228500" cy="1228500"/>
          </a:xfrm>
          <a:prstGeom prst="blockArc">
            <a:avLst>
              <a:gd fmla="val 10800000" name="adj1"/>
              <a:gd fmla="val 0" name="adj2"/>
              <a:gd fmla="val 25000" name="adj3"/>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9"/>
          <p:cNvSpPr/>
          <p:nvPr/>
        </p:nvSpPr>
        <p:spPr>
          <a:xfrm flipH="1" rot="-5400000">
            <a:off x="8553018" y="2272542"/>
            <a:ext cx="1228500" cy="1228500"/>
          </a:xfrm>
          <a:prstGeom prst="blockArc">
            <a:avLst>
              <a:gd fmla="val 10610774" name="adj1"/>
              <a:gd fmla="val 0" name="adj2"/>
              <a:gd fmla="val 25000" name="adj3"/>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9"/>
          <p:cNvSpPr/>
          <p:nvPr/>
        </p:nvSpPr>
        <p:spPr>
          <a:xfrm flipH="1" rot="-9073212">
            <a:off x="8836843" y="2608063"/>
            <a:ext cx="194415" cy="194415"/>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9"/>
          <p:cNvSpPr/>
          <p:nvPr/>
        </p:nvSpPr>
        <p:spPr>
          <a:xfrm rot="-1725094">
            <a:off x="589973" y="336218"/>
            <a:ext cx="495829" cy="495829"/>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
    <p:bg>
      <p:bgPr>
        <a:blipFill>
          <a:blip r:embed="rId2">
            <a:alphaModFix/>
          </a:blip>
          <a:stretch>
            <a:fillRect/>
          </a:stretch>
        </a:blipFill>
      </p:bgPr>
    </p:bg>
    <p:spTree>
      <p:nvGrpSpPr>
        <p:cNvPr id="164" name="Shape 164"/>
        <p:cNvGrpSpPr/>
        <p:nvPr/>
      </p:nvGrpSpPr>
      <p:grpSpPr>
        <a:xfrm>
          <a:off x="0" y="0"/>
          <a:ext cx="0" cy="0"/>
          <a:chOff x="0" y="0"/>
          <a:chExt cx="0" cy="0"/>
        </a:xfrm>
      </p:grpSpPr>
      <p:sp>
        <p:nvSpPr>
          <p:cNvPr id="165" name="Google Shape;165;p20"/>
          <p:cNvSpPr txBox="1"/>
          <p:nvPr>
            <p:ph type="title"/>
          </p:nvPr>
        </p:nvSpPr>
        <p:spPr>
          <a:xfrm>
            <a:off x="894875" y="1434500"/>
            <a:ext cx="3938700" cy="13887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6" name="Google Shape;166;p20"/>
          <p:cNvSpPr txBox="1"/>
          <p:nvPr>
            <p:ph idx="1" type="subTitle"/>
          </p:nvPr>
        </p:nvSpPr>
        <p:spPr>
          <a:xfrm rot="-288">
            <a:off x="894800" y="2823477"/>
            <a:ext cx="3579600" cy="8310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accent5"/>
              </a:buClr>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1600"/>
              </a:spcBef>
              <a:spcAft>
                <a:spcPts val="0"/>
              </a:spcAft>
              <a:buSzPts val="1400"/>
              <a:buChar char="■"/>
              <a:defRPr/>
            </a:lvl3pPr>
            <a:lvl4pPr lvl="3" rtl="0" algn="ctr">
              <a:lnSpc>
                <a:spcPct val="100000"/>
              </a:lnSpc>
              <a:spcBef>
                <a:spcPts val="1600"/>
              </a:spcBef>
              <a:spcAft>
                <a:spcPts val="0"/>
              </a:spcAft>
              <a:buSzPts val="1400"/>
              <a:buChar char="●"/>
              <a:defRPr/>
            </a:lvl4pPr>
            <a:lvl5pPr lvl="4" rtl="0" algn="ctr">
              <a:lnSpc>
                <a:spcPct val="100000"/>
              </a:lnSpc>
              <a:spcBef>
                <a:spcPts val="1600"/>
              </a:spcBef>
              <a:spcAft>
                <a:spcPts val="0"/>
              </a:spcAft>
              <a:buSzPts val="1400"/>
              <a:buChar char="○"/>
              <a:defRPr/>
            </a:lvl5pPr>
            <a:lvl6pPr lvl="5" rtl="0" algn="ctr">
              <a:lnSpc>
                <a:spcPct val="100000"/>
              </a:lnSpc>
              <a:spcBef>
                <a:spcPts val="1600"/>
              </a:spcBef>
              <a:spcAft>
                <a:spcPts val="0"/>
              </a:spcAft>
              <a:buSzPts val="1400"/>
              <a:buChar char="■"/>
              <a:defRPr/>
            </a:lvl6pPr>
            <a:lvl7pPr lvl="6" rtl="0" algn="ctr">
              <a:lnSpc>
                <a:spcPct val="100000"/>
              </a:lnSpc>
              <a:spcBef>
                <a:spcPts val="1600"/>
              </a:spcBef>
              <a:spcAft>
                <a:spcPts val="0"/>
              </a:spcAft>
              <a:buSzPts val="1400"/>
              <a:buChar char="●"/>
              <a:defRPr/>
            </a:lvl7pPr>
            <a:lvl8pPr lvl="7" rtl="0" algn="ctr">
              <a:lnSpc>
                <a:spcPct val="100000"/>
              </a:lnSpc>
              <a:spcBef>
                <a:spcPts val="1600"/>
              </a:spcBef>
              <a:spcAft>
                <a:spcPts val="0"/>
              </a:spcAft>
              <a:buSzPts val="1400"/>
              <a:buChar char="○"/>
              <a:defRPr/>
            </a:lvl8pPr>
            <a:lvl9pPr lvl="8" rtl="0" algn="ctr">
              <a:lnSpc>
                <a:spcPct val="100000"/>
              </a:lnSpc>
              <a:spcBef>
                <a:spcPts val="1600"/>
              </a:spcBef>
              <a:spcAft>
                <a:spcPts val="1600"/>
              </a:spcAft>
              <a:buSzPts val="1400"/>
              <a:buChar char="■"/>
              <a:defRPr/>
            </a:lvl9pPr>
          </a:lstStyle>
          <a:p/>
        </p:txBody>
      </p:sp>
      <p:pic>
        <p:nvPicPr>
          <p:cNvPr id="167" name="Google Shape;167;p20"/>
          <p:cNvPicPr preferRelativeResize="0"/>
          <p:nvPr/>
        </p:nvPicPr>
        <p:blipFill>
          <a:blip r:embed="rId3">
            <a:alphaModFix amt="70000"/>
          </a:blip>
          <a:stretch>
            <a:fillRect/>
          </a:stretch>
        </p:blipFill>
        <p:spPr>
          <a:xfrm flipH="1" rot="10589907">
            <a:off x="-310575" y="-1303276"/>
            <a:ext cx="6701897" cy="3258299"/>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ONE_COLUMN_TEXT_1_1">
    <p:bg>
      <p:bgPr>
        <a:blipFill>
          <a:blip r:embed="rId2">
            <a:alphaModFix/>
          </a:blip>
          <a:stretch>
            <a:fillRect/>
          </a:stretch>
        </a:blipFill>
      </p:bgPr>
    </p:bg>
    <p:spTree>
      <p:nvGrpSpPr>
        <p:cNvPr id="168" name="Shape 168"/>
        <p:cNvGrpSpPr/>
        <p:nvPr/>
      </p:nvGrpSpPr>
      <p:grpSpPr>
        <a:xfrm>
          <a:off x="0" y="0"/>
          <a:ext cx="0" cy="0"/>
          <a:chOff x="0" y="0"/>
          <a:chExt cx="0" cy="0"/>
        </a:xfrm>
      </p:grpSpPr>
      <p:sp>
        <p:nvSpPr>
          <p:cNvPr id="169" name="Google Shape;169;p21"/>
          <p:cNvSpPr txBox="1"/>
          <p:nvPr>
            <p:ph type="title"/>
          </p:nvPr>
        </p:nvSpPr>
        <p:spPr>
          <a:xfrm>
            <a:off x="4823800" y="2104475"/>
            <a:ext cx="3579600" cy="5244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70" name="Google Shape;170;p21"/>
          <p:cNvSpPr txBox="1"/>
          <p:nvPr>
            <p:ph idx="1" type="subTitle"/>
          </p:nvPr>
        </p:nvSpPr>
        <p:spPr>
          <a:xfrm rot="-288">
            <a:off x="4823725" y="2571902"/>
            <a:ext cx="3579600" cy="8310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accent5"/>
              </a:buClr>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1600"/>
              </a:spcBef>
              <a:spcAft>
                <a:spcPts val="0"/>
              </a:spcAft>
              <a:buSzPts val="1400"/>
              <a:buChar char="■"/>
              <a:defRPr/>
            </a:lvl3pPr>
            <a:lvl4pPr lvl="3" rtl="0" algn="ctr">
              <a:lnSpc>
                <a:spcPct val="100000"/>
              </a:lnSpc>
              <a:spcBef>
                <a:spcPts val="1600"/>
              </a:spcBef>
              <a:spcAft>
                <a:spcPts val="0"/>
              </a:spcAft>
              <a:buSzPts val="1400"/>
              <a:buChar char="●"/>
              <a:defRPr/>
            </a:lvl4pPr>
            <a:lvl5pPr lvl="4" rtl="0" algn="ctr">
              <a:lnSpc>
                <a:spcPct val="100000"/>
              </a:lnSpc>
              <a:spcBef>
                <a:spcPts val="1600"/>
              </a:spcBef>
              <a:spcAft>
                <a:spcPts val="0"/>
              </a:spcAft>
              <a:buSzPts val="1400"/>
              <a:buChar char="○"/>
              <a:defRPr/>
            </a:lvl5pPr>
            <a:lvl6pPr lvl="5" rtl="0" algn="ctr">
              <a:lnSpc>
                <a:spcPct val="100000"/>
              </a:lnSpc>
              <a:spcBef>
                <a:spcPts val="1600"/>
              </a:spcBef>
              <a:spcAft>
                <a:spcPts val="0"/>
              </a:spcAft>
              <a:buSzPts val="1400"/>
              <a:buChar char="■"/>
              <a:defRPr/>
            </a:lvl6pPr>
            <a:lvl7pPr lvl="6" rtl="0" algn="ctr">
              <a:lnSpc>
                <a:spcPct val="100000"/>
              </a:lnSpc>
              <a:spcBef>
                <a:spcPts val="1600"/>
              </a:spcBef>
              <a:spcAft>
                <a:spcPts val="0"/>
              </a:spcAft>
              <a:buSzPts val="1400"/>
              <a:buChar char="●"/>
              <a:defRPr/>
            </a:lvl7pPr>
            <a:lvl8pPr lvl="7" rtl="0" algn="ctr">
              <a:lnSpc>
                <a:spcPct val="100000"/>
              </a:lnSpc>
              <a:spcBef>
                <a:spcPts val="1600"/>
              </a:spcBef>
              <a:spcAft>
                <a:spcPts val="0"/>
              </a:spcAft>
              <a:buSzPts val="1400"/>
              <a:buChar char="○"/>
              <a:defRPr/>
            </a:lvl8pPr>
            <a:lvl9pPr lvl="8" rtl="0" algn="ctr">
              <a:lnSpc>
                <a:spcPct val="100000"/>
              </a:lnSpc>
              <a:spcBef>
                <a:spcPts val="1600"/>
              </a:spcBef>
              <a:spcAft>
                <a:spcPts val="1600"/>
              </a:spcAft>
              <a:buSzPts val="1400"/>
              <a:buChar char="■"/>
              <a:defRPr/>
            </a:lvl9pPr>
          </a:lstStyle>
          <a:p/>
        </p:txBody>
      </p:sp>
      <p:pic>
        <p:nvPicPr>
          <p:cNvPr id="171" name="Google Shape;171;p21"/>
          <p:cNvPicPr preferRelativeResize="0"/>
          <p:nvPr/>
        </p:nvPicPr>
        <p:blipFill>
          <a:blip r:embed="rId3">
            <a:alphaModFix amt="50000"/>
          </a:blip>
          <a:stretch>
            <a:fillRect/>
          </a:stretch>
        </p:blipFill>
        <p:spPr>
          <a:xfrm flipH="1" rot="1212016">
            <a:off x="3715891" y="-809749"/>
            <a:ext cx="5835592" cy="2362199"/>
          </a:xfrm>
          <a:prstGeom prst="rect">
            <a:avLst/>
          </a:prstGeom>
          <a:noFill/>
          <a:ln>
            <a:noFill/>
          </a:ln>
        </p:spPr>
      </p:pic>
      <p:sp>
        <p:nvSpPr>
          <p:cNvPr id="172" name="Google Shape;172;p21"/>
          <p:cNvSpPr/>
          <p:nvPr/>
        </p:nvSpPr>
        <p:spPr>
          <a:xfrm flipH="1">
            <a:off x="6130002" y="412500"/>
            <a:ext cx="255000" cy="2550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1"/>
          <p:cNvSpPr/>
          <p:nvPr/>
        </p:nvSpPr>
        <p:spPr>
          <a:xfrm flipH="1">
            <a:off x="8978027" y="1029132"/>
            <a:ext cx="276000" cy="2757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1"/>
          <p:cNvSpPr/>
          <p:nvPr/>
        </p:nvSpPr>
        <p:spPr>
          <a:xfrm flipH="1" rot="10800000">
            <a:off x="3319352" y="-709525"/>
            <a:ext cx="1419300" cy="1419300"/>
          </a:xfrm>
          <a:prstGeom prst="blockArc">
            <a:avLst>
              <a:gd fmla="val 10800000" name="adj1"/>
              <a:gd fmla="val 0" name="adj2"/>
              <a:gd fmla="val 25000" name="adj3"/>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ONE_COLUMN_TEXT_1_2">
    <p:bg>
      <p:bgPr>
        <a:blipFill>
          <a:blip r:embed="rId2">
            <a:alphaModFix/>
          </a:blip>
          <a:stretch>
            <a:fillRect/>
          </a:stretch>
        </a:blipFill>
      </p:bgPr>
    </p:bg>
    <p:spTree>
      <p:nvGrpSpPr>
        <p:cNvPr id="175" name="Shape 175"/>
        <p:cNvGrpSpPr/>
        <p:nvPr/>
      </p:nvGrpSpPr>
      <p:grpSpPr>
        <a:xfrm>
          <a:off x="0" y="0"/>
          <a:ext cx="0" cy="0"/>
          <a:chOff x="0" y="0"/>
          <a:chExt cx="0" cy="0"/>
        </a:xfrm>
      </p:grpSpPr>
      <p:sp>
        <p:nvSpPr>
          <p:cNvPr id="176" name="Google Shape;176;p22"/>
          <p:cNvSpPr txBox="1"/>
          <p:nvPr>
            <p:ph type="title"/>
          </p:nvPr>
        </p:nvSpPr>
        <p:spPr>
          <a:xfrm>
            <a:off x="813100" y="2104475"/>
            <a:ext cx="3579600" cy="524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8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77" name="Google Shape;177;p22"/>
          <p:cNvSpPr txBox="1"/>
          <p:nvPr>
            <p:ph idx="1" type="subTitle"/>
          </p:nvPr>
        </p:nvSpPr>
        <p:spPr>
          <a:xfrm rot="-288">
            <a:off x="813025" y="2571902"/>
            <a:ext cx="3579600" cy="831000"/>
          </a:xfrm>
          <a:prstGeom prst="rect">
            <a:avLst/>
          </a:prstGeom>
          <a:noFill/>
          <a:ln>
            <a:noFill/>
          </a:ln>
        </p:spPr>
        <p:txBody>
          <a:bodyPr anchorCtr="0" anchor="t" bIns="91425" lIns="91425" spcFirstLastPara="1" rIns="91425" wrap="square" tIns="91425">
            <a:noAutofit/>
          </a:bodyPr>
          <a:lstStyle>
            <a:lvl1pPr lvl="0" rtl="0" algn="r">
              <a:lnSpc>
                <a:spcPct val="100000"/>
              </a:lnSpc>
              <a:spcBef>
                <a:spcPts val="0"/>
              </a:spcBef>
              <a:spcAft>
                <a:spcPts val="0"/>
              </a:spcAft>
              <a:buClr>
                <a:schemeClr val="accent5"/>
              </a:buClr>
              <a:buSzPts val="1400"/>
              <a:buChar char="●"/>
              <a:defRPr/>
            </a:lvl1pPr>
            <a:lvl2pPr lvl="1" rtl="0" algn="r">
              <a:lnSpc>
                <a:spcPct val="100000"/>
              </a:lnSpc>
              <a:spcBef>
                <a:spcPts val="0"/>
              </a:spcBef>
              <a:spcAft>
                <a:spcPts val="0"/>
              </a:spcAft>
              <a:buSzPts val="1400"/>
              <a:buChar char="○"/>
              <a:defRPr/>
            </a:lvl2pPr>
            <a:lvl3pPr lvl="2" rtl="0" algn="r">
              <a:lnSpc>
                <a:spcPct val="100000"/>
              </a:lnSpc>
              <a:spcBef>
                <a:spcPts val="1600"/>
              </a:spcBef>
              <a:spcAft>
                <a:spcPts val="0"/>
              </a:spcAft>
              <a:buSzPts val="1400"/>
              <a:buChar char="■"/>
              <a:defRPr/>
            </a:lvl3pPr>
            <a:lvl4pPr lvl="3" rtl="0" algn="r">
              <a:lnSpc>
                <a:spcPct val="100000"/>
              </a:lnSpc>
              <a:spcBef>
                <a:spcPts val="1600"/>
              </a:spcBef>
              <a:spcAft>
                <a:spcPts val="0"/>
              </a:spcAft>
              <a:buSzPts val="1400"/>
              <a:buChar char="●"/>
              <a:defRPr/>
            </a:lvl4pPr>
            <a:lvl5pPr lvl="4" rtl="0" algn="r">
              <a:lnSpc>
                <a:spcPct val="100000"/>
              </a:lnSpc>
              <a:spcBef>
                <a:spcPts val="1600"/>
              </a:spcBef>
              <a:spcAft>
                <a:spcPts val="0"/>
              </a:spcAft>
              <a:buSzPts val="1400"/>
              <a:buChar char="○"/>
              <a:defRPr/>
            </a:lvl5pPr>
            <a:lvl6pPr lvl="5" rtl="0" algn="r">
              <a:lnSpc>
                <a:spcPct val="100000"/>
              </a:lnSpc>
              <a:spcBef>
                <a:spcPts val="1600"/>
              </a:spcBef>
              <a:spcAft>
                <a:spcPts val="0"/>
              </a:spcAft>
              <a:buSzPts val="1400"/>
              <a:buChar char="■"/>
              <a:defRPr/>
            </a:lvl6pPr>
            <a:lvl7pPr lvl="6" rtl="0" algn="r">
              <a:lnSpc>
                <a:spcPct val="100000"/>
              </a:lnSpc>
              <a:spcBef>
                <a:spcPts val="1600"/>
              </a:spcBef>
              <a:spcAft>
                <a:spcPts val="0"/>
              </a:spcAft>
              <a:buSzPts val="1400"/>
              <a:buChar char="●"/>
              <a:defRPr/>
            </a:lvl7pPr>
            <a:lvl8pPr lvl="7" rtl="0" algn="r">
              <a:lnSpc>
                <a:spcPct val="100000"/>
              </a:lnSpc>
              <a:spcBef>
                <a:spcPts val="1600"/>
              </a:spcBef>
              <a:spcAft>
                <a:spcPts val="0"/>
              </a:spcAft>
              <a:buSzPts val="1400"/>
              <a:buChar char="○"/>
              <a:defRPr/>
            </a:lvl8pPr>
            <a:lvl9pPr lvl="8" rtl="0" algn="r">
              <a:lnSpc>
                <a:spcPct val="100000"/>
              </a:lnSpc>
              <a:spcBef>
                <a:spcPts val="1600"/>
              </a:spcBef>
              <a:spcAft>
                <a:spcPts val="1600"/>
              </a:spcAft>
              <a:buSzPts val="1400"/>
              <a:buChar char="■"/>
              <a:defRPr/>
            </a:lvl9pPr>
          </a:lstStyle>
          <a:p/>
        </p:txBody>
      </p:sp>
      <p:pic>
        <p:nvPicPr>
          <p:cNvPr id="178" name="Google Shape;178;p22"/>
          <p:cNvPicPr preferRelativeResize="0"/>
          <p:nvPr/>
        </p:nvPicPr>
        <p:blipFill>
          <a:blip r:embed="rId3">
            <a:alphaModFix/>
          </a:blip>
          <a:stretch>
            <a:fillRect/>
          </a:stretch>
        </p:blipFill>
        <p:spPr>
          <a:xfrm flipH="1" rot="-1099987">
            <a:off x="-1236717" y="-2869776"/>
            <a:ext cx="8662985" cy="5143499"/>
          </a:xfrm>
          <a:prstGeom prst="rect">
            <a:avLst/>
          </a:prstGeom>
          <a:noFill/>
          <a:ln>
            <a:noFill/>
          </a:ln>
        </p:spPr>
      </p:pic>
      <p:sp>
        <p:nvSpPr>
          <p:cNvPr id="179" name="Google Shape;179;p22"/>
          <p:cNvSpPr/>
          <p:nvPr/>
        </p:nvSpPr>
        <p:spPr>
          <a:xfrm flipH="1" rot="10800000">
            <a:off x="3523408" y="-743695"/>
            <a:ext cx="1482300" cy="1482300"/>
          </a:xfrm>
          <a:prstGeom prst="blockArc">
            <a:avLst>
              <a:gd fmla="val 10800000" name="adj1"/>
              <a:gd fmla="val 0" name="adj2"/>
              <a:gd fmla="val 25000" name="adj3"/>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2"/>
          <p:cNvSpPr/>
          <p:nvPr/>
        </p:nvSpPr>
        <p:spPr>
          <a:xfrm flipH="1" rot="7129346">
            <a:off x="5512285" y="892531"/>
            <a:ext cx="129435" cy="129435"/>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2"/>
          <p:cNvSpPr/>
          <p:nvPr/>
        </p:nvSpPr>
        <p:spPr>
          <a:xfrm flipH="1" rot="7129346">
            <a:off x="3437310" y="23181"/>
            <a:ext cx="129435" cy="129435"/>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2"/>
          <p:cNvSpPr/>
          <p:nvPr/>
        </p:nvSpPr>
        <p:spPr>
          <a:xfrm flipH="1" rot="7129346">
            <a:off x="7106585" y="198981"/>
            <a:ext cx="129435" cy="129435"/>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2"/>
          <p:cNvSpPr/>
          <p:nvPr/>
        </p:nvSpPr>
        <p:spPr>
          <a:xfrm flipH="1" rot="7129346">
            <a:off x="798535" y="1945656"/>
            <a:ext cx="129435" cy="129435"/>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TITLE_AND_BODY_1">
    <p:bg>
      <p:bgPr>
        <a:gradFill>
          <a:gsLst>
            <a:gs pos="0">
              <a:schemeClr val="accent2"/>
            </a:gs>
            <a:gs pos="100000">
              <a:schemeClr val="accent4"/>
            </a:gs>
          </a:gsLst>
          <a:lin ang="2700006" scaled="0"/>
        </a:gradFill>
      </p:bgPr>
    </p:bg>
    <p:spTree>
      <p:nvGrpSpPr>
        <p:cNvPr id="184" name="Shape 184"/>
        <p:cNvGrpSpPr/>
        <p:nvPr/>
      </p:nvGrpSpPr>
      <p:grpSpPr>
        <a:xfrm>
          <a:off x="0" y="0"/>
          <a:ext cx="0" cy="0"/>
          <a:chOff x="0" y="0"/>
          <a:chExt cx="0" cy="0"/>
        </a:xfrm>
      </p:grpSpPr>
      <p:sp>
        <p:nvSpPr>
          <p:cNvPr id="185" name="Google Shape;185;p23"/>
          <p:cNvSpPr txBox="1"/>
          <p:nvPr>
            <p:ph type="title"/>
          </p:nvPr>
        </p:nvSpPr>
        <p:spPr>
          <a:xfrm>
            <a:off x="720000" y="595950"/>
            <a:ext cx="7704000" cy="3282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86" name="Google Shape;186;p23"/>
          <p:cNvSpPr txBox="1"/>
          <p:nvPr>
            <p:ph idx="1" type="body"/>
          </p:nvPr>
        </p:nvSpPr>
        <p:spPr>
          <a:xfrm>
            <a:off x="720000" y="1575925"/>
            <a:ext cx="3852000" cy="2771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1600"/>
              </a:spcBef>
              <a:spcAft>
                <a:spcPts val="0"/>
              </a:spcAft>
              <a:buSzPts val="1400"/>
              <a:buChar char="■"/>
              <a:defRPr/>
            </a:lvl3pPr>
            <a:lvl4pPr indent="-317500" lvl="3" marL="1828800" rtl="0">
              <a:lnSpc>
                <a:spcPct val="115000"/>
              </a:lnSpc>
              <a:spcBef>
                <a:spcPts val="1600"/>
              </a:spcBef>
              <a:spcAft>
                <a:spcPts val="0"/>
              </a:spcAft>
              <a:buSzPts val="1400"/>
              <a:buChar char="●"/>
              <a:defRPr/>
            </a:lvl4pPr>
            <a:lvl5pPr indent="-317500" lvl="4" marL="2286000" rtl="0">
              <a:lnSpc>
                <a:spcPct val="115000"/>
              </a:lnSpc>
              <a:spcBef>
                <a:spcPts val="1600"/>
              </a:spcBef>
              <a:spcAft>
                <a:spcPts val="0"/>
              </a:spcAft>
              <a:buSzPts val="1400"/>
              <a:buChar char="○"/>
              <a:defRPr/>
            </a:lvl5pPr>
            <a:lvl6pPr indent="-317500" lvl="5" marL="2743200" rtl="0">
              <a:lnSpc>
                <a:spcPct val="115000"/>
              </a:lnSpc>
              <a:spcBef>
                <a:spcPts val="1600"/>
              </a:spcBef>
              <a:spcAft>
                <a:spcPts val="0"/>
              </a:spcAft>
              <a:buSzPts val="1400"/>
              <a:buChar char="■"/>
              <a:defRPr/>
            </a:lvl6pPr>
            <a:lvl7pPr indent="-317500" lvl="6" marL="3200400" rtl="0">
              <a:lnSpc>
                <a:spcPct val="115000"/>
              </a:lnSpc>
              <a:spcBef>
                <a:spcPts val="1600"/>
              </a:spcBef>
              <a:spcAft>
                <a:spcPts val="0"/>
              </a:spcAft>
              <a:buSzPts val="1400"/>
              <a:buChar char="●"/>
              <a:defRPr/>
            </a:lvl7pPr>
            <a:lvl8pPr indent="-317500" lvl="7" marL="3657600" rtl="0">
              <a:lnSpc>
                <a:spcPct val="115000"/>
              </a:lnSpc>
              <a:spcBef>
                <a:spcPts val="1600"/>
              </a:spcBef>
              <a:spcAft>
                <a:spcPts val="0"/>
              </a:spcAft>
              <a:buSzPts val="1400"/>
              <a:buChar char="○"/>
              <a:defRPr/>
            </a:lvl8pPr>
            <a:lvl9pPr indent="-317500" lvl="8" marL="4114800" rtl="0">
              <a:lnSpc>
                <a:spcPct val="115000"/>
              </a:lnSpc>
              <a:spcBef>
                <a:spcPts val="1600"/>
              </a:spcBef>
              <a:spcAft>
                <a:spcPts val="1600"/>
              </a:spcAft>
              <a:buSzPts val="1400"/>
              <a:buChar char="■"/>
              <a:defRPr/>
            </a:lvl9pPr>
          </a:lstStyle>
          <a:p/>
        </p:txBody>
      </p:sp>
      <p:pic>
        <p:nvPicPr>
          <p:cNvPr id="187" name="Google Shape;187;p23"/>
          <p:cNvPicPr preferRelativeResize="0"/>
          <p:nvPr/>
        </p:nvPicPr>
        <p:blipFill>
          <a:blip r:embed="rId2">
            <a:alphaModFix/>
          </a:blip>
          <a:stretch>
            <a:fillRect/>
          </a:stretch>
        </p:blipFill>
        <p:spPr>
          <a:xfrm rot="8572238">
            <a:off x="4940456" y="1052626"/>
            <a:ext cx="8662987" cy="5143500"/>
          </a:xfrm>
          <a:prstGeom prst="rect">
            <a:avLst/>
          </a:prstGeom>
          <a:noFill/>
          <a:ln>
            <a:noFill/>
          </a:ln>
        </p:spPr>
      </p:pic>
      <p:sp>
        <p:nvSpPr>
          <p:cNvPr id="188" name="Google Shape;188;p23"/>
          <p:cNvSpPr/>
          <p:nvPr/>
        </p:nvSpPr>
        <p:spPr>
          <a:xfrm flipH="1" rot="1724940">
            <a:off x="8490663" y="4487094"/>
            <a:ext cx="158429" cy="158429"/>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3"/>
          <p:cNvSpPr/>
          <p:nvPr/>
        </p:nvSpPr>
        <p:spPr>
          <a:xfrm flipH="1" rot="1724940">
            <a:off x="9078438" y="758544"/>
            <a:ext cx="158429" cy="158429"/>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3"/>
          <p:cNvSpPr txBox="1"/>
          <p:nvPr>
            <p:ph idx="2" type="body"/>
          </p:nvPr>
        </p:nvSpPr>
        <p:spPr>
          <a:xfrm>
            <a:off x="4572000" y="1575925"/>
            <a:ext cx="3852000" cy="21105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1600"/>
              </a:spcBef>
              <a:spcAft>
                <a:spcPts val="0"/>
              </a:spcAft>
              <a:buSzPts val="1400"/>
              <a:buChar char="■"/>
              <a:defRPr/>
            </a:lvl3pPr>
            <a:lvl4pPr indent="-317500" lvl="3" marL="1828800" rtl="0">
              <a:lnSpc>
                <a:spcPct val="115000"/>
              </a:lnSpc>
              <a:spcBef>
                <a:spcPts val="1600"/>
              </a:spcBef>
              <a:spcAft>
                <a:spcPts val="0"/>
              </a:spcAft>
              <a:buSzPts val="1400"/>
              <a:buChar char="●"/>
              <a:defRPr/>
            </a:lvl4pPr>
            <a:lvl5pPr indent="-317500" lvl="4" marL="2286000" rtl="0">
              <a:lnSpc>
                <a:spcPct val="115000"/>
              </a:lnSpc>
              <a:spcBef>
                <a:spcPts val="1600"/>
              </a:spcBef>
              <a:spcAft>
                <a:spcPts val="0"/>
              </a:spcAft>
              <a:buSzPts val="1400"/>
              <a:buChar char="○"/>
              <a:defRPr/>
            </a:lvl5pPr>
            <a:lvl6pPr indent="-317500" lvl="5" marL="2743200" rtl="0">
              <a:lnSpc>
                <a:spcPct val="115000"/>
              </a:lnSpc>
              <a:spcBef>
                <a:spcPts val="1600"/>
              </a:spcBef>
              <a:spcAft>
                <a:spcPts val="0"/>
              </a:spcAft>
              <a:buSzPts val="1400"/>
              <a:buChar char="■"/>
              <a:defRPr/>
            </a:lvl6pPr>
            <a:lvl7pPr indent="-317500" lvl="6" marL="3200400" rtl="0">
              <a:lnSpc>
                <a:spcPct val="115000"/>
              </a:lnSpc>
              <a:spcBef>
                <a:spcPts val="1600"/>
              </a:spcBef>
              <a:spcAft>
                <a:spcPts val="0"/>
              </a:spcAft>
              <a:buSzPts val="1400"/>
              <a:buChar char="●"/>
              <a:defRPr/>
            </a:lvl7pPr>
            <a:lvl8pPr indent="-317500" lvl="7" marL="3657600" rtl="0">
              <a:lnSpc>
                <a:spcPct val="115000"/>
              </a:lnSpc>
              <a:spcBef>
                <a:spcPts val="1600"/>
              </a:spcBef>
              <a:spcAft>
                <a:spcPts val="0"/>
              </a:spcAft>
              <a:buSzPts val="1400"/>
              <a:buChar char="○"/>
              <a:defRPr/>
            </a:lvl8pPr>
            <a:lvl9pPr indent="-317500" lvl="8" marL="4114800" rtl="0">
              <a:lnSpc>
                <a:spcPct val="115000"/>
              </a:lnSpc>
              <a:spcBef>
                <a:spcPts val="1600"/>
              </a:spcBef>
              <a:spcAft>
                <a:spcPts val="1600"/>
              </a:spcAft>
              <a:buSzPts val="1400"/>
              <a:buChar char="■"/>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blipFill>
          <a:blip r:embed="rId2">
            <a:alphaModFix/>
          </a:blip>
          <a:stretch>
            <a:fillRect/>
          </a:stretch>
        </a:blipFill>
      </p:bgPr>
    </p:bg>
    <p:spTree>
      <p:nvGrpSpPr>
        <p:cNvPr id="191" name="Shape 191"/>
        <p:cNvGrpSpPr/>
        <p:nvPr/>
      </p:nvGrpSpPr>
      <p:grpSpPr>
        <a:xfrm>
          <a:off x="0" y="0"/>
          <a:ext cx="0" cy="0"/>
          <a:chOff x="0" y="0"/>
          <a:chExt cx="0" cy="0"/>
        </a:xfrm>
      </p:grpSpPr>
      <p:sp>
        <p:nvSpPr>
          <p:cNvPr id="192" name="Google Shape;192;p24"/>
          <p:cNvSpPr txBox="1"/>
          <p:nvPr>
            <p:ph type="title"/>
          </p:nvPr>
        </p:nvSpPr>
        <p:spPr>
          <a:xfrm rot="-742">
            <a:off x="1199750" y="3164749"/>
            <a:ext cx="4171800" cy="6045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1800"/>
              <a:buNone/>
              <a:defRPr sz="24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93" name="Google Shape;193;p24"/>
          <p:cNvSpPr txBox="1"/>
          <p:nvPr>
            <p:ph idx="1" type="subTitle"/>
          </p:nvPr>
        </p:nvSpPr>
        <p:spPr>
          <a:xfrm>
            <a:off x="1199750" y="1205003"/>
            <a:ext cx="4563900" cy="1959300"/>
          </a:xfrm>
          <a:prstGeom prst="rect">
            <a:avLst/>
          </a:prstGeom>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2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94" name="Google Shape;194;p24"/>
          <p:cNvSpPr/>
          <p:nvPr/>
        </p:nvSpPr>
        <p:spPr>
          <a:xfrm flipH="1" rot="-3675446">
            <a:off x="6920390" y="1010909"/>
            <a:ext cx="1225266" cy="1225266"/>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5" name="Google Shape;195;p24"/>
          <p:cNvPicPr preferRelativeResize="0"/>
          <p:nvPr/>
        </p:nvPicPr>
        <p:blipFill>
          <a:blip r:embed="rId3">
            <a:alphaModFix amt="49000"/>
          </a:blip>
          <a:stretch>
            <a:fillRect/>
          </a:stretch>
        </p:blipFill>
        <p:spPr>
          <a:xfrm flipH="1" rot="-3395977">
            <a:off x="4184947" y="664758"/>
            <a:ext cx="6747130" cy="3280279"/>
          </a:xfrm>
          <a:prstGeom prst="rect">
            <a:avLst/>
          </a:prstGeom>
          <a:noFill/>
          <a:ln>
            <a:noFill/>
          </a:ln>
        </p:spPr>
      </p:pic>
      <p:sp>
        <p:nvSpPr>
          <p:cNvPr id="196" name="Google Shape;196;p24"/>
          <p:cNvSpPr/>
          <p:nvPr/>
        </p:nvSpPr>
        <p:spPr>
          <a:xfrm flipH="1" rot="-3674101">
            <a:off x="5926868" y="3982565"/>
            <a:ext cx="443874" cy="443874"/>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4"/>
          <p:cNvSpPr/>
          <p:nvPr/>
        </p:nvSpPr>
        <p:spPr>
          <a:xfrm flipH="1" rot="-3674101">
            <a:off x="7028842" y="2082922"/>
            <a:ext cx="443874" cy="443874"/>
          </a:xfrm>
          <a:prstGeom prst="ellipse">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4"/>
          <p:cNvSpPr/>
          <p:nvPr/>
        </p:nvSpPr>
        <p:spPr>
          <a:xfrm flipH="1" rot="-3672425">
            <a:off x="7364310" y="2041184"/>
            <a:ext cx="210528" cy="210528"/>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4"/>
          <p:cNvSpPr/>
          <p:nvPr/>
        </p:nvSpPr>
        <p:spPr>
          <a:xfrm flipH="1" rot="-3676308">
            <a:off x="8176803" y="4052044"/>
            <a:ext cx="209714" cy="209714"/>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 name="Google Shape;200;p24"/>
          <p:cNvGrpSpPr/>
          <p:nvPr/>
        </p:nvGrpSpPr>
        <p:grpSpPr>
          <a:xfrm flipH="1" rot="-5400000">
            <a:off x="8268883" y="2760218"/>
            <a:ext cx="1482300" cy="1765375"/>
            <a:chOff x="307037" y="4131480"/>
            <a:chExt cx="1482300" cy="1765375"/>
          </a:xfrm>
        </p:grpSpPr>
        <p:sp>
          <p:nvSpPr>
            <p:cNvPr id="201" name="Google Shape;201;p24"/>
            <p:cNvSpPr/>
            <p:nvPr/>
          </p:nvSpPr>
          <p:spPr>
            <a:xfrm>
              <a:off x="307037" y="4414555"/>
              <a:ext cx="1482300" cy="1482300"/>
            </a:xfrm>
            <a:prstGeom prst="blockArc">
              <a:avLst>
                <a:gd fmla="val 10800000" name="adj1"/>
                <a:gd fmla="val 0" name="adj2"/>
                <a:gd fmla="val 25000" name="adj3"/>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4"/>
            <p:cNvSpPr/>
            <p:nvPr/>
          </p:nvSpPr>
          <p:spPr>
            <a:xfrm rot="3675020">
              <a:off x="522899" y="4201984"/>
              <a:ext cx="394192" cy="394192"/>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MAIN_POINT_1">
    <p:bg>
      <p:bgPr>
        <a:blipFill>
          <a:blip r:embed="rId2">
            <a:alphaModFix/>
          </a:blip>
          <a:stretch>
            <a:fillRect/>
          </a:stretch>
        </a:blipFill>
      </p:bgPr>
    </p:bg>
    <p:spTree>
      <p:nvGrpSpPr>
        <p:cNvPr id="203" name="Shape 203"/>
        <p:cNvGrpSpPr/>
        <p:nvPr/>
      </p:nvGrpSpPr>
      <p:grpSpPr>
        <a:xfrm>
          <a:off x="0" y="0"/>
          <a:ext cx="0" cy="0"/>
          <a:chOff x="0" y="0"/>
          <a:chExt cx="0" cy="0"/>
        </a:xfrm>
      </p:grpSpPr>
      <p:sp>
        <p:nvSpPr>
          <p:cNvPr id="204" name="Google Shape;204;p25"/>
          <p:cNvSpPr txBox="1"/>
          <p:nvPr>
            <p:ph idx="1" type="subTitle"/>
          </p:nvPr>
        </p:nvSpPr>
        <p:spPr>
          <a:xfrm rot="318">
            <a:off x="1324700" y="2652900"/>
            <a:ext cx="6494400" cy="10713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05" name="Google Shape;205;p25"/>
          <p:cNvSpPr txBox="1"/>
          <p:nvPr>
            <p:ph type="title"/>
          </p:nvPr>
        </p:nvSpPr>
        <p:spPr>
          <a:xfrm>
            <a:off x="720000" y="1419000"/>
            <a:ext cx="7704000" cy="123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60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pic>
        <p:nvPicPr>
          <p:cNvPr id="206" name="Google Shape;206;p25"/>
          <p:cNvPicPr preferRelativeResize="0"/>
          <p:nvPr/>
        </p:nvPicPr>
        <p:blipFill>
          <a:blip r:embed="rId3">
            <a:alphaModFix amt="50000"/>
          </a:blip>
          <a:stretch>
            <a:fillRect/>
          </a:stretch>
        </p:blipFill>
        <p:spPr>
          <a:xfrm rot="-1212016">
            <a:off x="-431407" y="-809749"/>
            <a:ext cx="5835592" cy="2362199"/>
          </a:xfrm>
          <a:prstGeom prst="rect">
            <a:avLst/>
          </a:prstGeom>
          <a:noFill/>
          <a:ln>
            <a:noFill/>
          </a:ln>
        </p:spPr>
      </p:pic>
      <p:sp>
        <p:nvSpPr>
          <p:cNvPr id="207" name="Google Shape;207;p25"/>
          <p:cNvSpPr/>
          <p:nvPr/>
        </p:nvSpPr>
        <p:spPr>
          <a:xfrm>
            <a:off x="2735075" y="412500"/>
            <a:ext cx="255000" cy="2550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5"/>
          <p:cNvSpPr/>
          <p:nvPr/>
        </p:nvSpPr>
        <p:spPr>
          <a:xfrm>
            <a:off x="6152325" y="4186400"/>
            <a:ext cx="1943100" cy="1943100"/>
          </a:xfrm>
          <a:prstGeom prst="blockArc">
            <a:avLst>
              <a:gd fmla="val 10800000" name="adj1"/>
              <a:gd fmla="val 0" name="adj2"/>
              <a:gd fmla="val 25000" name="adj3"/>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5"/>
          <p:cNvSpPr/>
          <p:nvPr/>
        </p:nvSpPr>
        <p:spPr>
          <a:xfrm>
            <a:off x="7590675" y="4186475"/>
            <a:ext cx="504900" cy="5046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5"/>
          <p:cNvSpPr/>
          <p:nvPr/>
        </p:nvSpPr>
        <p:spPr>
          <a:xfrm>
            <a:off x="-133950" y="1029132"/>
            <a:ext cx="276000" cy="2757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5"/>
          <p:cNvSpPr/>
          <p:nvPr/>
        </p:nvSpPr>
        <p:spPr>
          <a:xfrm rot="10800000">
            <a:off x="4381425" y="-709525"/>
            <a:ext cx="1419300" cy="1419300"/>
          </a:xfrm>
          <a:prstGeom prst="blockArc">
            <a:avLst>
              <a:gd fmla="val 10800000" name="adj1"/>
              <a:gd fmla="val 0" name="adj2"/>
              <a:gd fmla="val 25000" name="adj3"/>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5"/>
          <p:cNvSpPr/>
          <p:nvPr/>
        </p:nvSpPr>
        <p:spPr>
          <a:xfrm>
            <a:off x="6009675" y="5020107"/>
            <a:ext cx="276000" cy="2757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bg>
      <p:bgPr>
        <a:gradFill>
          <a:gsLst>
            <a:gs pos="0">
              <a:schemeClr val="accent2"/>
            </a:gs>
            <a:gs pos="100000">
              <a:schemeClr val="accent4"/>
            </a:gs>
          </a:gsLst>
          <a:lin ang="2698631" scaled="0"/>
        </a:gradFill>
      </p:bgPr>
    </p:bg>
    <p:spTree>
      <p:nvGrpSpPr>
        <p:cNvPr id="213" name="Shape 213"/>
        <p:cNvGrpSpPr/>
        <p:nvPr/>
      </p:nvGrpSpPr>
      <p:grpSpPr>
        <a:xfrm>
          <a:off x="0" y="0"/>
          <a:ext cx="0" cy="0"/>
          <a:chOff x="0" y="0"/>
          <a:chExt cx="0" cy="0"/>
        </a:xfrm>
      </p:grpSpPr>
      <p:sp>
        <p:nvSpPr>
          <p:cNvPr id="214" name="Google Shape;214;p26"/>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15" name="Google Shape;215;p26"/>
          <p:cNvSpPr txBox="1"/>
          <p:nvPr>
            <p:ph idx="2" type="title"/>
          </p:nvPr>
        </p:nvSpPr>
        <p:spPr>
          <a:xfrm>
            <a:off x="506850" y="2759325"/>
            <a:ext cx="2762700" cy="527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16" name="Google Shape;216;p26"/>
          <p:cNvSpPr txBox="1"/>
          <p:nvPr>
            <p:ph idx="1" type="subTitle"/>
          </p:nvPr>
        </p:nvSpPr>
        <p:spPr>
          <a:xfrm>
            <a:off x="720000" y="3132018"/>
            <a:ext cx="2336400" cy="955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17" name="Google Shape;217;p26"/>
          <p:cNvSpPr txBox="1"/>
          <p:nvPr>
            <p:ph idx="3" type="title"/>
          </p:nvPr>
        </p:nvSpPr>
        <p:spPr>
          <a:xfrm>
            <a:off x="3190650" y="2759313"/>
            <a:ext cx="2762700" cy="527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18" name="Google Shape;218;p26"/>
          <p:cNvSpPr txBox="1"/>
          <p:nvPr>
            <p:ph idx="4" type="subTitle"/>
          </p:nvPr>
        </p:nvSpPr>
        <p:spPr>
          <a:xfrm>
            <a:off x="3403800" y="3132006"/>
            <a:ext cx="2336400" cy="955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19" name="Google Shape;219;p26"/>
          <p:cNvSpPr txBox="1"/>
          <p:nvPr>
            <p:ph idx="5" type="title"/>
          </p:nvPr>
        </p:nvSpPr>
        <p:spPr>
          <a:xfrm>
            <a:off x="5874450" y="2759313"/>
            <a:ext cx="2762700" cy="527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20" name="Google Shape;220;p26"/>
          <p:cNvSpPr txBox="1"/>
          <p:nvPr>
            <p:ph idx="6" type="subTitle"/>
          </p:nvPr>
        </p:nvSpPr>
        <p:spPr>
          <a:xfrm>
            <a:off x="6087600" y="3131993"/>
            <a:ext cx="2336400" cy="955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pic>
        <p:nvPicPr>
          <p:cNvPr id="221" name="Google Shape;221;p26"/>
          <p:cNvPicPr preferRelativeResize="0"/>
          <p:nvPr/>
        </p:nvPicPr>
        <p:blipFill>
          <a:blip r:embed="rId2">
            <a:alphaModFix/>
          </a:blip>
          <a:stretch>
            <a:fillRect/>
          </a:stretch>
        </p:blipFill>
        <p:spPr>
          <a:xfrm rot="10102378">
            <a:off x="-2208044" y="-1447801"/>
            <a:ext cx="8662988" cy="5143500"/>
          </a:xfrm>
          <a:prstGeom prst="rect">
            <a:avLst/>
          </a:prstGeom>
          <a:noFill/>
          <a:ln>
            <a:noFill/>
          </a:ln>
        </p:spPr>
      </p:pic>
      <p:grpSp>
        <p:nvGrpSpPr>
          <p:cNvPr id="222" name="Google Shape;222;p26"/>
          <p:cNvGrpSpPr/>
          <p:nvPr/>
        </p:nvGrpSpPr>
        <p:grpSpPr>
          <a:xfrm flipH="1" rot="10800000">
            <a:off x="302708" y="-754845"/>
            <a:ext cx="1482300" cy="1765375"/>
            <a:chOff x="307037" y="4131480"/>
            <a:chExt cx="1482300" cy="1765375"/>
          </a:xfrm>
        </p:grpSpPr>
        <p:sp>
          <p:nvSpPr>
            <p:cNvPr id="223" name="Google Shape;223;p26"/>
            <p:cNvSpPr/>
            <p:nvPr/>
          </p:nvSpPr>
          <p:spPr>
            <a:xfrm>
              <a:off x="307037" y="4414555"/>
              <a:ext cx="1482300" cy="1482300"/>
            </a:xfrm>
            <a:prstGeom prst="blockArc">
              <a:avLst>
                <a:gd fmla="val 10800000" name="adj1"/>
                <a:gd fmla="val 0" name="adj2"/>
                <a:gd fmla="val 25000" name="adj3"/>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6"/>
            <p:cNvSpPr/>
            <p:nvPr/>
          </p:nvSpPr>
          <p:spPr>
            <a:xfrm rot="3675020">
              <a:off x="522899" y="4201984"/>
              <a:ext cx="394192" cy="394192"/>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25" name="Google Shape;225;p26"/>
          <p:cNvPicPr preferRelativeResize="0"/>
          <p:nvPr/>
        </p:nvPicPr>
        <p:blipFill>
          <a:blip r:embed="rId2">
            <a:alphaModFix/>
          </a:blip>
          <a:stretch>
            <a:fillRect/>
          </a:stretch>
        </p:blipFill>
        <p:spPr>
          <a:xfrm>
            <a:off x="1888206" y="1920950"/>
            <a:ext cx="8662988" cy="5143500"/>
          </a:xfrm>
          <a:prstGeom prst="rect">
            <a:avLst/>
          </a:prstGeom>
          <a:noFill/>
          <a:ln>
            <a:noFill/>
          </a:ln>
        </p:spPr>
      </p:pic>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bg>
      <p:bgPr>
        <a:gradFill>
          <a:gsLst>
            <a:gs pos="0">
              <a:schemeClr val="accent2"/>
            </a:gs>
            <a:gs pos="100000">
              <a:schemeClr val="accent4"/>
            </a:gs>
          </a:gsLst>
          <a:lin ang="2698631" scaled="0"/>
        </a:gradFill>
      </p:bgPr>
    </p:bg>
    <p:spTree>
      <p:nvGrpSpPr>
        <p:cNvPr id="226" name="Shape 226"/>
        <p:cNvGrpSpPr/>
        <p:nvPr/>
      </p:nvGrpSpPr>
      <p:grpSpPr>
        <a:xfrm>
          <a:off x="0" y="0"/>
          <a:ext cx="0" cy="0"/>
          <a:chOff x="0" y="0"/>
          <a:chExt cx="0" cy="0"/>
        </a:xfrm>
      </p:grpSpPr>
      <p:sp>
        <p:nvSpPr>
          <p:cNvPr id="227" name="Google Shape;227;p27"/>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28" name="Google Shape;228;p27"/>
          <p:cNvSpPr txBox="1"/>
          <p:nvPr>
            <p:ph idx="2" type="title"/>
          </p:nvPr>
        </p:nvSpPr>
        <p:spPr>
          <a:xfrm>
            <a:off x="1005225" y="2497006"/>
            <a:ext cx="2011800" cy="3804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29" name="Google Shape;229;p27"/>
          <p:cNvSpPr txBox="1"/>
          <p:nvPr>
            <p:ph idx="1" type="subTitle"/>
          </p:nvPr>
        </p:nvSpPr>
        <p:spPr>
          <a:xfrm>
            <a:off x="1005225" y="2801876"/>
            <a:ext cx="2011800" cy="1460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30" name="Google Shape;230;p27"/>
          <p:cNvSpPr txBox="1"/>
          <p:nvPr>
            <p:ph idx="3" type="title"/>
          </p:nvPr>
        </p:nvSpPr>
        <p:spPr>
          <a:xfrm>
            <a:off x="3566100" y="2495206"/>
            <a:ext cx="2011800" cy="3840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31" name="Google Shape;231;p27"/>
          <p:cNvSpPr txBox="1"/>
          <p:nvPr>
            <p:ph idx="4" type="subTitle"/>
          </p:nvPr>
        </p:nvSpPr>
        <p:spPr>
          <a:xfrm>
            <a:off x="3566550" y="2801876"/>
            <a:ext cx="2010900" cy="1460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32" name="Google Shape;232;p27"/>
          <p:cNvSpPr txBox="1"/>
          <p:nvPr>
            <p:ph idx="5" type="title"/>
          </p:nvPr>
        </p:nvSpPr>
        <p:spPr>
          <a:xfrm>
            <a:off x="6126975" y="2495206"/>
            <a:ext cx="2011800" cy="3840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33" name="Google Shape;233;p27"/>
          <p:cNvSpPr txBox="1"/>
          <p:nvPr>
            <p:ph idx="6" type="subTitle"/>
          </p:nvPr>
        </p:nvSpPr>
        <p:spPr>
          <a:xfrm>
            <a:off x="6126975" y="2801876"/>
            <a:ext cx="2011800" cy="1460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pic>
        <p:nvPicPr>
          <p:cNvPr id="234" name="Google Shape;234;p27"/>
          <p:cNvPicPr preferRelativeResize="0"/>
          <p:nvPr/>
        </p:nvPicPr>
        <p:blipFill>
          <a:blip r:embed="rId2">
            <a:alphaModFix/>
          </a:blip>
          <a:stretch>
            <a:fillRect/>
          </a:stretch>
        </p:blipFill>
        <p:spPr>
          <a:xfrm rot="-2227762">
            <a:off x="-4421119" y="-1039274"/>
            <a:ext cx="8662987" cy="5143500"/>
          </a:xfrm>
          <a:prstGeom prst="rect">
            <a:avLst/>
          </a:prstGeom>
          <a:noFill/>
          <a:ln>
            <a:noFill/>
          </a:ln>
        </p:spPr>
      </p:pic>
      <p:sp>
        <p:nvSpPr>
          <p:cNvPr id="235" name="Google Shape;235;p27"/>
          <p:cNvSpPr/>
          <p:nvPr/>
        </p:nvSpPr>
        <p:spPr>
          <a:xfrm flipH="1" rot="-9075060">
            <a:off x="533233" y="511329"/>
            <a:ext cx="158429" cy="158429"/>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7"/>
          <p:cNvSpPr/>
          <p:nvPr/>
        </p:nvSpPr>
        <p:spPr>
          <a:xfrm flipH="1" rot="-9075060">
            <a:off x="-54542" y="4239879"/>
            <a:ext cx="158429" cy="158429"/>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bg>
      <p:bgPr>
        <a:gradFill>
          <a:gsLst>
            <a:gs pos="0">
              <a:schemeClr val="accent2"/>
            </a:gs>
            <a:gs pos="100000">
              <a:schemeClr val="accent4"/>
            </a:gs>
          </a:gsLst>
          <a:lin ang="2698631" scaled="0"/>
        </a:gradFill>
      </p:bgPr>
    </p:bg>
    <p:spTree>
      <p:nvGrpSpPr>
        <p:cNvPr id="237" name="Shape 237"/>
        <p:cNvGrpSpPr/>
        <p:nvPr/>
      </p:nvGrpSpPr>
      <p:grpSpPr>
        <a:xfrm>
          <a:off x="0" y="0"/>
          <a:ext cx="0" cy="0"/>
          <a:chOff x="0" y="0"/>
          <a:chExt cx="0" cy="0"/>
        </a:xfrm>
      </p:grpSpPr>
      <p:sp>
        <p:nvSpPr>
          <p:cNvPr id="238" name="Google Shape;238;p28"/>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39" name="Google Shape;239;p28"/>
          <p:cNvSpPr txBox="1"/>
          <p:nvPr>
            <p:ph idx="2" type="title"/>
          </p:nvPr>
        </p:nvSpPr>
        <p:spPr>
          <a:xfrm>
            <a:off x="940913" y="1788688"/>
            <a:ext cx="2432400" cy="357900"/>
          </a:xfrm>
          <a:prstGeom prst="rect">
            <a:avLst/>
          </a:prstGeom>
          <a:noFill/>
          <a:ln>
            <a:noFill/>
          </a:ln>
        </p:spPr>
        <p:txBody>
          <a:bodyPr anchorCtr="0" anchor="ctr" bIns="91425" lIns="91425" spcFirstLastPara="1" rIns="91425" wrap="square" tIns="91425">
            <a:noAutofit/>
          </a:bodyPr>
          <a:lstStyle>
            <a:lvl1pPr lvl="0" rtl="0" algn="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40" name="Google Shape;240;p28"/>
          <p:cNvSpPr txBox="1"/>
          <p:nvPr>
            <p:ph idx="1" type="subTitle"/>
          </p:nvPr>
        </p:nvSpPr>
        <p:spPr>
          <a:xfrm>
            <a:off x="938847" y="2109250"/>
            <a:ext cx="2436600" cy="5643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41" name="Google Shape;241;p28"/>
          <p:cNvSpPr txBox="1"/>
          <p:nvPr>
            <p:ph idx="3" type="title"/>
          </p:nvPr>
        </p:nvSpPr>
        <p:spPr>
          <a:xfrm>
            <a:off x="5772755" y="1777850"/>
            <a:ext cx="2432400" cy="3567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42" name="Google Shape;242;p28"/>
          <p:cNvSpPr txBox="1"/>
          <p:nvPr>
            <p:ph idx="4" type="subTitle"/>
          </p:nvPr>
        </p:nvSpPr>
        <p:spPr>
          <a:xfrm>
            <a:off x="5772763" y="2097800"/>
            <a:ext cx="2432400" cy="564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43" name="Google Shape;243;p28"/>
          <p:cNvSpPr txBox="1"/>
          <p:nvPr>
            <p:ph idx="5" type="title"/>
          </p:nvPr>
        </p:nvSpPr>
        <p:spPr>
          <a:xfrm>
            <a:off x="940938" y="3406850"/>
            <a:ext cx="2432400" cy="356700"/>
          </a:xfrm>
          <a:prstGeom prst="rect">
            <a:avLst/>
          </a:prstGeom>
          <a:noFill/>
          <a:ln>
            <a:noFill/>
          </a:ln>
        </p:spPr>
        <p:txBody>
          <a:bodyPr anchorCtr="0" anchor="ctr" bIns="91425" lIns="91425" spcFirstLastPara="1" rIns="91425" wrap="square" tIns="91425">
            <a:noAutofit/>
          </a:bodyPr>
          <a:lstStyle>
            <a:lvl1pPr lvl="0" rtl="0" algn="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44" name="Google Shape;244;p28"/>
          <p:cNvSpPr txBox="1"/>
          <p:nvPr>
            <p:ph idx="6" type="subTitle"/>
          </p:nvPr>
        </p:nvSpPr>
        <p:spPr>
          <a:xfrm>
            <a:off x="938837" y="3728469"/>
            <a:ext cx="2436600" cy="5643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45" name="Google Shape;245;p28"/>
          <p:cNvSpPr txBox="1"/>
          <p:nvPr>
            <p:ph idx="7" type="title"/>
          </p:nvPr>
        </p:nvSpPr>
        <p:spPr>
          <a:xfrm>
            <a:off x="5772743" y="3406850"/>
            <a:ext cx="2432400" cy="3567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46" name="Google Shape;246;p28"/>
          <p:cNvSpPr txBox="1"/>
          <p:nvPr>
            <p:ph idx="8" type="subTitle"/>
          </p:nvPr>
        </p:nvSpPr>
        <p:spPr>
          <a:xfrm>
            <a:off x="5772752" y="3728469"/>
            <a:ext cx="2432400" cy="564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pic>
        <p:nvPicPr>
          <p:cNvPr id="247" name="Google Shape;247;p28"/>
          <p:cNvPicPr preferRelativeResize="0"/>
          <p:nvPr/>
        </p:nvPicPr>
        <p:blipFill>
          <a:blip r:embed="rId2">
            <a:alphaModFix amt="60000"/>
          </a:blip>
          <a:stretch>
            <a:fillRect/>
          </a:stretch>
        </p:blipFill>
        <p:spPr>
          <a:xfrm flipH="1" rot="3092066">
            <a:off x="6101000" y="183101"/>
            <a:ext cx="5188645" cy="2522600"/>
          </a:xfrm>
          <a:prstGeom prst="rect">
            <a:avLst/>
          </a:prstGeom>
          <a:noFill/>
          <a:ln>
            <a:noFill/>
          </a:ln>
        </p:spPr>
      </p:pic>
      <p:sp>
        <p:nvSpPr>
          <p:cNvPr id="248" name="Google Shape;248;p28"/>
          <p:cNvSpPr/>
          <p:nvPr/>
        </p:nvSpPr>
        <p:spPr>
          <a:xfrm flipH="1" rot="-3675020">
            <a:off x="6499692" y="119809"/>
            <a:ext cx="394192" cy="394192"/>
          </a:xfrm>
          <a:prstGeom prst="ellipse">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8"/>
          <p:cNvSpPr/>
          <p:nvPr/>
        </p:nvSpPr>
        <p:spPr>
          <a:xfrm flipH="1" rot="-3672803">
            <a:off x="8684843" y="783673"/>
            <a:ext cx="186897" cy="186897"/>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8"/>
          <p:cNvSpPr/>
          <p:nvPr/>
        </p:nvSpPr>
        <p:spPr>
          <a:xfrm flipH="1" rot="-3675020">
            <a:off x="8894229" y="2919909"/>
            <a:ext cx="394192" cy="394192"/>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bg>
      <p:bgPr>
        <a:gradFill>
          <a:gsLst>
            <a:gs pos="0">
              <a:schemeClr val="accent2"/>
            </a:gs>
            <a:gs pos="100000">
              <a:schemeClr val="accent4"/>
            </a:gs>
          </a:gsLst>
          <a:lin ang="2698631" scaled="0"/>
        </a:gradFill>
      </p:bgPr>
    </p:bg>
    <p:spTree>
      <p:nvGrpSpPr>
        <p:cNvPr id="251" name="Shape 251"/>
        <p:cNvGrpSpPr/>
        <p:nvPr/>
      </p:nvGrpSpPr>
      <p:grpSpPr>
        <a:xfrm>
          <a:off x="0" y="0"/>
          <a:ext cx="0" cy="0"/>
          <a:chOff x="0" y="0"/>
          <a:chExt cx="0" cy="0"/>
        </a:xfrm>
      </p:grpSpPr>
      <p:sp>
        <p:nvSpPr>
          <p:cNvPr id="252" name="Google Shape;252;p29"/>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53" name="Google Shape;253;p29"/>
          <p:cNvSpPr txBox="1"/>
          <p:nvPr>
            <p:ph idx="2" type="title"/>
          </p:nvPr>
        </p:nvSpPr>
        <p:spPr>
          <a:xfrm>
            <a:off x="1073575" y="2026013"/>
            <a:ext cx="2057400" cy="36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54" name="Google Shape;254;p29"/>
          <p:cNvSpPr txBox="1"/>
          <p:nvPr>
            <p:ph idx="1" type="subTitle"/>
          </p:nvPr>
        </p:nvSpPr>
        <p:spPr>
          <a:xfrm>
            <a:off x="1073575" y="2344600"/>
            <a:ext cx="2057400" cy="561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55" name="Google Shape;255;p29"/>
          <p:cNvSpPr txBox="1"/>
          <p:nvPr>
            <p:ph idx="3" type="title"/>
          </p:nvPr>
        </p:nvSpPr>
        <p:spPr>
          <a:xfrm>
            <a:off x="3543033" y="2026013"/>
            <a:ext cx="2057400" cy="36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56" name="Google Shape;256;p29"/>
          <p:cNvSpPr txBox="1"/>
          <p:nvPr>
            <p:ph idx="4" type="subTitle"/>
          </p:nvPr>
        </p:nvSpPr>
        <p:spPr>
          <a:xfrm>
            <a:off x="3543059" y="2344600"/>
            <a:ext cx="2057400" cy="561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57" name="Google Shape;257;p29"/>
          <p:cNvSpPr txBox="1"/>
          <p:nvPr>
            <p:ph idx="5" type="title"/>
          </p:nvPr>
        </p:nvSpPr>
        <p:spPr>
          <a:xfrm>
            <a:off x="1073838" y="3711775"/>
            <a:ext cx="2057400" cy="365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58" name="Google Shape;258;p29"/>
          <p:cNvSpPr txBox="1"/>
          <p:nvPr>
            <p:ph idx="6" type="subTitle"/>
          </p:nvPr>
        </p:nvSpPr>
        <p:spPr>
          <a:xfrm>
            <a:off x="1073838" y="4045800"/>
            <a:ext cx="2057400" cy="557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59" name="Google Shape;259;p29"/>
          <p:cNvSpPr txBox="1"/>
          <p:nvPr>
            <p:ph idx="7" type="title"/>
          </p:nvPr>
        </p:nvSpPr>
        <p:spPr>
          <a:xfrm>
            <a:off x="3543319" y="3711775"/>
            <a:ext cx="2057400" cy="365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60" name="Google Shape;260;p29"/>
          <p:cNvSpPr txBox="1"/>
          <p:nvPr>
            <p:ph idx="8" type="subTitle"/>
          </p:nvPr>
        </p:nvSpPr>
        <p:spPr>
          <a:xfrm>
            <a:off x="3543059" y="4045800"/>
            <a:ext cx="2057400" cy="557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61" name="Google Shape;261;p29"/>
          <p:cNvSpPr txBox="1"/>
          <p:nvPr>
            <p:ph idx="9" type="title"/>
          </p:nvPr>
        </p:nvSpPr>
        <p:spPr>
          <a:xfrm>
            <a:off x="6010149" y="2026013"/>
            <a:ext cx="2057400" cy="36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62" name="Google Shape;262;p29"/>
          <p:cNvSpPr txBox="1"/>
          <p:nvPr>
            <p:ph idx="13" type="subTitle"/>
          </p:nvPr>
        </p:nvSpPr>
        <p:spPr>
          <a:xfrm>
            <a:off x="6010150" y="2344600"/>
            <a:ext cx="2059800" cy="561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63" name="Google Shape;263;p29"/>
          <p:cNvSpPr txBox="1"/>
          <p:nvPr>
            <p:ph idx="14" type="title"/>
          </p:nvPr>
        </p:nvSpPr>
        <p:spPr>
          <a:xfrm>
            <a:off x="6011348" y="3711775"/>
            <a:ext cx="2057400" cy="365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64" name="Google Shape;264;p29"/>
          <p:cNvSpPr txBox="1"/>
          <p:nvPr>
            <p:ph idx="15" type="subTitle"/>
          </p:nvPr>
        </p:nvSpPr>
        <p:spPr>
          <a:xfrm>
            <a:off x="6010148" y="4045800"/>
            <a:ext cx="2059800" cy="557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pic>
        <p:nvPicPr>
          <p:cNvPr id="265" name="Google Shape;265;p29"/>
          <p:cNvPicPr preferRelativeResize="0"/>
          <p:nvPr/>
        </p:nvPicPr>
        <p:blipFill>
          <a:blip r:embed="rId2">
            <a:alphaModFix/>
          </a:blip>
          <a:stretch>
            <a:fillRect/>
          </a:stretch>
        </p:blipFill>
        <p:spPr>
          <a:xfrm rot="-2227762">
            <a:off x="-4421119" y="-1039274"/>
            <a:ext cx="8662987" cy="5143500"/>
          </a:xfrm>
          <a:prstGeom prst="rect">
            <a:avLst/>
          </a:prstGeom>
          <a:noFill/>
          <a:ln>
            <a:noFill/>
          </a:ln>
        </p:spPr>
      </p:pic>
      <p:sp>
        <p:nvSpPr>
          <p:cNvPr id="266" name="Google Shape;266;p29"/>
          <p:cNvSpPr/>
          <p:nvPr/>
        </p:nvSpPr>
        <p:spPr>
          <a:xfrm flipH="1" rot="-9075060">
            <a:off x="533233" y="511329"/>
            <a:ext cx="158429" cy="158429"/>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9"/>
          <p:cNvSpPr/>
          <p:nvPr/>
        </p:nvSpPr>
        <p:spPr>
          <a:xfrm flipH="1" rot="-9075060">
            <a:off x="-54542" y="4239879"/>
            <a:ext cx="158429" cy="158429"/>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 name="Google Shape;268;p29"/>
          <p:cNvGrpSpPr/>
          <p:nvPr/>
        </p:nvGrpSpPr>
        <p:grpSpPr>
          <a:xfrm flipH="1" rot="-5400000">
            <a:off x="8268883" y="2760218"/>
            <a:ext cx="1482300" cy="1765375"/>
            <a:chOff x="307037" y="4131480"/>
            <a:chExt cx="1482300" cy="1765375"/>
          </a:xfrm>
        </p:grpSpPr>
        <p:sp>
          <p:nvSpPr>
            <p:cNvPr id="269" name="Google Shape;269;p29"/>
            <p:cNvSpPr/>
            <p:nvPr/>
          </p:nvSpPr>
          <p:spPr>
            <a:xfrm>
              <a:off x="307037" y="4414555"/>
              <a:ext cx="1482300" cy="1482300"/>
            </a:xfrm>
            <a:prstGeom prst="blockArc">
              <a:avLst>
                <a:gd fmla="val 10800000" name="adj1"/>
                <a:gd fmla="val 0" name="adj2"/>
                <a:gd fmla="val 25000" name="adj3"/>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9"/>
            <p:cNvSpPr/>
            <p:nvPr/>
          </p:nvSpPr>
          <p:spPr>
            <a:xfrm rot="3675020">
              <a:off x="522899" y="4201984"/>
              <a:ext cx="394192" cy="394192"/>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bg>
      <p:bgPr>
        <a:blipFill>
          <a:blip r:embed="rId2">
            <a:alphaModFix/>
          </a:blip>
          <a:stretch>
            <a:fillRect/>
          </a:stretch>
        </a:blipFill>
      </p:bgPr>
    </p:bg>
    <p:spTree>
      <p:nvGrpSpPr>
        <p:cNvPr id="271" name="Shape 271"/>
        <p:cNvGrpSpPr/>
        <p:nvPr/>
      </p:nvGrpSpPr>
      <p:grpSpPr>
        <a:xfrm>
          <a:off x="0" y="0"/>
          <a:ext cx="0" cy="0"/>
          <a:chOff x="0" y="0"/>
          <a:chExt cx="0" cy="0"/>
        </a:xfrm>
      </p:grpSpPr>
      <p:sp>
        <p:nvSpPr>
          <p:cNvPr id="272" name="Google Shape;272;p30"/>
          <p:cNvSpPr txBox="1"/>
          <p:nvPr>
            <p:ph hasCustomPrompt="1" type="title"/>
          </p:nvPr>
        </p:nvSpPr>
        <p:spPr>
          <a:xfrm rot="-270">
            <a:off x="2665475" y="611525"/>
            <a:ext cx="3813000" cy="6435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200"/>
              <a:buNone/>
              <a:defRPr sz="36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73" name="Google Shape;273;p30"/>
          <p:cNvSpPr txBox="1"/>
          <p:nvPr>
            <p:ph idx="1" type="subTitle"/>
          </p:nvPr>
        </p:nvSpPr>
        <p:spPr>
          <a:xfrm>
            <a:off x="2665522" y="1228327"/>
            <a:ext cx="3813000" cy="34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74" name="Google Shape;274;p30"/>
          <p:cNvSpPr txBox="1"/>
          <p:nvPr>
            <p:ph hasCustomPrompt="1" idx="2" type="title"/>
          </p:nvPr>
        </p:nvSpPr>
        <p:spPr>
          <a:xfrm>
            <a:off x="2667932" y="3572563"/>
            <a:ext cx="3808200" cy="6402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200"/>
              <a:buNone/>
              <a:defRPr sz="36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75" name="Google Shape;275;p30"/>
          <p:cNvSpPr txBox="1"/>
          <p:nvPr>
            <p:ph idx="3" type="subTitle"/>
          </p:nvPr>
        </p:nvSpPr>
        <p:spPr>
          <a:xfrm>
            <a:off x="2670351" y="4203750"/>
            <a:ext cx="3808200" cy="338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76" name="Google Shape;276;p30"/>
          <p:cNvSpPr txBox="1"/>
          <p:nvPr>
            <p:ph hasCustomPrompt="1" idx="4" type="title"/>
          </p:nvPr>
        </p:nvSpPr>
        <p:spPr>
          <a:xfrm>
            <a:off x="2667874" y="2082458"/>
            <a:ext cx="3808200" cy="6402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200"/>
              <a:buNone/>
              <a:defRPr sz="36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77" name="Google Shape;277;p30"/>
          <p:cNvSpPr txBox="1"/>
          <p:nvPr>
            <p:ph idx="5" type="subTitle"/>
          </p:nvPr>
        </p:nvSpPr>
        <p:spPr>
          <a:xfrm>
            <a:off x="2667885" y="2722645"/>
            <a:ext cx="3808200" cy="338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pic>
        <p:nvPicPr>
          <p:cNvPr id="278" name="Google Shape;278;p30"/>
          <p:cNvPicPr preferRelativeResize="0"/>
          <p:nvPr/>
        </p:nvPicPr>
        <p:blipFill>
          <a:blip r:embed="rId3">
            <a:alphaModFix amt="49000"/>
          </a:blip>
          <a:stretch>
            <a:fillRect/>
          </a:stretch>
        </p:blipFill>
        <p:spPr>
          <a:xfrm flipH="1" rot="6786017">
            <a:off x="-2215630" y="1004870"/>
            <a:ext cx="6747132" cy="3280279"/>
          </a:xfrm>
          <a:prstGeom prst="rect">
            <a:avLst/>
          </a:prstGeom>
          <a:noFill/>
          <a:ln>
            <a:noFill/>
          </a:ln>
        </p:spPr>
      </p:pic>
      <p:grpSp>
        <p:nvGrpSpPr>
          <p:cNvPr id="279" name="Google Shape;279;p30"/>
          <p:cNvGrpSpPr/>
          <p:nvPr/>
        </p:nvGrpSpPr>
        <p:grpSpPr>
          <a:xfrm flipH="1" rot="5400000">
            <a:off x="-591034" y="652627"/>
            <a:ext cx="1482300" cy="1765375"/>
            <a:chOff x="307037" y="4131480"/>
            <a:chExt cx="1482300" cy="1765375"/>
          </a:xfrm>
        </p:grpSpPr>
        <p:sp>
          <p:nvSpPr>
            <p:cNvPr id="280" name="Google Shape;280;p30"/>
            <p:cNvSpPr/>
            <p:nvPr/>
          </p:nvSpPr>
          <p:spPr>
            <a:xfrm>
              <a:off x="307037" y="4414555"/>
              <a:ext cx="1482300" cy="1482300"/>
            </a:xfrm>
            <a:prstGeom prst="blockArc">
              <a:avLst>
                <a:gd fmla="val 10800000" name="adj1"/>
                <a:gd fmla="val 0" name="adj2"/>
                <a:gd fmla="val 25000" name="adj3"/>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0"/>
            <p:cNvSpPr/>
            <p:nvPr/>
          </p:nvSpPr>
          <p:spPr>
            <a:xfrm rot="3675020">
              <a:off x="522899" y="4201984"/>
              <a:ext cx="394192" cy="394192"/>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 name="Google Shape;282;p30"/>
          <p:cNvSpPr/>
          <p:nvPr/>
        </p:nvSpPr>
        <p:spPr>
          <a:xfrm rot="3678880">
            <a:off x="8399963" y="1025937"/>
            <a:ext cx="348126" cy="348126"/>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0"/>
          <p:cNvSpPr/>
          <p:nvPr/>
        </p:nvSpPr>
        <p:spPr>
          <a:xfrm rot="3678203">
            <a:off x="8589000" y="1448465"/>
            <a:ext cx="923419" cy="923419"/>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0"/>
          <p:cNvSpPr/>
          <p:nvPr/>
        </p:nvSpPr>
        <p:spPr>
          <a:xfrm rot="3677995">
            <a:off x="8664221" y="2217693"/>
            <a:ext cx="183664" cy="183664"/>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 name="Google Shape;285;p30"/>
          <p:cNvGrpSpPr/>
          <p:nvPr/>
        </p:nvGrpSpPr>
        <p:grpSpPr>
          <a:xfrm>
            <a:off x="7471966" y="4126177"/>
            <a:ext cx="1482300" cy="1765375"/>
            <a:chOff x="307037" y="4131480"/>
            <a:chExt cx="1482300" cy="1765375"/>
          </a:xfrm>
        </p:grpSpPr>
        <p:sp>
          <p:nvSpPr>
            <p:cNvPr id="286" name="Google Shape;286;p30"/>
            <p:cNvSpPr/>
            <p:nvPr/>
          </p:nvSpPr>
          <p:spPr>
            <a:xfrm>
              <a:off x="307037" y="4414555"/>
              <a:ext cx="1482300" cy="1482300"/>
            </a:xfrm>
            <a:prstGeom prst="blockArc">
              <a:avLst>
                <a:gd fmla="val 10800000" name="adj1"/>
                <a:gd fmla="val 0" name="adj2"/>
                <a:gd fmla="val 25000" name="adj3"/>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0"/>
            <p:cNvSpPr/>
            <p:nvPr/>
          </p:nvSpPr>
          <p:spPr>
            <a:xfrm rot="3675020">
              <a:off x="522899" y="4201984"/>
              <a:ext cx="394192" cy="394192"/>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TITLE_AND_TWO_COLUMNS_1">
    <p:bg>
      <p:bgPr>
        <a:gradFill>
          <a:gsLst>
            <a:gs pos="0">
              <a:schemeClr val="accent2"/>
            </a:gs>
            <a:gs pos="100000">
              <a:schemeClr val="accent4"/>
            </a:gs>
          </a:gsLst>
          <a:lin ang="2698631" scaled="0"/>
        </a:gradFill>
      </p:bgPr>
    </p:bg>
    <p:spTree>
      <p:nvGrpSpPr>
        <p:cNvPr id="288" name="Shape 288"/>
        <p:cNvGrpSpPr/>
        <p:nvPr/>
      </p:nvGrpSpPr>
      <p:grpSpPr>
        <a:xfrm>
          <a:off x="0" y="0"/>
          <a:ext cx="0" cy="0"/>
          <a:chOff x="0" y="0"/>
          <a:chExt cx="0" cy="0"/>
        </a:xfrm>
      </p:grpSpPr>
      <p:sp>
        <p:nvSpPr>
          <p:cNvPr id="289" name="Google Shape;289;p31"/>
          <p:cNvSpPr txBox="1"/>
          <p:nvPr>
            <p:ph idx="1" type="subTitle"/>
          </p:nvPr>
        </p:nvSpPr>
        <p:spPr>
          <a:xfrm>
            <a:off x="1290775" y="3998325"/>
            <a:ext cx="2907600" cy="39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0" name="Google Shape;290;p31"/>
          <p:cNvSpPr txBox="1"/>
          <p:nvPr>
            <p:ph idx="2" type="subTitle"/>
          </p:nvPr>
        </p:nvSpPr>
        <p:spPr>
          <a:xfrm>
            <a:off x="4945650" y="3998325"/>
            <a:ext cx="2907600" cy="39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1" name="Google Shape;291;p31"/>
          <p:cNvSpPr txBox="1"/>
          <p:nvPr>
            <p:ph hasCustomPrompt="1" type="title"/>
          </p:nvPr>
        </p:nvSpPr>
        <p:spPr>
          <a:xfrm>
            <a:off x="1290775" y="3147525"/>
            <a:ext cx="2907600" cy="8508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92" name="Google Shape;292;p31"/>
          <p:cNvSpPr txBox="1"/>
          <p:nvPr>
            <p:ph hasCustomPrompt="1" idx="3" type="title"/>
          </p:nvPr>
        </p:nvSpPr>
        <p:spPr>
          <a:xfrm>
            <a:off x="4945650" y="3147525"/>
            <a:ext cx="2907600" cy="8508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93" name="Google Shape;293;p31"/>
          <p:cNvSpPr txBox="1"/>
          <p:nvPr>
            <p:ph idx="4" type="title"/>
          </p:nvPr>
        </p:nvSpPr>
        <p:spPr>
          <a:xfrm>
            <a:off x="720000" y="584500"/>
            <a:ext cx="7704000" cy="3291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pic>
        <p:nvPicPr>
          <p:cNvPr id="294" name="Google Shape;294;p31"/>
          <p:cNvPicPr preferRelativeResize="0"/>
          <p:nvPr/>
        </p:nvPicPr>
        <p:blipFill>
          <a:blip r:embed="rId2">
            <a:alphaModFix/>
          </a:blip>
          <a:stretch>
            <a:fillRect/>
          </a:stretch>
        </p:blipFill>
        <p:spPr>
          <a:xfrm flipH="1" rot="3340112">
            <a:off x="4853563" y="-567060"/>
            <a:ext cx="8662985" cy="5143499"/>
          </a:xfrm>
          <a:prstGeom prst="rect">
            <a:avLst/>
          </a:prstGeom>
          <a:noFill/>
          <a:ln>
            <a:noFill/>
          </a:ln>
        </p:spPr>
      </p:pic>
      <p:sp>
        <p:nvSpPr>
          <p:cNvPr id="295" name="Google Shape;295;p31"/>
          <p:cNvSpPr/>
          <p:nvPr/>
        </p:nvSpPr>
        <p:spPr>
          <a:xfrm rot="10185200">
            <a:off x="8752340" y="853642"/>
            <a:ext cx="158528" cy="158528"/>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1"/>
          <p:cNvSpPr/>
          <p:nvPr/>
        </p:nvSpPr>
        <p:spPr>
          <a:xfrm rot="10185200">
            <a:off x="8124110" y="4575589"/>
            <a:ext cx="158528" cy="158528"/>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97" name="Google Shape;297;p31"/>
          <p:cNvPicPr preferRelativeResize="0"/>
          <p:nvPr/>
        </p:nvPicPr>
        <p:blipFill>
          <a:blip r:embed="rId2">
            <a:alphaModFix/>
          </a:blip>
          <a:stretch>
            <a:fillRect/>
          </a:stretch>
        </p:blipFill>
        <p:spPr>
          <a:xfrm rot="7572410">
            <a:off x="-2788914" y="-1077375"/>
            <a:ext cx="8662986" cy="5143499"/>
          </a:xfrm>
          <a:prstGeom prst="rect">
            <a:avLst/>
          </a:prstGeom>
          <a:noFill/>
          <a:ln>
            <a:noFill/>
          </a:ln>
        </p:spPr>
      </p:pic>
      <p:sp>
        <p:nvSpPr>
          <p:cNvPr id="298" name="Google Shape;298;p31"/>
          <p:cNvSpPr/>
          <p:nvPr/>
        </p:nvSpPr>
        <p:spPr>
          <a:xfrm rot="-728415">
            <a:off x="900419" y="599382"/>
            <a:ext cx="158341" cy="158341"/>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1"/>
          <p:cNvSpPr/>
          <p:nvPr/>
        </p:nvSpPr>
        <p:spPr>
          <a:xfrm rot="-728415">
            <a:off x="640829" y="3493745"/>
            <a:ext cx="158341" cy="158341"/>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bg>
      <p:bgPr>
        <a:blipFill>
          <a:blip r:embed="rId2">
            <a:alphaModFix/>
          </a:blip>
          <a:stretch>
            <a:fillRect/>
          </a:stretch>
        </a:blipFill>
      </p:bgPr>
    </p:bg>
    <p:spTree>
      <p:nvGrpSpPr>
        <p:cNvPr id="300" name="Shape 300"/>
        <p:cNvGrpSpPr/>
        <p:nvPr/>
      </p:nvGrpSpPr>
      <p:grpSpPr>
        <a:xfrm>
          <a:off x="0" y="0"/>
          <a:ext cx="0" cy="0"/>
          <a:chOff x="0" y="0"/>
          <a:chExt cx="0" cy="0"/>
        </a:xfrm>
      </p:grpSpPr>
      <p:sp>
        <p:nvSpPr>
          <p:cNvPr id="301" name="Google Shape;301;p32"/>
          <p:cNvSpPr txBox="1"/>
          <p:nvPr/>
        </p:nvSpPr>
        <p:spPr>
          <a:xfrm>
            <a:off x="2779400" y="3488875"/>
            <a:ext cx="3585300" cy="700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100">
                <a:solidFill>
                  <a:schemeClr val="accent5"/>
                </a:solidFill>
                <a:latin typeface="Oxygen"/>
                <a:ea typeface="Oxygen"/>
                <a:cs typeface="Oxygen"/>
                <a:sym typeface="Oxygen"/>
              </a:rPr>
              <a:t>CREDITS:</a:t>
            </a:r>
            <a:r>
              <a:rPr lang="en" sz="1100">
                <a:solidFill>
                  <a:schemeClr val="lt1"/>
                </a:solidFill>
                <a:latin typeface="Oxygen"/>
                <a:ea typeface="Oxygen"/>
                <a:cs typeface="Oxygen"/>
                <a:sym typeface="Oxygen"/>
              </a:rPr>
              <a:t> This presentation template was created by </a:t>
            </a:r>
            <a:r>
              <a:rPr b="1" lang="en" sz="1100">
                <a:solidFill>
                  <a:schemeClr val="accent5"/>
                </a:solidFill>
                <a:uFill>
                  <a:noFill/>
                </a:uFill>
                <a:latin typeface="Oxygen"/>
                <a:ea typeface="Oxygen"/>
                <a:cs typeface="Oxygen"/>
                <a:sym typeface="Oxygen"/>
                <a:hlinkClick r:id="rId3">
                  <a:extLst>
                    <a:ext uri="{A12FA001-AC4F-418D-AE19-62706E023703}">
                      <ahyp:hlinkClr val="tx"/>
                    </a:ext>
                  </a:extLst>
                </a:hlinkClick>
              </a:rPr>
              <a:t>Slidesgo</a:t>
            </a:r>
            <a:r>
              <a:rPr b="1" lang="en" sz="1100">
                <a:solidFill>
                  <a:schemeClr val="accent5"/>
                </a:solidFill>
                <a:latin typeface="Oxygen"/>
                <a:ea typeface="Oxygen"/>
                <a:cs typeface="Oxygen"/>
                <a:sym typeface="Oxygen"/>
              </a:rPr>
              <a:t>,</a:t>
            </a:r>
            <a:r>
              <a:rPr lang="en" sz="1100">
                <a:solidFill>
                  <a:schemeClr val="lt1"/>
                </a:solidFill>
                <a:latin typeface="Oxygen"/>
                <a:ea typeface="Oxygen"/>
                <a:cs typeface="Oxygen"/>
                <a:sym typeface="Oxygen"/>
              </a:rPr>
              <a:t> including icons by </a:t>
            </a:r>
            <a:r>
              <a:rPr b="1" lang="en" sz="1100">
                <a:solidFill>
                  <a:schemeClr val="accent5"/>
                </a:solidFill>
                <a:uFill>
                  <a:noFill/>
                </a:uFill>
                <a:latin typeface="Oxygen"/>
                <a:ea typeface="Oxygen"/>
                <a:cs typeface="Oxygen"/>
                <a:sym typeface="Oxygen"/>
                <a:hlinkClick r:id="rId4">
                  <a:extLst>
                    <a:ext uri="{A12FA001-AC4F-418D-AE19-62706E023703}">
                      <ahyp:hlinkClr val="tx"/>
                    </a:ext>
                  </a:extLst>
                </a:hlinkClick>
              </a:rPr>
              <a:t>Flaticon</a:t>
            </a:r>
            <a:r>
              <a:rPr b="1" lang="en" sz="1100">
                <a:solidFill>
                  <a:schemeClr val="accent5"/>
                </a:solidFill>
                <a:latin typeface="Oxygen"/>
                <a:ea typeface="Oxygen"/>
                <a:cs typeface="Oxygen"/>
                <a:sym typeface="Oxygen"/>
              </a:rPr>
              <a:t>,</a:t>
            </a:r>
            <a:r>
              <a:rPr lang="en" sz="1100">
                <a:solidFill>
                  <a:schemeClr val="lt1"/>
                </a:solidFill>
                <a:latin typeface="Oxygen"/>
                <a:ea typeface="Oxygen"/>
                <a:cs typeface="Oxygen"/>
                <a:sym typeface="Oxygen"/>
              </a:rPr>
              <a:t> and infographics &amp; images by </a:t>
            </a:r>
            <a:r>
              <a:rPr b="1" lang="en" sz="1100">
                <a:solidFill>
                  <a:schemeClr val="accent5"/>
                </a:solidFill>
                <a:uFill>
                  <a:noFill/>
                </a:uFill>
                <a:latin typeface="Oxygen"/>
                <a:ea typeface="Oxygen"/>
                <a:cs typeface="Oxygen"/>
                <a:sym typeface="Oxygen"/>
                <a:hlinkClick r:id="rId5">
                  <a:extLst>
                    <a:ext uri="{A12FA001-AC4F-418D-AE19-62706E023703}">
                      <ahyp:hlinkClr val="tx"/>
                    </a:ext>
                  </a:extLst>
                </a:hlinkClick>
              </a:rPr>
              <a:t>Freepik</a:t>
            </a:r>
            <a:endParaRPr b="1" sz="1100">
              <a:solidFill>
                <a:schemeClr val="accent5"/>
              </a:solidFill>
              <a:latin typeface="Oxygen"/>
              <a:ea typeface="Oxygen"/>
              <a:cs typeface="Oxygen"/>
              <a:sym typeface="Oxygen"/>
            </a:endParaRPr>
          </a:p>
        </p:txBody>
      </p:sp>
      <p:sp>
        <p:nvSpPr>
          <p:cNvPr id="302" name="Google Shape;302;p32"/>
          <p:cNvSpPr txBox="1"/>
          <p:nvPr>
            <p:ph type="ctrTitle"/>
          </p:nvPr>
        </p:nvSpPr>
        <p:spPr>
          <a:xfrm>
            <a:off x="2361350" y="777175"/>
            <a:ext cx="4421400" cy="10284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5200"/>
              <a:buNone/>
              <a:defRPr sz="6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03" name="Google Shape;303;p32"/>
          <p:cNvSpPr txBox="1"/>
          <p:nvPr>
            <p:ph idx="1" type="subTitle"/>
          </p:nvPr>
        </p:nvSpPr>
        <p:spPr>
          <a:xfrm>
            <a:off x="2679300" y="2282458"/>
            <a:ext cx="3785400" cy="122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304" name="Google Shape;304;p32"/>
          <p:cNvSpPr txBox="1"/>
          <p:nvPr>
            <p:ph idx="2" type="subTitle"/>
          </p:nvPr>
        </p:nvSpPr>
        <p:spPr>
          <a:xfrm rot="-962">
            <a:off x="2963720" y="4229842"/>
            <a:ext cx="3216600" cy="3732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100"/>
              <a:buNone/>
              <a:defRPr sz="1100"/>
            </a:lvl1pPr>
            <a:lvl2pPr lvl="1" rtl="0" algn="ctr">
              <a:lnSpc>
                <a:spcPct val="100000"/>
              </a:lnSpc>
              <a:spcBef>
                <a:spcPts val="0"/>
              </a:spcBef>
              <a:spcAft>
                <a:spcPts val="0"/>
              </a:spcAft>
              <a:buClr>
                <a:schemeClr val="dk1"/>
              </a:buClr>
              <a:buSzPts val="1100"/>
              <a:buNone/>
              <a:defRPr sz="1100">
                <a:solidFill>
                  <a:schemeClr val="dk1"/>
                </a:solidFill>
              </a:defRPr>
            </a:lvl2pPr>
            <a:lvl3pPr lvl="2" rtl="0" algn="ctr">
              <a:lnSpc>
                <a:spcPct val="100000"/>
              </a:lnSpc>
              <a:spcBef>
                <a:spcPts val="0"/>
              </a:spcBef>
              <a:spcAft>
                <a:spcPts val="0"/>
              </a:spcAft>
              <a:buClr>
                <a:schemeClr val="dk1"/>
              </a:buClr>
              <a:buSzPts val="1100"/>
              <a:buNone/>
              <a:defRPr sz="1100">
                <a:solidFill>
                  <a:schemeClr val="dk1"/>
                </a:solidFill>
              </a:defRPr>
            </a:lvl3pPr>
            <a:lvl4pPr lvl="3" rtl="0" algn="ctr">
              <a:lnSpc>
                <a:spcPct val="100000"/>
              </a:lnSpc>
              <a:spcBef>
                <a:spcPts val="0"/>
              </a:spcBef>
              <a:spcAft>
                <a:spcPts val="0"/>
              </a:spcAft>
              <a:buClr>
                <a:schemeClr val="dk1"/>
              </a:buClr>
              <a:buSzPts val="1100"/>
              <a:buNone/>
              <a:defRPr sz="1100">
                <a:solidFill>
                  <a:schemeClr val="dk1"/>
                </a:solidFill>
              </a:defRPr>
            </a:lvl4pPr>
            <a:lvl5pPr lvl="4" rtl="0" algn="ctr">
              <a:lnSpc>
                <a:spcPct val="100000"/>
              </a:lnSpc>
              <a:spcBef>
                <a:spcPts val="0"/>
              </a:spcBef>
              <a:spcAft>
                <a:spcPts val="0"/>
              </a:spcAft>
              <a:buClr>
                <a:schemeClr val="dk1"/>
              </a:buClr>
              <a:buSzPts val="1100"/>
              <a:buNone/>
              <a:defRPr sz="1100">
                <a:solidFill>
                  <a:schemeClr val="dk1"/>
                </a:solidFill>
              </a:defRPr>
            </a:lvl5pPr>
            <a:lvl6pPr lvl="5" rtl="0" algn="ctr">
              <a:lnSpc>
                <a:spcPct val="100000"/>
              </a:lnSpc>
              <a:spcBef>
                <a:spcPts val="0"/>
              </a:spcBef>
              <a:spcAft>
                <a:spcPts val="0"/>
              </a:spcAft>
              <a:buClr>
                <a:schemeClr val="dk1"/>
              </a:buClr>
              <a:buSzPts val="1100"/>
              <a:buNone/>
              <a:defRPr sz="1100">
                <a:solidFill>
                  <a:schemeClr val="dk1"/>
                </a:solidFill>
              </a:defRPr>
            </a:lvl6pPr>
            <a:lvl7pPr lvl="6" rtl="0" algn="ctr">
              <a:lnSpc>
                <a:spcPct val="100000"/>
              </a:lnSpc>
              <a:spcBef>
                <a:spcPts val="0"/>
              </a:spcBef>
              <a:spcAft>
                <a:spcPts val="0"/>
              </a:spcAft>
              <a:buClr>
                <a:schemeClr val="dk1"/>
              </a:buClr>
              <a:buSzPts val="1100"/>
              <a:buNone/>
              <a:defRPr sz="1100">
                <a:solidFill>
                  <a:schemeClr val="dk1"/>
                </a:solidFill>
              </a:defRPr>
            </a:lvl7pPr>
            <a:lvl8pPr lvl="7" rtl="0" algn="ctr">
              <a:lnSpc>
                <a:spcPct val="100000"/>
              </a:lnSpc>
              <a:spcBef>
                <a:spcPts val="0"/>
              </a:spcBef>
              <a:spcAft>
                <a:spcPts val="0"/>
              </a:spcAft>
              <a:buClr>
                <a:schemeClr val="dk1"/>
              </a:buClr>
              <a:buSzPts val="1100"/>
              <a:buNone/>
              <a:defRPr sz="1100">
                <a:solidFill>
                  <a:schemeClr val="dk1"/>
                </a:solidFill>
              </a:defRPr>
            </a:lvl8pPr>
            <a:lvl9pPr lvl="8" rtl="0" algn="ctr">
              <a:lnSpc>
                <a:spcPct val="100000"/>
              </a:lnSpc>
              <a:spcBef>
                <a:spcPts val="0"/>
              </a:spcBef>
              <a:spcAft>
                <a:spcPts val="0"/>
              </a:spcAft>
              <a:buClr>
                <a:schemeClr val="dk1"/>
              </a:buClr>
              <a:buSzPts val="1100"/>
              <a:buNone/>
              <a:defRPr sz="1100">
                <a:solidFill>
                  <a:schemeClr val="dk1"/>
                </a:solidFill>
              </a:defRPr>
            </a:lvl9pPr>
          </a:lstStyle>
          <a:p/>
        </p:txBody>
      </p:sp>
      <p:pic>
        <p:nvPicPr>
          <p:cNvPr id="305" name="Google Shape;305;p32"/>
          <p:cNvPicPr preferRelativeResize="0"/>
          <p:nvPr/>
        </p:nvPicPr>
        <p:blipFill>
          <a:blip r:embed="rId6">
            <a:alphaModFix amt="52000"/>
          </a:blip>
          <a:stretch>
            <a:fillRect/>
          </a:stretch>
        </p:blipFill>
        <p:spPr>
          <a:xfrm rot="5936944">
            <a:off x="-1652529" y="925958"/>
            <a:ext cx="6132209" cy="2981335"/>
          </a:xfrm>
          <a:prstGeom prst="rect">
            <a:avLst/>
          </a:prstGeom>
          <a:noFill/>
          <a:ln>
            <a:noFill/>
          </a:ln>
        </p:spPr>
      </p:pic>
      <p:sp>
        <p:nvSpPr>
          <p:cNvPr id="306" name="Google Shape;306;p32"/>
          <p:cNvSpPr/>
          <p:nvPr/>
        </p:nvSpPr>
        <p:spPr>
          <a:xfrm flipH="1" rot="5400000">
            <a:off x="-738951" y="1327368"/>
            <a:ext cx="1482300" cy="1482300"/>
          </a:xfrm>
          <a:prstGeom prst="blockArc">
            <a:avLst>
              <a:gd fmla="val 10800000" name="adj1"/>
              <a:gd fmla="val 0" name="adj2"/>
              <a:gd fmla="val 25000" name="adj3"/>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2"/>
          <p:cNvSpPr/>
          <p:nvPr/>
        </p:nvSpPr>
        <p:spPr>
          <a:xfrm flipH="1" rot="1724980">
            <a:off x="360203" y="2422014"/>
            <a:ext cx="394192" cy="394192"/>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2"/>
          <p:cNvSpPr/>
          <p:nvPr/>
        </p:nvSpPr>
        <p:spPr>
          <a:xfrm flipH="1" rot="1724109">
            <a:off x="1470403" y="1235960"/>
            <a:ext cx="209043" cy="208780"/>
          </a:xfrm>
          <a:prstGeom prst="ellipse">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2"/>
          <p:cNvSpPr/>
          <p:nvPr/>
        </p:nvSpPr>
        <p:spPr>
          <a:xfrm flipH="1" rot="1725427">
            <a:off x="347431" y="256419"/>
            <a:ext cx="617338" cy="617338"/>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2"/>
          <p:cNvSpPr/>
          <p:nvPr/>
        </p:nvSpPr>
        <p:spPr>
          <a:xfrm flipH="1" rot="1725732">
            <a:off x="1427541" y="3978182"/>
            <a:ext cx="216969" cy="216969"/>
          </a:xfrm>
          <a:prstGeom prst="ellipse">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2"/>
          <p:cNvSpPr/>
          <p:nvPr/>
        </p:nvSpPr>
        <p:spPr>
          <a:xfrm flipH="1" rot="1728022">
            <a:off x="515840" y="5054088"/>
            <a:ext cx="144470" cy="144470"/>
          </a:xfrm>
          <a:prstGeom prst="ellipse">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2"/>
          <p:cNvSpPr/>
          <p:nvPr/>
        </p:nvSpPr>
        <p:spPr>
          <a:xfrm flipH="1" rot="1728022">
            <a:off x="172340" y="1733338"/>
            <a:ext cx="144470" cy="144470"/>
          </a:xfrm>
          <a:prstGeom prst="ellipse">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2"/>
          <p:cNvSpPr/>
          <p:nvPr/>
        </p:nvSpPr>
        <p:spPr>
          <a:xfrm flipH="1" rot="10013684">
            <a:off x="8329839" y="4039852"/>
            <a:ext cx="698595" cy="698595"/>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2"/>
          <p:cNvSpPr/>
          <p:nvPr/>
        </p:nvSpPr>
        <p:spPr>
          <a:xfrm flipH="1" rot="2700000">
            <a:off x="7130979" y="4188078"/>
            <a:ext cx="1482379" cy="1482379"/>
          </a:xfrm>
          <a:prstGeom prst="blockArc">
            <a:avLst>
              <a:gd fmla="val 10800000" name="adj1"/>
              <a:gd fmla="val 6446501" name="adj2"/>
              <a:gd fmla="val 25975" name="adj3"/>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2"/>
          <p:cNvSpPr/>
          <p:nvPr/>
        </p:nvSpPr>
        <p:spPr>
          <a:xfrm flipH="1" rot="1727359">
            <a:off x="8099757" y="4778339"/>
            <a:ext cx="245437" cy="245437"/>
          </a:xfrm>
          <a:prstGeom prst="ellipse">
            <a:avLst/>
          </a:prstGeom>
          <a:gradFill>
            <a:gsLst>
              <a:gs pos="0">
                <a:schemeClr val="accent1"/>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2"/>
          <p:cNvSpPr/>
          <p:nvPr/>
        </p:nvSpPr>
        <p:spPr>
          <a:xfrm flipH="1" rot="1725801">
            <a:off x="7711569" y="436808"/>
            <a:ext cx="206362" cy="206362"/>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2"/>
          <p:cNvSpPr/>
          <p:nvPr/>
        </p:nvSpPr>
        <p:spPr>
          <a:xfrm flipH="1" rot="1724388">
            <a:off x="8610182" y="3944469"/>
            <a:ext cx="137886" cy="137623"/>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2"/>
          <p:cNvSpPr/>
          <p:nvPr/>
        </p:nvSpPr>
        <p:spPr>
          <a:xfrm flipH="1" rot="1726647">
            <a:off x="8860105" y="-147531"/>
            <a:ext cx="361439" cy="361439"/>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bg>
      <p:bgPr>
        <a:blipFill>
          <a:blip r:embed="rId2">
            <a:alphaModFix/>
          </a:blip>
          <a:stretch>
            <a:fillRect/>
          </a:stretch>
        </a:blipFill>
      </p:bgPr>
    </p:bg>
    <p:spTree>
      <p:nvGrpSpPr>
        <p:cNvPr id="319" name="Shape 319"/>
        <p:cNvGrpSpPr/>
        <p:nvPr/>
      </p:nvGrpSpPr>
      <p:grpSpPr>
        <a:xfrm>
          <a:off x="0" y="0"/>
          <a:ext cx="0" cy="0"/>
          <a:chOff x="0" y="0"/>
          <a:chExt cx="0" cy="0"/>
        </a:xfrm>
      </p:grpSpPr>
      <p:pic>
        <p:nvPicPr>
          <p:cNvPr id="320" name="Google Shape;320;p33"/>
          <p:cNvPicPr preferRelativeResize="0"/>
          <p:nvPr/>
        </p:nvPicPr>
        <p:blipFill>
          <a:blip r:embed="rId3">
            <a:alphaModFix amt="50000"/>
          </a:blip>
          <a:stretch>
            <a:fillRect/>
          </a:stretch>
        </p:blipFill>
        <p:spPr>
          <a:xfrm rot="-1212016">
            <a:off x="-431407" y="-809749"/>
            <a:ext cx="5835592" cy="2362199"/>
          </a:xfrm>
          <a:prstGeom prst="rect">
            <a:avLst/>
          </a:prstGeom>
          <a:noFill/>
          <a:ln>
            <a:noFill/>
          </a:ln>
        </p:spPr>
      </p:pic>
      <p:sp>
        <p:nvSpPr>
          <p:cNvPr id="321" name="Google Shape;321;p33"/>
          <p:cNvSpPr/>
          <p:nvPr/>
        </p:nvSpPr>
        <p:spPr>
          <a:xfrm>
            <a:off x="2735075" y="412500"/>
            <a:ext cx="255000" cy="2550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3"/>
          <p:cNvSpPr/>
          <p:nvPr/>
        </p:nvSpPr>
        <p:spPr>
          <a:xfrm>
            <a:off x="6152325" y="4186400"/>
            <a:ext cx="1943100" cy="1943100"/>
          </a:xfrm>
          <a:prstGeom prst="blockArc">
            <a:avLst>
              <a:gd fmla="val 10800000" name="adj1"/>
              <a:gd fmla="val 0" name="adj2"/>
              <a:gd fmla="val 25000" name="adj3"/>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3"/>
          <p:cNvSpPr/>
          <p:nvPr/>
        </p:nvSpPr>
        <p:spPr>
          <a:xfrm>
            <a:off x="7590675" y="4186475"/>
            <a:ext cx="504900" cy="5046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3"/>
          <p:cNvSpPr/>
          <p:nvPr/>
        </p:nvSpPr>
        <p:spPr>
          <a:xfrm>
            <a:off x="-133950" y="1029132"/>
            <a:ext cx="276000" cy="2757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3"/>
          <p:cNvSpPr/>
          <p:nvPr/>
        </p:nvSpPr>
        <p:spPr>
          <a:xfrm rot="10800000">
            <a:off x="4381425" y="-709525"/>
            <a:ext cx="1419300" cy="1419300"/>
          </a:xfrm>
          <a:prstGeom prst="blockArc">
            <a:avLst>
              <a:gd fmla="val 10800000" name="adj1"/>
              <a:gd fmla="val 0" name="adj2"/>
              <a:gd fmla="val 25000" name="adj3"/>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3"/>
          <p:cNvSpPr/>
          <p:nvPr/>
        </p:nvSpPr>
        <p:spPr>
          <a:xfrm>
            <a:off x="6009675" y="5020107"/>
            <a:ext cx="276000" cy="2757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bg>
      <p:bgPr>
        <a:blipFill>
          <a:blip r:embed="rId2">
            <a:alphaModFix/>
          </a:blip>
          <a:stretch>
            <a:fillRect/>
          </a:stretch>
        </a:blipFill>
      </p:bgPr>
    </p:bg>
    <p:spTree>
      <p:nvGrpSpPr>
        <p:cNvPr id="327" name="Shape 327"/>
        <p:cNvGrpSpPr/>
        <p:nvPr/>
      </p:nvGrpSpPr>
      <p:grpSpPr>
        <a:xfrm>
          <a:off x="0" y="0"/>
          <a:ext cx="0" cy="0"/>
          <a:chOff x="0" y="0"/>
          <a:chExt cx="0" cy="0"/>
        </a:xfrm>
      </p:grpSpPr>
      <p:pic>
        <p:nvPicPr>
          <p:cNvPr id="328" name="Google Shape;328;p34"/>
          <p:cNvPicPr preferRelativeResize="0"/>
          <p:nvPr/>
        </p:nvPicPr>
        <p:blipFill>
          <a:blip r:embed="rId3">
            <a:alphaModFix amt="49000"/>
          </a:blip>
          <a:stretch>
            <a:fillRect/>
          </a:stretch>
        </p:blipFill>
        <p:spPr>
          <a:xfrm flipH="1" rot="6786017">
            <a:off x="-2215630" y="1004870"/>
            <a:ext cx="6747132" cy="3280279"/>
          </a:xfrm>
          <a:prstGeom prst="rect">
            <a:avLst/>
          </a:prstGeom>
          <a:noFill/>
          <a:ln>
            <a:noFill/>
          </a:ln>
        </p:spPr>
      </p:pic>
      <p:grpSp>
        <p:nvGrpSpPr>
          <p:cNvPr id="329" name="Google Shape;329;p34"/>
          <p:cNvGrpSpPr/>
          <p:nvPr/>
        </p:nvGrpSpPr>
        <p:grpSpPr>
          <a:xfrm flipH="1" rot="5400000">
            <a:off x="-591034" y="652627"/>
            <a:ext cx="1482300" cy="1765375"/>
            <a:chOff x="307037" y="4131480"/>
            <a:chExt cx="1482300" cy="1765375"/>
          </a:xfrm>
        </p:grpSpPr>
        <p:sp>
          <p:nvSpPr>
            <p:cNvPr id="330" name="Google Shape;330;p34"/>
            <p:cNvSpPr/>
            <p:nvPr/>
          </p:nvSpPr>
          <p:spPr>
            <a:xfrm>
              <a:off x="307037" y="4414555"/>
              <a:ext cx="1482300" cy="1482300"/>
            </a:xfrm>
            <a:prstGeom prst="blockArc">
              <a:avLst>
                <a:gd fmla="val 10800000" name="adj1"/>
                <a:gd fmla="val 0" name="adj2"/>
                <a:gd fmla="val 25000" name="adj3"/>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4"/>
            <p:cNvSpPr/>
            <p:nvPr/>
          </p:nvSpPr>
          <p:spPr>
            <a:xfrm rot="3675020">
              <a:off x="522899" y="4201984"/>
              <a:ext cx="394192" cy="394192"/>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 name="Google Shape;332;p34"/>
          <p:cNvSpPr/>
          <p:nvPr/>
        </p:nvSpPr>
        <p:spPr>
          <a:xfrm rot="3678880">
            <a:off x="8399963" y="1025937"/>
            <a:ext cx="348126" cy="348126"/>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4"/>
          <p:cNvSpPr/>
          <p:nvPr/>
        </p:nvSpPr>
        <p:spPr>
          <a:xfrm rot="3678203">
            <a:off x="8589000" y="1448465"/>
            <a:ext cx="923419" cy="923419"/>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4"/>
          <p:cNvSpPr/>
          <p:nvPr/>
        </p:nvSpPr>
        <p:spPr>
          <a:xfrm rot="3677995">
            <a:off x="8664221" y="2217693"/>
            <a:ext cx="183664" cy="183664"/>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 name="Google Shape;335;p34"/>
          <p:cNvGrpSpPr/>
          <p:nvPr/>
        </p:nvGrpSpPr>
        <p:grpSpPr>
          <a:xfrm>
            <a:off x="7471966" y="4126177"/>
            <a:ext cx="1482300" cy="1765375"/>
            <a:chOff x="307037" y="4131480"/>
            <a:chExt cx="1482300" cy="1765375"/>
          </a:xfrm>
        </p:grpSpPr>
        <p:sp>
          <p:nvSpPr>
            <p:cNvPr id="336" name="Google Shape;336;p34"/>
            <p:cNvSpPr/>
            <p:nvPr/>
          </p:nvSpPr>
          <p:spPr>
            <a:xfrm>
              <a:off x="307037" y="4414555"/>
              <a:ext cx="1482300" cy="1482300"/>
            </a:xfrm>
            <a:prstGeom prst="blockArc">
              <a:avLst>
                <a:gd fmla="val 10800000" name="adj1"/>
                <a:gd fmla="val 0" name="adj2"/>
                <a:gd fmla="val 25000" name="adj3"/>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4"/>
            <p:cNvSpPr/>
            <p:nvPr/>
          </p:nvSpPr>
          <p:spPr>
            <a:xfrm rot="3675020">
              <a:off x="522899" y="4201984"/>
              <a:ext cx="394192" cy="394192"/>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41" name="Shape 341"/>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42" name="Shape 342"/>
        <p:cNvGrpSpPr/>
        <p:nvPr/>
      </p:nvGrpSpPr>
      <p:grpSpPr>
        <a:xfrm>
          <a:off x="0" y="0"/>
          <a:ext cx="0" cy="0"/>
          <a:chOff x="0" y="0"/>
          <a:chExt cx="0" cy="0"/>
        </a:xfrm>
      </p:grpSpPr>
      <p:sp>
        <p:nvSpPr>
          <p:cNvPr id="343" name="Google Shape;343;p3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34" Type="http://schemas.openxmlformats.org/officeDocument/2006/relationships/theme" Target="../theme/theme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slideLayout" Target="../slideLayouts/slideLayout35.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584500"/>
            <a:ext cx="7704000" cy="3291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lt1"/>
              </a:buClr>
              <a:buSzPts val="2800"/>
              <a:buFont typeface="Montserrat ExtraBold"/>
              <a:buNone/>
              <a:defRPr sz="2800">
                <a:solidFill>
                  <a:schemeClr val="lt1"/>
                </a:solidFill>
                <a:latin typeface="Montserrat ExtraBold"/>
                <a:ea typeface="Montserrat ExtraBold"/>
                <a:cs typeface="Montserrat ExtraBold"/>
                <a:sym typeface="Montserrat ExtraBold"/>
              </a:defRPr>
            </a:lvl1pPr>
            <a:lvl2pPr lvl="1" rtl="0" algn="ctr">
              <a:spcBef>
                <a:spcPts val="0"/>
              </a:spcBef>
              <a:spcAft>
                <a:spcPts val="0"/>
              </a:spcAft>
              <a:buClr>
                <a:schemeClr val="lt1"/>
              </a:buClr>
              <a:buSzPts val="2800"/>
              <a:buFont typeface="Montserrat ExtraBold"/>
              <a:buNone/>
              <a:defRPr sz="2800">
                <a:solidFill>
                  <a:schemeClr val="lt1"/>
                </a:solidFill>
                <a:latin typeface="Montserrat ExtraBold"/>
                <a:ea typeface="Montserrat ExtraBold"/>
                <a:cs typeface="Montserrat ExtraBold"/>
                <a:sym typeface="Montserrat ExtraBold"/>
              </a:defRPr>
            </a:lvl2pPr>
            <a:lvl3pPr lvl="2" rtl="0" algn="ctr">
              <a:spcBef>
                <a:spcPts val="0"/>
              </a:spcBef>
              <a:spcAft>
                <a:spcPts val="0"/>
              </a:spcAft>
              <a:buClr>
                <a:schemeClr val="lt1"/>
              </a:buClr>
              <a:buSzPts val="2800"/>
              <a:buFont typeface="Montserrat ExtraBold"/>
              <a:buNone/>
              <a:defRPr sz="2800">
                <a:solidFill>
                  <a:schemeClr val="lt1"/>
                </a:solidFill>
                <a:latin typeface="Montserrat ExtraBold"/>
                <a:ea typeface="Montserrat ExtraBold"/>
                <a:cs typeface="Montserrat ExtraBold"/>
                <a:sym typeface="Montserrat ExtraBold"/>
              </a:defRPr>
            </a:lvl3pPr>
            <a:lvl4pPr lvl="3" rtl="0" algn="ctr">
              <a:spcBef>
                <a:spcPts val="0"/>
              </a:spcBef>
              <a:spcAft>
                <a:spcPts val="0"/>
              </a:spcAft>
              <a:buClr>
                <a:schemeClr val="lt1"/>
              </a:buClr>
              <a:buSzPts val="2800"/>
              <a:buFont typeface="Montserrat ExtraBold"/>
              <a:buNone/>
              <a:defRPr sz="2800">
                <a:solidFill>
                  <a:schemeClr val="lt1"/>
                </a:solidFill>
                <a:latin typeface="Montserrat ExtraBold"/>
                <a:ea typeface="Montserrat ExtraBold"/>
                <a:cs typeface="Montserrat ExtraBold"/>
                <a:sym typeface="Montserrat ExtraBold"/>
              </a:defRPr>
            </a:lvl4pPr>
            <a:lvl5pPr lvl="4" rtl="0" algn="ctr">
              <a:spcBef>
                <a:spcPts val="0"/>
              </a:spcBef>
              <a:spcAft>
                <a:spcPts val="0"/>
              </a:spcAft>
              <a:buClr>
                <a:schemeClr val="lt1"/>
              </a:buClr>
              <a:buSzPts val="2800"/>
              <a:buFont typeface="Montserrat ExtraBold"/>
              <a:buNone/>
              <a:defRPr sz="2800">
                <a:solidFill>
                  <a:schemeClr val="lt1"/>
                </a:solidFill>
                <a:latin typeface="Montserrat ExtraBold"/>
                <a:ea typeface="Montserrat ExtraBold"/>
                <a:cs typeface="Montserrat ExtraBold"/>
                <a:sym typeface="Montserrat ExtraBold"/>
              </a:defRPr>
            </a:lvl5pPr>
            <a:lvl6pPr lvl="5" rtl="0" algn="ctr">
              <a:spcBef>
                <a:spcPts val="0"/>
              </a:spcBef>
              <a:spcAft>
                <a:spcPts val="0"/>
              </a:spcAft>
              <a:buClr>
                <a:schemeClr val="lt1"/>
              </a:buClr>
              <a:buSzPts val="2800"/>
              <a:buFont typeface="Montserrat ExtraBold"/>
              <a:buNone/>
              <a:defRPr sz="2800">
                <a:solidFill>
                  <a:schemeClr val="lt1"/>
                </a:solidFill>
                <a:latin typeface="Montserrat ExtraBold"/>
                <a:ea typeface="Montserrat ExtraBold"/>
                <a:cs typeface="Montserrat ExtraBold"/>
                <a:sym typeface="Montserrat ExtraBold"/>
              </a:defRPr>
            </a:lvl6pPr>
            <a:lvl7pPr lvl="6" rtl="0" algn="ctr">
              <a:spcBef>
                <a:spcPts val="0"/>
              </a:spcBef>
              <a:spcAft>
                <a:spcPts val="0"/>
              </a:spcAft>
              <a:buClr>
                <a:schemeClr val="lt1"/>
              </a:buClr>
              <a:buSzPts val="2800"/>
              <a:buFont typeface="Montserrat ExtraBold"/>
              <a:buNone/>
              <a:defRPr sz="2800">
                <a:solidFill>
                  <a:schemeClr val="lt1"/>
                </a:solidFill>
                <a:latin typeface="Montserrat ExtraBold"/>
                <a:ea typeface="Montserrat ExtraBold"/>
                <a:cs typeface="Montserrat ExtraBold"/>
                <a:sym typeface="Montserrat ExtraBold"/>
              </a:defRPr>
            </a:lvl7pPr>
            <a:lvl8pPr lvl="7" rtl="0" algn="ctr">
              <a:spcBef>
                <a:spcPts val="0"/>
              </a:spcBef>
              <a:spcAft>
                <a:spcPts val="0"/>
              </a:spcAft>
              <a:buClr>
                <a:schemeClr val="lt1"/>
              </a:buClr>
              <a:buSzPts val="2800"/>
              <a:buFont typeface="Montserrat ExtraBold"/>
              <a:buNone/>
              <a:defRPr sz="2800">
                <a:solidFill>
                  <a:schemeClr val="lt1"/>
                </a:solidFill>
                <a:latin typeface="Montserrat ExtraBold"/>
                <a:ea typeface="Montserrat ExtraBold"/>
                <a:cs typeface="Montserrat ExtraBold"/>
                <a:sym typeface="Montserrat ExtraBold"/>
              </a:defRPr>
            </a:lvl8pPr>
            <a:lvl9pPr lvl="8" rtl="0" algn="ctr">
              <a:spcBef>
                <a:spcPts val="0"/>
              </a:spcBef>
              <a:spcAft>
                <a:spcPts val="0"/>
              </a:spcAft>
              <a:buClr>
                <a:schemeClr val="lt1"/>
              </a:buClr>
              <a:buSzPts val="2800"/>
              <a:buFont typeface="Montserrat ExtraBold"/>
              <a:buNone/>
              <a:defRPr sz="2800">
                <a:solidFill>
                  <a:schemeClr val="lt1"/>
                </a:solidFill>
                <a:latin typeface="Montserrat ExtraBold"/>
                <a:ea typeface="Montserrat ExtraBold"/>
                <a:cs typeface="Montserrat ExtraBold"/>
                <a:sym typeface="Montserrat ExtraBold"/>
              </a:defRPr>
            </a:lvl9pPr>
          </a:lstStyle>
          <a:p/>
        </p:txBody>
      </p:sp>
      <p:sp>
        <p:nvSpPr>
          <p:cNvPr id="7" name="Google Shape;7;p1"/>
          <p:cNvSpPr txBox="1"/>
          <p:nvPr>
            <p:ph idx="1" type="body"/>
          </p:nvPr>
        </p:nvSpPr>
        <p:spPr>
          <a:xfrm>
            <a:off x="720000" y="1237083"/>
            <a:ext cx="7704000" cy="33663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lt1"/>
              </a:buClr>
              <a:buSzPts val="1400"/>
              <a:buFont typeface="Oxygen"/>
              <a:buChar char="●"/>
              <a:defRPr>
                <a:solidFill>
                  <a:schemeClr val="lt1"/>
                </a:solidFill>
                <a:latin typeface="Oxygen"/>
                <a:ea typeface="Oxygen"/>
                <a:cs typeface="Oxygen"/>
                <a:sym typeface="Oxygen"/>
              </a:defRPr>
            </a:lvl1pPr>
            <a:lvl2pPr indent="-317500" lvl="1" marL="914400">
              <a:lnSpc>
                <a:spcPct val="100000"/>
              </a:lnSpc>
              <a:spcBef>
                <a:spcPts val="1600"/>
              </a:spcBef>
              <a:spcAft>
                <a:spcPts val="0"/>
              </a:spcAft>
              <a:buClr>
                <a:schemeClr val="lt1"/>
              </a:buClr>
              <a:buSzPts val="1400"/>
              <a:buFont typeface="Oxygen"/>
              <a:buChar char="○"/>
              <a:defRPr>
                <a:solidFill>
                  <a:schemeClr val="lt1"/>
                </a:solidFill>
                <a:latin typeface="Oxygen"/>
                <a:ea typeface="Oxygen"/>
                <a:cs typeface="Oxygen"/>
                <a:sym typeface="Oxygen"/>
              </a:defRPr>
            </a:lvl2pPr>
            <a:lvl3pPr indent="-317500" lvl="2" marL="1371600">
              <a:lnSpc>
                <a:spcPct val="100000"/>
              </a:lnSpc>
              <a:spcBef>
                <a:spcPts val="1600"/>
              </a:spcBef>
              <a:spcAft>
                <a:spcPts val="0"/>
              </a:spcAft>
              <a:buClr>
                <a:schemeClr val="lt1"/>
              </a:buClr>
              <a:buSzPts val="1400"/>
              <a:buFont typeface="Oxygen"/>
              <a:buChar char="■"/>
              <a:defRPr>
                <a:solidFill>
                  <a:schemeClr val="lt1"/>
                </a:solidFill>
                <a:latin typeface="Oxygen"/>
                <a:ea typeface="Oxygen"/>
                <a:cs typeface="Oxygen"/>
                <a:sym typeface="Oxygen"/>
              </a:defRPr>
            </a:lvl3pPr>
            <a:lvl4pPr indent="-317500" lvl="3" marL="1828800">
              <a:lnSpc>
                <a:spcPct val="100000"/>
              </a:lnSpc>
              <a:spcBef>
                <a:spcPts val="1600"/>
              </a:spcBef>
              <a:spcAft>
                <a:spcPts val="0"/>
              </a:spcAft>
              <a:buClr>
                <a:schemeClr val="lt1"/>
              </a:buClr>
              <a:buSzPts val="1400"/>
              <a:buFont typeface="Oxygen"/>
              <a:buChar char="●"/>
              <a:defRPr>
                <a:solidFill>
                  <a:schemeClr val="lt1"/>
                </a:solidFill>
                <a:latin typeface="Oxygen"/>
                <a:ea typeface="Oxygen"/>
                <a:cs typeface="Oxygen"/>
                <a:sym typeface="Oxygen"/>
              </a:defRPr>
            </a:lvl4pPr>
            <a:lvl5pPr indent="-317500" lvl="4" marL="2286000">
              <a:lnSpc>
                <a:spcPct val="100000"/>
              </a:lnSpc>
              <a:spcBef>
                <a:spcPts val="1600"/>
              </a:spcBef>
              <a:spcAft>
                <a:spcPts val="0"/>
              </a:spcAft>
              <a:buClr>
                <a:schemeClr val="lt1"/>
              </a:buClr>
              <a:buSzPts val="1400"/>
              <a:buFont typeface="Oxygen"/>
              <a:buChar char="○"/>
              <a:defRPr>
                <a:solidFill>
                  <a:schemeClr val="lt1"/>
                </a:solidFill>
                <a:latin typeface="Oxygen"/>
                <a:ea typeface="Oxygen"/>
                <a:cs typeface="Oxygen"/>
                <a:sym typeface="Oxygen"/>
              </a:defRPr>
            </a:lvl5pPr>
            <a:lvl6pPr indent="-317500" lvl="5" marL="2743200">
              <a:lnSpc>
                <a:spcPct val="100000"/>
              </a:lnSpc>
              <a:spcBef>
                <a:spcPts val="1600"/>
              </a:spcBef>
              <a:spcAft>
                <a:spcPts val="0"/>
              </a:spcAft>
              <a:buClr>
                <a:schemeClr val="lt1"/>
              </a:buClr>
              <a:buSzPts val="1400"/>
              <a:buFont typeface="Oxygen"/>
              <a:buChar char="■"/>
              <a:defRPr>
                <a:solidFill>
                  <a:schemeClr val="lt1"/>
                </a:solidFill>
                <a:latin typeface="Oxygen"/>
                <a:ea typeface="Oxygen"/>
                <a:cs typeface="Oxygen"/>
                <a:sym typeface="Oxygen"/>
              </a:defRPr>
            </a:lvl6pPr>
            <a:lvl7pPr indent="-317500" lvl="6" marL="3200400">
              <a:lnSpc>
                <a:spcPct val="100000"/>
              </a:lnSpc>
              <a:spcBef>
                <a:spcPts val="1600"/>
              </a:spcBef>
              <a:spcAft>
                <a:spcPts val="0"/>
              </a:spcAft>
              <a:buClr>
                <a:schemeClr val="lt1"/>
              </a:buClr>
              <a:buSzPts val="1400"/>
              <a:buFont typeface="Oxygen"/>
              <a:buChar char="●"/>
              <a:defRPr>
                <a:solidFill>
                  <a:schemeClr val="lt1"/>
                </a:solidFill>
                <a:latin typeface="Oxygen"/>
                <a:ea typeface="Oxygen"/>
                <a:cs typeface="Oxygen"/>
                <a:sym typeface="Oxygen"/>
              </a:defRPr>
            </a:lvl7pPr>
            <a:lvl8pPr indent="-317500" lvl="7" marL="3657600">
              <a:lnSpc>
                <a:spcPct val="100000"/>
              </a:lnSpc>
              <a:spcBef>
                <a:spcPts val="1600"/>
              </a:spcBef>
              <a:spcAft>
                <a:spcPts val="0"/>
              </a:spcAft>
              <a:buClr>
                <a:schemeClr val="lt1"/>
              </a:buClr>
              <a:buSzPts val="1400"/>
              <a:buFont typeface="Oxygen"/>
              <a:buChar char="○"/>
              <a:defRPr>
                <a:solidFill>
                  <a:schemeClr val="lt1"/>
                </a:solidFill>
                <a:latin typeface="Oxygen"/>
                <a:ea typeface="Oxygen"/>
                <a:cs typeface="Oxygen"/>
                <a:sym typeface="Oxygen"/>
              </a:defRPr>
            </a:lvl8pPr>
            <a:lvl9pPr indent="-317500" lvl="8" marL="4114800">
              <a:lnSpc>
                <a:spcPct val="100000"/>
              </a:lnSpc>
              <a:spcBef>
                <a:spcPts val="1600"/>
              </a:spcBef>
              <a:spcAft>
                <a:spcPts val="1600"/>
              </a:spcAft>
              <a:buClr>
                <a:schemeClr val="lt1"/>
              </a:buClr>
              <a:buSzPts val="1400"/>
              <a:buFont typeface="Oxygen"/>
              <a:buChar char="■"/>
              <a:defRPr>
                <a:solidFill>
                  <a:schemeClr val="lt1"/>
                </a:solidFill>
                <a:latin typeface="Oxygen"/>
                <a:ea typeface="Oxygen"/>
                <a:cs typeface="Oxygen"/>
                <a:sym typeface="Oxygen"/>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340">
          <p15:clr>
            <a:srgbClr val="EA4335"/>
          </p15:clr>
        </p15:guide>
        <p15:guide id="2" pos="454">
          <p15:clr>
            <a:srgbClr val="EA4335"/>
          </p15:clr>
        </p15:guide>
        <p15:guide id="3" orient="horz" pos="2900">
          <p15:clr>
            <a:srgbClr val="EA4335"/>
          </p15:clr>
        </p15:guide>
        <p15:guide id="4" pos="5306">
          <p15:clr>
            <a:srgbClr val="EA4335"/>
          </p15:clr>
        </p15:guide>
        <p15:guide id="5" orient="horz" pos="1620">
          <p15:clr>
            <a:srgbClr val="EA4335"/>
          </p15:clr>
        </p15:guide>
        <p15:guide id="6" pos="288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38" name="Shape 338"/>
        <p:cNvGrpSpPr/>
        <p:nvPr/>
      </p:nvGrpSpPr>
      <p:grpSpPr>
        <a:xfrm>
          <a:off x="0" y="0"/>
          <a:ext cx="0" cy="0"/>
          <a:chOff x="0" y="0"/>
          <a:chExt cx="0" cy="0"/>
        </a:xfrm>
      </p:grpSpPr>
      <p:sp>
        <p:nvSpPr>
          <p:cNvPr id="339" name="Google Shape;339;p3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40" name="Google Shape;340;p3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1" r:id="rId1"/>
    <p:sldLayoutId id="214748368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3VAFh3" TargetMode="External"/><Relationship Id="rId9" Type="http://schemas.openxmlformats.org/officeDocument/2006/relationships/slide" Target="/ppt/slides/slide41.xml"/><Relationship Id="rId5" Type="http://schemas.openxmlformats.org/officeDocument/2006/relationships/slide" Target="/ppt/slides/slide37.xml"/><Relationship Id="rId6" Type="http://schemas.openxmlformats.org/officeDocument/2006/relationships/slide" Target="/ppt/slides/slide35.xml"/><Relationship Id="rId7" Type="http://schemas.openxmlformats.org/officeDocument/2006/relationships/slide" Target="/ppt/slides/slide38.xml"/><Relationship Id="rId8" Type="http://schemas.openxmlformats.org/officeDocument/2006/relationships/slide" Target="/ppt/slides/slide39.xml"/><Relationship Id="rId11" Type="http://schemas.openxmlformats.org/officeDocument/2006/relationships/hyperlink" Target="https://storyset.com/?utm=www.freepik.com" TargetMode="External"/><Relationship Id="rId10" Type="http://schemas.openxmlformats.org/officeDocument/2006/relationships/slide" Target="/ppt/slides/slide42.xml"/><Relationship Id="rId13" Type="http://schemas.openxmlformats.org/officeDocument/2006/relationships/slide" Target="/ppt/slides/slide49.xml"/><Relationship Id="rId12" Type="http://schemas.openxmlformats.org/officeDocument/2006/relationships/slide" Target="/ppt/slides/slide4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5.xml"/><Relationship Id="rId3" Type="http://schemas.openxmlformats.org/officeDocument/2006/relationships/image" Target="../media/image28.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 Id="rId3" Type="http://schemas.openxmlformats.org/officeDocument/2006/relationships/image" Target="../media/image43.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5.xml"/><Relationship Id="rId3" Type="http://schemas.openxmlformats.org/officeDocument/2006/relationships/image" Target="../media/image34.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 Id="rId3" Type="http://schemas.openxmlformats.org/officeDocument/2006/relationships/image" Target="../media/image26.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1.xml"/><Relationship Id="rId3" Type="http://schemas.openxmlformats.org/officeDocument/2006/relationships/image" Target="../media/image27.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 Id="rId3" Type="http://schemas.openxmlformats.org/officeDocument/2006/relationships/image" Target="../media/image29.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 Id="rId3" Type="http://schemas.openxmlformats.org/officeDocument/2006/relationships/image" Target="../media/image32.jpg"/><Relationship Id="rId4" Type="http://schemas.openxmlformats.org/officeDocument/2006/relationships/image" Target="../media/image36.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8.xml"/><Relationship Id="rId3" Type="http://schemas.openxmlformats.org/officeDocument/2006/relationships/hyperlink" Target="https://docs.google.com/spreadsheets/d/14-u0SX8bOIarMJEAtEZ3EJWTyr7XQM4hE1kXYQWvnD0/copy#gid=0" TargetMode="External"/><Relationship Id="rId4" Type="http://schemas.openxmlformats.org/officeDocument/2006/relationships/image" Target="../media/image30.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 Id="rId3" Type="http://schemas.openxmlformats.org/officeDocument/2006/relationships/image" Target="../media/image33.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3.xml"/><Relationship Id="rId3" Type="http://schemas.openxmlformats.org/officeDocument/2006/relationships/image" Target="../media/image44.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4.xml"/><Relationship Id="rId3" Type="http://schemas.openxmlformats.org/officeDocument/2006/relationships/hyperlink" Target="https://docs.google.com/spreadsheets/d/14-u0SX8bOIarMJEAtEZ3EJWTyr7XQM4hE1kXYQWvnD0/copy#gid=0" TargetMode="External"/><Relationship Id="rId4" Type="http://schemas.openxmlformats.org/officeDocument/2006/relationships/image" Target="../media/image35.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7.xml"/><Relationship Id="rId3" Type="http://schemas.openxmlformats.org/officeDocument/2006/relationships/hyperlink" Target="https://www.freepik.com/free-vector/flat-minimal-technology-instagram-stories_17538763.htm/?utm_source=slidesgo_template&amp;utm_medium=referral-link&amp;utm_campaign=sg_resources&amp;utm_content=freepik" TargetMode="External"/><Relationship Id="rId4" Type="http://schemas.openxmlformats.org/officeDocument/2006/relationships/hyperlink" Target="https://www.freepik.com/free-vector/gradient-technology-futuristic-background_19335200.htm/?utm_source=slidesgo_template&amp;utm_medium=referral-link&amp;utm_campaign=sg_resources&amp;utm_content=freepik" TargetMode="External"/><Relationship Id="rId9" Type="http://schemas.openxmlformats.org/officeDocument/2006/relationships/hyperlink" Target="https://www.freepik.com/free-photo/medium-shot-man-wearing-vr-glasses_19265130.htm/?utm_source=slidesgo_template&amp;utm_medium=referral-link&amp;utm_campaign=sg_resources&amp;utm_content=freepik" TargetMode="External"/><Relationship Id="rId5" Type="http://schemas.openxmlformats.org/officeDocument/2006/relationships/hyperlink" Target="https://www.freepik.com/free-vector/abstract-digital-particles-waves-background_5087453.htm/?utm_source=slidesgo_template&amp;utm_medium=referral-link&amp;utm_campaign=sg_resources&amp;utm_content=freepik" TargetMode="External"/><Relationship Id="rId6" Type="http://schemas.openxmlformats.org/officeDocument/2006/relationships/hyperlink" Target="https://www.freepik.com/free-photo/environment-education-day-concept_11107821.htm/?utm_source=slidesgo_template&amp;utm_medium=referral-link&amp;utm_campaign=sg_resources&amp;utm_content=freepik" TargetMode="External"/><Relationship Id="rId7" Type="http://schemas.openxmlformats.org/officeDocument/2006/relationships/hyperlink" Target="https://www.freepik.com/free-photo/environment-education-day-concept_11107844.htm/?utm_source=slidesgo_template&amp;utm_medium=referral-link&amp;utm_campaign=sg_resources&amp;utm_content=freepik" TargetMode="External"/><Relationship Id="rId8" Type="http://schemas.openxmlformats.org/officeDocument/2006/relationships/hyperlink" Target="https://www.freepik.com/free-photo/close-up-man-with-technological-screen_19265132.htm/?utm_source=slidesgo_template&amp;utm_medium=referral-link&amp;utm_campaign=sg_resources&amp;utm_content=freepik" TargetMode="External"/><Relationship Id="rId11" Type="http://schemas.openxmlformats.org/officeDocument/2006/relationships/hyperlink" Target="https://www.freepik.com/free-photo/medium-shot-woman-wearing-vr-glasses_19265133.htm/?utm_source=slidesgo_template&amp;utm_medium=referral-link&amp;utm_campaign=sg_resources&amp;utm_content=freepik" TargetMode="External"/><Relationship Id="rId10" Type="http://schemas.openxmlformats.org/officeDocument/2006/relationships/hyperlink" Target="https://www.freepik.com/free-photo/medium-shot-person-wearing-protection-suit_19265126.htm/?utm_source=slidesgo_template&amp;utm_medium=referral-link&amp;utm_campaign=sg_resources&amp;utm_content=freepik" TargetMode="External"/><Relationship Id="rId12" Type="http://schemas.openxmlformats.org/officeDocument/2006/relationships/hyperlink" Target="https://www.freepik.com/free-photo/man-using-tablet-his-smart-home_16274978.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8.xml"/><Relationship Id="rId3" Type="http://schemas.openxmlformats.org/officeDocument/2006/relationships/hyperlink" Target="https://www.freepik.com/free-vector/gradient-abstract-technology-instagram-post_18773279.htm/?utm_source=slidesgo_template&amp;utm_medium=referral-link&amp;utm_campaign=sg_resources&amp;utm_content=freepik" TargetMode="External"/><Relationship Id="rId4" Type="http://schemas.openxmlformats.org/officeDocument/2006/relationships/hyperlink" Target="https://www.freepik.com/free-vector/blue-abstract-technology-background_4650608.htm/?utm_source=slidesgo_template&amp;utm_medium=referral-link&amp;utm_campaign=sg_resources&amp;utm_content=freepik" TargetMode="External"/><Relationship Id="rId9" Type="http://schemas.openxmlformats.org/officeDocument/2006/relationships/hyperlink" Target="https://www.freepik.com/free-photo/close-up-woman-looking-screen_19265129.htm/?utm_source=slidesgo_template&amp;utm_medium=referral-link&amp;utm_campaign=sg_resources&amp;utm_content=freepik" TargetMode="External"/><Relationship Id="rId5" Type="http://schemas.openxmlformats.org/officeDocument/2006/relationships/hyperlink" Target="https://www.freepik.com/free-vector/horizontal-banner-artificial-intelligence_12301577.htm/?utm_source=slidesgo_template&amp;utm_medium=referral-link&amp;utm_campaign=sg_resources&amp;utm_content=freepik" TargetMode="External"/><Relationship Id="rId6" Type="http://schemas.openxmlformats.org/officeDocument/2006/relationships/hyperlink" Target="https://www.flaticon.com/packs/artificial-intelligence-167?word=artificial%20intelligence/?utm_source=slidesgo_template&amp;utm_medium=referral-link&amp;utm_campaign=sg_resources&amp;utm_content=flaticon" TargetMode="External"/><Relationship Id="rId7" Type="http://schemas.openxmlformats.org/officeDocument/2006/relationships/hyperlink" Target="https://www.freepik.com/free-photo/close-up-hand-holding-futuristic-screen_19265131.htm/?utm_source=slidesgo_template&amp;utm_medium=referral-link&amp;utm_campaign=sg_resources&amp;utm_content=freepik" TargetMode="External"/><Relationship Id="rId8" Type="http://schemas.openxmlformats.org/officeDocument/2006/relationships/hyperlink" Target="https://www.freepik.com/free-photo/medium-shot-man-holding-device_19265125.htm/?utm_source=slidesgo_template&amp;utm_medium=referral-link&amp;utm_campaign=sg_resources&amp;utm_content=freepik" TargetMode="External"/><Relationship Id="rId11" Type="http://schemas.openxmlformats.org/officeDocument/2006/relationships/hyperlink" Target="https://www.freepik.com/free-photo/environment-education-day-concept_11107847.htm/?utm_source=slidesgo_template&amp;utm_medium=referral-link&amp;utm_campaign=sg_resources&amp;utm_content=freepik" TargetMode="External"/><Relationship Id="rId10" Type="http://schemas.openxmlformats.org/officeDocument/2006/relationships/hyperlink" Target="https://www.freepik.com/free-photo/close-up-people-wearing-lab-coats_19265127.htm/?utm_source=slidesgo_template&amp;utm_medium=referral-link&amp;utm_campaign=sg_resources&amp;utm_content=freepik" TargetMode="External"/><Relationship Id="rId13" Type="http://schemas.openxmlformats.org/officeDocument/2006/relationships/hyperlink" Target="https://www.freepik.com/free-photo/environment-education-day-concept_11107833.htm/?utm_source=slidesgo_template&amp;utm_medium=referral-link&amp;utm_campaign=sg_resources&amp;utm_content=freepik" TargetMode="External"/><Relationship Id="rId12" Type="http://schemas.openxmlformats.org/officeDocument/2006/relationships/hyperlink" Target="https://www.freepik.com/free-photo/close-up-woman-with-hand-prototype_13327649.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1.xml"/><Relationship Id="rId3" Type="http://schemas.openxmlformats.org/officeDocument/2006/relationships/hyperlink" Target="https://fonts.google.com/specimen/Montserrat" TargetMode="External"/><Relationship Id="rId4" Type="http://schemas.openxmlformats.org/officeDocument/2006/relationships/hyperlink" Target="https://fonts.google.com/specimen/Oxygen"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37.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38.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41.gif"/><Relationship Id="rId14" Type="http://schemas.openxmlformats.org/officeDocument/2006/relationships/image" Target="../media/image39.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40.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9.xml"/><Relationship Id="rId3" Type="http://schemas.openxmlformats.org/officeDocument/2006/relationships/hyperlink" Target="https://workspace.google.com/marketplace/app/icons_for_slides_docs/381578326502%20VIDEVO%20https://www.videvo.net/?utm_source=slidesgo_template&amp;utm_medium=referral-link&amp;utm_campaign=sg_resources&amp;utm_content=videvo"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42.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7" name="Shape 347"/>
        <p:cNvGrpSpPr/>
        <p:nvPr/>
      </p:nvGrpSpPr>
      <p:grpSpPr>
        <a:xfrm>
          <a:off x="0" y="0"/>
          <a:ext cx="0" cy="0"/>
          <a:chOff x="0" y="0"/>
          <a:chExt cx="0" cy="0"/>
        </a:xfrm>
      </p:grpSpPr>
      <p:sp>
        <p:nvSpPr>
          <p:cNvPr id="348" name="Google Shape;348;p38"/>
          <p:cNvSpPr txBox="1"/>
          <p:nvPr>
            <p:ph idx="1" type="subTitle"/>
          </p:nvPr>
        </p:nvSpPr>
        <p:spPr>
          <a:xfrm rot="-546">
            <a:off x="2683643" y="3516288"/>
            <a:ext cx="3776700" cy="42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349" name="Google Shape;349;p38"/>
          <p:cNvSpPr txBox="1"/>
          <p:nvPr>
            <p:ph type="ctrTitle"/>
          </p:nvPr>
        </p:nvSpPr>
        <p:spPr>
          <a:xfrm>
            <a:off x="1271188" y="1074650"/>
            <a:ext cx="6609900" cy="231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INTELLIGENT PROCESS AUTOMATION (IPA)</a:t>
            </a:r>
            <a:endParaRPr/>
          </a:p>
          <a:p>
            <a:pPr indent="0" lvl="0" marL="0" rtl="0" algn="ctr">
              <a:spcBef>
                <a:spcPts val="0"/>
              </a:spcBef>
              <a:spcAft>
                <a:spcPts val="0"/>
              </a:spcAft>
              <a:buClr>
                <a:schemeClr val="dk1"/>
              </a:buClr>
              <a:buSzPts val="1100"/>
              <a:buFont typeface="Arial"/>
              <a:buNone/>
            </a:pPr>
            <a:r>
              <a:rPr lang="en">
                <a:solidFill>
                  <a:schemeClr val="accent5"/>
                </a:solidFill>
              </a:rPr>
              <a:t>FOR BUSINESS</a:t>
            </a:r>
            <a:endParaRPr/>
          </a:p>
        </p:txBody>
      </p:sp>
      <p:cxnSp>
        <p:nvCxnSpPr>
          <p:cNvPr id="350" name="Google Shape;350;p38"/>
          <p:cNvCxnSpPr/>
          <p:nvPr/>
        </p:nvCxnSpPr>
        <p:spPr>
          <a:xfrm>
            <a:off x="2068200" y="3385550"/>
            <a:ext cx="5007600" cy="0"/>
          </a:xfrm>
          <a:prstGeom prst="straightConnector1">
            <a:avLst/>
          </a:prstGeom>
          <a:noFill/>
          <a:ln cap="flat" cmpd="sng" w="19050">
            <a:solidFill>
              <a:schemeClr val="accent5"/>
            </a:solidFill>
            <a:prstDash val="solid"/>
            <a:round/>
            <a:headEnd len="med" w="med" type="oval"/>
            <a:tailEnd len="med" w="med" type="oval"/>
          </a:ln>
        </p:spPr>
      </p:cxnSp>
      <p:sp>
        <p:nvSpPr>
          <p:cNvPr id="351" name="Google Shape;351;p38"/>
          <p:cNvSpPr/>
          <p:nvPr/>
        </p:nvSpPr>
        <p:spPr>
          <a:xfrm rot="-1724014">
            <a:off x="6598440" y="-101545"/>
            <a:ext cx="234016" cy="234016"/>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 name="Shape 355"/>
        <p:cNvGrpSpPr/>
        <p:nvPr/>
      </p:nvGrpSpPr>
      <p:grpSpPr>
        <a:xfrm>
          <a:off x="0" y="0"/>
          <a:ext cx="0" cy="0"/>
          <a:chOff x="0" y="0"/>
          <a:chExt cx="0" cy="0"/>
        </a:xfrm>
      </p:grpSpPr>
      <p:sp>
        <p:nvSpPr>
          <p:cNvPr id="356" name="Google Shape;356;p39"/>
          <p:cNvSpPr txBox="1"/>
          <p:nvPr>
            <p:ph type="title"/>
          </p:nvPr>
        </p:nvSpPr>
        <p:spPr>
          <a:xfrm>
            <a:off x="720000" y="595950"/>
            <a:ext cx="7704000" cy="3282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357" name="Google Shape;357;p39"/>
          <p:cNvSpPr txBox="1"/>
          <p:nvPr>
            <p:ph idx="1" type="body"/>
          </p:nvPr>
        </p:nvSpPr>
        <p:spPr>
          <a:xfrm>
            <a:off x="720000" y="1237083"/>
            <a:ext cx="7704000" cy="336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Here’s what you’ll find in this </a:t>
            </a:r>
            <a:r>
              <a:rPr b="1" lang="en">
                <a:solidFill>
                  <a:schemeClr val="accent5"/>
                </a:solidFill>
                <a:uFill>
                  <a:noFill/>
                </a:uFill>
                <a:hlinkClick r:id="rId3">
                  <a:extLst>
                    <a:ext uri="{A12FA001-AC4F-418D-AE19-62706E023703}">
                      <ahyp:hlinkClr val="tx"/>
                    </a:ext>
                  </a:extLst>
                </a:hlinkClick>
              </a:rPr>
              <a:t>Slidesgo </a:t>
            </a:r>
            <a:r>
              <a:rPr lang="en">
                <a:solidFill>
                  <a:schemeClr val="lt1"/>
                </a:solidFill>
              </a:rPr>
              <a:t>template:</a:t>
            </a:r>
            <a:endParaRPr>
              <a:solidFill>
                <a:schemeClr val="lt1"/>
              </a:solidFill>
            </a:endParaRPr>
          </a:p>
          <a:p>
            <a:pPr indent="-295275" lvl="0" marL="457200" rtl="0" algn="l">
              <a:spcBef>
                <a:spcPts val="0"/>
              </a:spcBef>
              <a:spcAft>
                <a:spcPts val="0"/>
              </a:spcAft>
              <a:buClr>
                <a:schemeClr val="lt1"/>
              </a:buClr>
              <a:buSzPts val="1050"/>
              <a:buFont typeface="Arial"/>
              <a:buAutoNum type="arabicPeriod"/>
            </a:pPr>
            <a:r>
              <a:rPr lang="en">
                <a:solidFill>
                  <a:schemeClr val="lt1"/>
                </a:solidFill>
              </a:rPr>
              <a:t>A slide structure based on a </a:t>
            </a:r>
            <a:r>
              <a:rPr lang="en"/>
              <a:t>business</a:t>
            </a:r>
            <a:r>
              <a:rPr lang="en">
                <a:solidFill>
                  <a:schemeClr val="lt1"/>
                </a:solidFill>
              </a:rPr>
              <a:t> presentation, which you can easily adapt to your needs. For more info on how to edit the template, please </a:t>
            </a:r>
            <a:r>
              <a:rPr lang="en"/>
              <a:t>visit our blog</a:t>
            </a:r>
            <a:r>
              <a:rPr b="1" lang="en">
                <a:solidFill>
                  <a:schemeClr val="lt1"/>
                </a:solidFill>
              </a:rPr>
              <a:t> </a:t>
            </a:r>
            <a:r>
              <a:rPr lang="en">
                <a:solidFill>
                  <a:schemeClr val="lt1"/>
                </a:solidFill>
              </a:rPr>
              <a:t>or read our </a:t>
            </a:r>
            <a:r>
              <a:rPr b="1" lang="en">
                <a:solidFill>
                  <a:schemeClr val="accent5"/>
                </a:solidFill>
                <a:uFill>
                  <a:noFill/>
                </a:uFill>
                <a:hlinkClick r:id="rId4">
                  <a:extLst>
                    <a:ext uri="{A12FA001-AC4F-418D-AE19-62706E023703}">
                      <ahyp:hlinkClr val="tx"/>
                    </a:ext>
                  </a:extLst>
                </a:hlinkClick>
              </a:rPr>
              <a:t>FAQs</a:t>
            </a:r>
            <a:r>
              <a:rPr b="1" lang="en">
                <a:solidFill>
                  <a:schemeClr val="accent5"/>
                </a:solidFill>
              </a:rPr>
              <a:t>.</a:t>
            </a:r>
            <a:endParaRPr b="1">
              <a:solidFill>
                <a:schemeClr val="accent5"/>
              </a:solidFill>
            </a:endParaRPr>
          </a:p>
          <a:p>
            <a:pPr indent="-295275" lvl="0" marL="457200" rtl="0" algn="l">
              <a:spcBef>
                <a:spcPts val="0"/>
              </a:spcBef>
              <a:spcAft>
                <a:spcPts val="0"/>
              </a:spcAft>
              <a:buClr>
                <a:schemeClr val="lt1"/>
              </a:buClr>
              <a:buSzPts val="1050"/>
              <a:buFont typeface="Arial"/>
              <a:buAutoNum type="arabicPeriod"/>
            </a:pPr>
            <a:r>
              <a:rPr lang="en">
                <a:solidFill>
                  <a:schemeClr val="lt1"/>
                </a:solidFill>
              </a:rPr>
              <a:t>An assortment of graphic illustrations that are suitable for use in the presentation can be found in the </a:t>
            </a:r>
            <a:r>
              <a:rPr b="1" lang="en">
                <a:solidFill>
                  <a:schemeClr val="accent5"/>
                </a:solidFill>
                <a:uFill>
                  <a:noFill/>
                </a:uFill>
                <a:hlinkClick action="ppaction://hlinksldjump" r:id="rId5">
                  <a:extLst>
                    <a:ext uri="{A12FA001-AC4F-418D-AE19-62706E023703}">
                      <ahyp:hlinkClr val="tx"/>
                    </a:ext>
                  </a:extLst>
                </a:hlinkClick>
              </a:rPr>
              <a:t>alternative resources slide.</a:t>
            </a:r>
            <a:endParaRPr b="1">
              <a:solidFill>
                <a:schemeClr val="accent5"/>
              </a:solidFill>
            </a:endParaRPr>
          </a:p>
          <a:p>
            <a:pPr indent="-295275" lvl="0" marL="457200" rtl="0" algn="l">
              <a:spcBef>
                <a:spcPts val="0"/>
              </a:spcBef>
              <a:spcAft>
                <a:spcPts val="0"/>
              </a:spcAft>
              <a:buClr>
                <a:schemeClr val="lt1"/>
              </a:buClr>
              <a:buSzPts val="1050"/>
              <a:buFont typeface="Arial"/>
              <a:buAutoNum type="arabicPeriod"/>
            </a:pPr>
            <a:r>
              <a:rPr lang="en">
                <a:solidFill>
                  <a:schemeClr val="lt1"/>
                </a:solidFill>
              </a:rPr>
              <a:t>A </a:t>
            </a:r>
            <a:r>
              <a:rPr b="1" lang="en">
                <a:solidFill>
                  <a:schemeClr val="accent5"/>
                </a:solidFill>
                <a:uFill>
                  <a:noFill/>
                </a:uFill>
                <a:hlinkClick action="ppaction://hlinksldjump" r:id="rId6">
                  <a:extLst>
                    <a:ext uri="{A12FA001-AC4F-418D-AE19-62706E023703}">
                      <ahyp:hlinkClr val="tx"/>
                    </a:ext>
                  </a:extLst>
                </a:hlinkClick>
              </a:rPr>
              <a:t>thanks slide,</a:t>
            </a:r>
            <a:r>
              <a:rPr lang="en">
                <a:solidFill>
                  <a:schemeClr val="lt1"/>
                </a:solidFill>
              </a:rPr>
              <a:t> which you must keep so that proper credits for our design are given.</a:t>
            </a:r>
            <a:endParaRPr>
              <a:solidFill>
                <a:schemeClr val="lt1"/>
              </a:solidFill>
            </a:endParaRPr>
          </a:p>
          <a:p>
            <a:pPr indent="-295275" lvl="0" marL="457200" rtl="0" algn="l">
              <a:spcBef>
                <a:spcPts val="0"/>
              </a:spcBef>
              <a:spcAft>
                <a:spcPts val="0"/>
              </a:spcAft>
              <a:buClr>
                <a:schemeClr val="lt1"/>
              </a:buClr>
              <a:buSzPts val="1050"/>
              <a:buFont typeface="Arial"/>
              <a:buAutoNum type="arabicPeriod"/>
            </a:pPr>
            <a:r>
              <a:rPr lang="en">
                <a:solidFill>
                  <a:schemeClr val="lt1"/>
                </a:solidFill>
              </a:rPr>
              <a:t>A </a:t>
            </a:r>
            <a:r>
              <a:rPr b="1" lang="en">
                <a:solidFill>
                  <a:schemeClr val="accent5"/>
                </a:solidFill>
                <a:uFill>
                  <a:noFill/>
                </a:uFill>
                <a:hlinkClick action="ppaction://hlinksldjump" r:id="rId7">
                  <a:extLst>
                    <a:ext uri="{A12FA001-AC4F-418D-AE19-62706E023703}">
                      <ahyp:hlinkClr val="tx"/>
                    </a:ext>
                  </a:extLst>
                </a:hlinkClick>
              </a:rPr>
              <a:t>resources slide,</a:t>
            </a:r>
            <a:r>
              <a:rPr lang="en">
                <a:solidFill>
                  <a:schemeClr val="lt1"/>
                </a:solidFill>
              </a:rPr>
              <a:t> where you’ll find links to all the elements used in the template.</a:t>
            </a:r>
            <a:endParaRPr>
              <a:solidFill>
                <a:schemeClr val="lt1"/>
              </a:solidFill>
            </a:endParaRPr>
          </a:p>
          <a:p>
            <a:pPr indent="-295275" lvl="0" marL="457200" rtl="0" algn="l">
              <a:spcBef>
                <a:spcPts val="0"/>
              </a:spcBef>
              <a:spcAft>
                <a:spcPts val="0"/>
              </a:spcAft>
              <a:buClr>
                <a:schemeClr val="lt1"/>
              </a:buClr>
              <a:buSzPts val="1050"/>
              <a:buAutoNum type="arabicPeriod"/>
            </a:pPr>
            <a:r>
              <a:rPr b="1" lang="en">
                <a:solidFill>
                  <a:schemeClr val="accent5"/>
                </a:solidFill>
                <a:uFill>
                  <a:noFill/>
                </a:uFill>
                <a:hlinkClick action="ppaction://hlinksldjump" r:id="rId8">
                  <a:extLst>
                    <a:ext uri="{A12FA001-AC4F-418D-AE19-62706E023703}">
                      <ahyp:hlinkClr val="tx"/>
                    </a:ext>
                  </a:extLst>
                </a:hlinkClick>
              </a:rPr>
              <a:t>Instructions for use</a:t>
            </a:r>
            <a:r>
              <a:rPr b="1" lang="en">
                <a:solidFill>
                  <a:schemeClr val="lt1"/>
                </a:solidFill>
              </a:rPr>
              <a:t> </a:t>
            </a:r>
            <a:endParaRPr b="1">
              <a:solidFill>
                <a:schemeClr val="lt1"/>
              </a:solidFill>
            </a:endParaRPr>
          </a:p>
          <a:p>
            <a:pPr indent="-295275" lvl="0" marL="457200" rtl="0" algn="l">
              <a:spcBef>
                <a:spcPts val="0"/>
              </a:spcBef>
              <a:spcAft>
                <a:spcPts val="0"/>
              </a:spcAft>
              <a:buClr>
                <a:schemeClr val="lt1"/>
              </a:buClr>
              <a:buSzPts val="1050"/>
              <a:buAutoNum type="arabicPeriod"/>
            </a:pPr>
            <a:r>
              <a:rPr lang="en">
                <a:solidFill>
                  <a:schemeClr val="lt1"/>
                </a:solidFill>
              </a:rPr>
              <a:t>Final slides with: </a:t>
            </a:r>
            <a:endParaRPr>
              <a:solidFill>
                <a:schemeClr val="lt1"/>
              </a:solidFill>
            </a:endParaRPr>
          </a:p>
          <a:p>
            <a:pPr indent="-207010" lvl="0" marL="822960" rtl="0" algn="l">
              <a:spcBef>
                <a:spcPts val="0"/>
              </a:spcBef>
              <a:spcAft>
                <a:spcPts val="0"/>
              </a:spcAft>
              <a:buClr>
                <a:schemeClr val="accent5"/>
              </a:buClr>
              <a:buSzPts val="1100"/>
              <a:buFont typeface="Work Sans"/>
              <a:buChar char="●"/>
            </a:pPr>
            <a:r>
              <a:rPr lang="en">
                <a:solidFill>
                  <a:schemeClr val="lt1"/>
                </a:solidFill>
              </a:rPr>
              <a:t>The </a:t>
            </a:r>
            <a:r>
              <a:rPr b="1" lang="en">
                <a:solidFill>
                  <a:schemeClr val="accent5"/>
                </a:solidFill>
                <a:uFill>
                  <a:noFill/>
                </a:uFill>
                <a:hlinkClick action="ppaction://hlinksldjump" r:id="rId9">
                  <a:extLst>
                    <a:ext uri="{A12FA001-AC4F-418D-AE19-62706E023703}">
                      <ahyp:hlinkClr val="tx"/>
                    </a:ext>
                  </a:extLst>
                </a:hlinkClick>
              </a:rPr>
              <a:t>fonts and colors</a:t>
            </a:r>
            <a:r>
              <a:rPr lang="en">
                <a:solidFill>
                  <a:schemeClr val="accent5"/>
                </a:solidFill>
              </a:rPr>
              <a:t> </a:t>
            </a:r>
            <a:r>
              <a:rPr lang="en">
                <a:solidFill>
                  <a:schemeClr val="lt1"/>
                </a:solidFill>
              </a:rPr>
              <a:t>used in the template.</a:t>
            </a:r>
            <a:endParaRPr>
              <a:solidFill>
                <a:schemeClr val="lt1"/>
              </a:solidFill>
            </a:endParaRPr>
          </a:p>
          <a:p>
            <a:pPr indent="-207010" lvl="0" marL="822960" rtl="0" algn="l">
              <a:spcBef>
                <a:spcPts val="0"/>
              </a:spcBef>
              <a:spcAft>
                <a:spcPts val="0"/>
              </a:spcAft>
              <a:buClr>
                <a:schemeClr val="accent5"/>
              </a:buClr>
              <a:buSzPts val="1100"/>
              <a:buFont typeface="Work Sans"/>
              <a:buChar char="●"/>
            </a:pPr>
            <a:r>
              <a:rPr lang="en">
                <a:solidFill>
                  <a:schemeClr val="lt1"/>
                </a:solidFill>
              </a:rPr>
              <a:t>A selection of </a:t>
            </a:r>
            <a:r>
              <a:rPr b="1" lang="en">
                <a:solidFill>
                  <a:schemeClr val="accent5"/>
                </a:solidFill>
                <a:uFill>
                  <a:noFill/>
                </a:uFill>
                <a:hlinkClick action="ppaction://hlinksldjump" r:id="rId10">
                  <a:extLst>
                    <a:ext uri="{A12FA001-AC4F-418D-AE19-62706E023703}">
                      <ahyp:hlinkClr val="tx"/>
                    </a:ext>
                  </a:extLst>
                </a:hlinkClick>
              </a:rPr>
              <a:t>illustrations</a:t>
            </a:r>
            <a:r>
              <a:rPr lang="en">
                <a:solidFill>
                  <a:schemeClr val="accent5"/>
                </a:solidFill>
              </a:rPr>
              <a:t>.</a:t>
            </a:r>
            <a:r>
              <a:rPr lang="en">
                <a:solidFill>
                  <a:schemeClr val="lt1"/>
                </a:solidFill>
              </a:rPr>
              <a:t> You can also customize and animate them as you wish with the online editor. Visit </a:t>
            </a:r>
            <a:r>
              <a:rPr b="1" lang="en">
                <a:solidFill>
                  <a:schemeClr val="accent5"/>
                </a:solidFill>
                <a:uFill>
                  <a:noFill/>
                </a:uFill>
                <a:hlinkClick r:id="rId11">
                  <a:extLst>
                    <a:ext uri="{A12FA001-AC4F-418D-AE19-62706E023703}">
                      <ahyp:hlinkClr val="tx"/>
                    </a:ext>
                  </a:extLst>
                </a:hlinkClick>
              </a:rPr>
              <a:t>Storyset</a:t>
            </a:r>
            <a:r>
              <a:rPr lang="en">
                <a:solidFill>
                  <a:schemeClr val="lt1"/>
                </a:solidFill>
              </a:rPr>
              <a:t> to find more.</a:t>
            </a:r>
            <a:endParaRPr>
              <a:solidFill>
                <a:schemeClr val="lt1"/>
              </a:solidFill>
            </a:endParaRPr>
          </a:p>
          <a:p>
            <a:pPr indent="-207010" lvl="0" marL="822960" rtl="0" algn="l">
              <a:spcBef>
                <a:spcPts val="0"/>
              </a:spcBef>
              <a:spcAft>
                <a:spcPts val="0"/>
              </a:spcAft>
              <a:buClr>
                <a:schemeClr val="accent5"/>
              </a:buClr>
              <a:buSzPts val="1100"/>
              <a:buFont typeface="Work Sans"/>
              <a:buChar char="●"/>
            </a:pPr>
            <a:r>
              <a:rPr lang="en">
                <a:solidFill>
                  <a:schemeClr val="lt1"/>
                </a:solidFill>
              </a:rPr>
              <a:t>More</a:t>
            </a:r>
            <a:r>
              <a:rPr b="1" lang="en">
                <a:solidFill>
                  <a:schemeClr val="accent5"/>
                </a:solidFill>
              </a:rPr>
              <a:t> </a:t>
            </a:r>
            <a:r>
              <a:rPr b="1" lang="en">
                <a:solidFill>
                  <a:schemeClr val="accent5"/>
                </a:solidFill>
                <a:uFill>
                  <a:noFill/>
                </a:uFill>
                <a:hlinkClick action="ppaction://hlinksldjump" r:id="rId12">
                  <a:extLst>
                    <a:ext uri="{A12FA001-AC4F-418D-AE19-62706E023703}">
                      <ahyp:hlinkClr val="tx"/>
                    </a:ext>
                  </a:extLst>
                </a:hlinkClick>
              </a:rPr>
              <a:t>infographic resources</a:t>
            </a:r>
            <a:r>
              <a:rPr b="1" lang="en">
                <a:solidFill>
                  <a:schemeClr val="accent5"/>
                </a:solidFill>
              </a:rPr>
              <a:t>,</a:t>
            </a:r>
            <a:r>
              <a:rPr b="1" lang="en">
                <a:solidFill>
                  <a:schemeClr val="lt1"/>
                </a:solidFill>
              </a:rPr>
              <a:t> </a:t>
            </a:r>
            <a:r>
              <a:rPr lang="en">
                <a:solidFill>
                  <a:schemeClr val="lt1"/>
                </a:solidFill>
              </a:rPr>
              <a:t>whose size and color can be edited. </a:t>
            </a:r>
            <a:endParaRPr>
              <a:solidFill>
                <a:schemeClr val="lt1"/>
              </a:solidFill>
            </a:endParaRPr>
          </a:p>
          <a:p>
            <a:pPr indent="-207010" lvl="0" marL="822960" rtl="0" algn="l">
              <a:spcBef>
                <a:spcPts val="0"/>
              </a:spcBef>
              <a:spcAft>
                <a:spcPts val="0"/>
              </a:spcAft>
              <a:buClr>
                <a:schemeClr val="accent5"/>
              </a:buClr>
              <a:buSzPts val="1100"/>
              <a:buFont typeface="Work Sans"/>
              <a:buChar char="●"/>
            </a:pPr>
            <a:r>
              <a:rPr lang="en">
                <a:solidFill>
                  <a:schemeClr val="lt1"/>
                </a:solidFill>
              </a:rPr>
              <a:t>Sets of </a:t>
            </a:r>
            <a:r>
              <a:rPr b="1" lang="en">
                <a:solidFill>
                  <a:schemeClr val="accent5"/>
                </a:solidFill>
                <a:uFill>
                  <a:noFill/>
                </a:uFill>
                <a:hlinkClick action="ppaction://hlinksldjump" r:id="rId13">
                  <a:extLst>
                    <a:ext uri="{A12FA001-AC4F-418D-AE19-62706E023703}">
                      <ahyp:hlinkClr val="tx"/>
                    </a:ext>
                  </a:extLst>
                </a:hlinkClick>
              </a:rPr>
              <a:t>customizable icons</a:t>
            </a:r>
            <a:r>
              <a:rPr lang="en">
                <a:solidFill>
                  <a:schemeClr val="lt1"/>
                </a:solidFill>
              </a:rPr>
              <a:t> of the following themes: general, business, avatar, creative process, education, help &amp; support, medical, nature, performing arts, SEO &amp; marketing, and teamwork.</a:t>
            </a:r>
            <a:endParaRPr>
              <a:solidFill>
                <a:schemeClr val="lt1"/>
              </a:solidFill>
            </a:endParaRPr>
          </a:p>
          <a:p>
            <a:pPr indent="0" lvl="0" marL="457200" rtl="0" algn="l">
              <a:spcBef>
                <a:spcPts val="0"/>
              </a:spcBef>
              <a:spcAft>
                <a:spcPts val="0"/>
              </a:spcAft>
              <a:buNone/>
            </a:pPr>
            <a:r>
              <a:t/>
            </a:r>
            <a:endParaRPr>
              <a:solidFill>
                <a:schemeClr val="lt1"/>
              </a:solidFill>
            </a:endParaRPr>
          </a:p>
          <a:p>
            <a:pPr indent="0" lvl="0" marL="0" rtl="0" algn="l">
              <a:spcBef>
                <a:spcPts val="0"/>
              </a:spcBef>
              <a:spcAft>
                <a:spcPts val="0"/>
              </a:spcAft>
              <a:buNone/>
            </a:pPr>
            <a:r>
              <a:rPr lang="en">
                <a:solidFill>
                  <a:schemeClr val="lt1"/>
                </a:solidFill>
              </a:rPr>
              <a:t>You can delete this slide when you’re done editing the presentation.</a:t>
            </a:r>
            <a:endParaRPr>
              <a:solidFill>
                <a:schemeClr val="lt1"/>
              </a:solidFill>
            </a:endParaRPr>
          </a:p>
        </p:txBody>
      </p:sp>
      <p:cxnSp>
        <p:nvCxnSpPr>
          <p:cNvPr id="358" name="Google Shape;358;p39"/>
          <p:cNvCxnSpPr/>
          <p:nvPr/>
        </p:nvCxnSpPr>
        <p:spPr>
          <a:xfrm>
            <a:off x="1590600" y="1059050"/>
            <a:ext cx="5962800" cy="0"/>
          </a:xfrm>
          <a:prstGeom prst="straightConnector1">
            <a:avLst/>
          </a:prstGeom>
          <a:noFill/>
          <a:ln cap="flat" cmpd="sng" w="19050">
            <a:solidFill>
              <a:schemeClr val="accent5"/>
            </a:solidFill>
            <a:prstDash val="solid"/>
            <a:round/>
            <a:headEnd len="med" w="med" type="oval"/>
            <a:tailEnd len="med" w="med" type="oval"/>
          </a:ln>
        </p:spPr>
      </p:cxn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2" name="Shape 362"/>
        <p:cNvGrpSpPr/>
        <p:nvPr/>
      </p:nvGrpSpPr>
      <p:grpSpPr>
        <a:xfrm>
          <a:off x="0" y="0"/>
          <a:ext cx="0" cy="0"/>
          <a:chOff x="0" y="0"/>
          <a:chExt cx="0" cy="0"/>
        </a:xfrm>
      </p:grpSpPr>
      <p:sp>
        <p:nvSpPr>
          <p:cNvPr id="363" name="Google Shape;363;p40"/>
          <p:cNvSpPr/>
          <p:nvPr/>
        </p:nvSpPr>
        <p:spPr>
          <a:xfrm rot="5400000">
            <a:off x="2306250" y="-344125"/>
            <a:ext cx="446400" cy="36186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40"/>
          <p:cNvSpPr/>
          <p:nvPr/>
        </p:nvSpPr>
        <p:spPr>
          <a:xfrm rot="5400000">
            <a:off x="2306250" y="870975"/>
            <a:ext cx="446400" cy="36186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40"/>
          <p:cNvSpPr/>
          <p:nvPr/>
        </p:nvSpPr>
        <p:spPr>
          <a:xfrm rot="5400000">
            <a:off x="2306250" y="2078138"/>
            <a:ext cx="446400" cy="36186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40"/>
          <p:cNvSpPr/>
          <p:nvPr/>
        </p:nvSpPr>
        <p:spPr>
          <a:xfrm rot="5400000">
            <a:off x="6391500" y="-340975"/>
            <a:ext cx="446400" cy="36186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0"/>
          <p:cNvSpPr/>
          <p:nvPr/>
        </p:nvSpPr>
        <p:spPr>
          <a:xfrm rot="5400000">
            <a:off x="6389675" y="870975"/>
            <a:ext cx="446400" cy="36186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40"/>
          <p:cNvSpPr/>
          <p:nvPr/>
        </p:nvSpPr>
        <p:spPr>
          <a:xfrm rot="5400000">
            <a:off x="6389675" y="2063275"/>
            <a:ext cx="446400" cy="36186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40"/>
          <p:cNvSpPr txBox="1"/>
          <p:nvPr>
            <p:ph type="title"/>
          </p:nvPr>
        </p:nvSpPr>
        <p:spPr>
          <a:xfrm>
            <a:off x="737075" y="1241975"/>
            <a:ext cx="2900700" cy="45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FUTURE OF IPA</a:t>
            </a:r>
            <a:endParaRPr/>
          </a:p>
        </p:txBody>
      </p:sp>
      <p:sp>
        <p:nvSpPr>
          <p:cNvPr id="370" name="Google Shape;370;p40"/>
          <p:cNvSpPr txBox="1"/>
          <p:nvPr>
            <p:ph idx="1" type="subTitle"/>
          </p:nvPr>
        </p:nvSpPr>
        <p:spPr>
          <a:xfrm>
            <a:off x="720150" y="1688375"/>
            <a:ext cx="23364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71" name="Google Shape;371;p40"/>
          <p:cNvSpPr txBox="1"/>
          <p:nvPr>
            <p:ph idx="2" type="title"/>
          </p:nvPr>
        </p:nvSpPr>
        <p:spPr>
          <a:xfrm rot="1446">
            <a:off x="4746002" y="1271685"/>
            <a:ext cx="713100" cy="39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72" name="Google Shape;372;p40"/>
          <p:cNvSpPr txBox="1"/>
          <p:nvPr>
            <p:ph idx="3" type="title"/>
          </p:nvPr>
        </p:nvSpPr>
        <p:spPr>
          <a:xfrm>
            <a:off x="3683077" y="2482099"/>
            <a:ext cx="713100" cy="39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73" name="Google Shape;373;p40"/>
          <p:cNvSpPr txBox="1"/>
          <p:nvPr>
            <p:ph idx="4" type="title"/>
          </p:nvPr>
        </p:nvSpPr>
        <p:spPr>
          <a:xfrm>
            <a:off x="3683077" y="3692400"/>
            <a:ext cx="713100" cy="39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374" name="Google Shape;374;p40"/>
          <p:cNvSpPr txBox="1"/>
          <p:nvPr>
            <p:ph idx="5" type="title"/>
          </p:nvPr>
        </p:nvSpPr>
        <p:spPr>
          <a:xfrm>
            <a:off x="720156" y="2456165"/>
            <a:ext cx="2898600" cy="448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IPA APPLICATIONS</a:t>
            </a:r>
            <a:endParaRPr/>
          </a:p>
        </p:txBody>
      </p:sp>
      <p:sp>
        <p:nvSpPr>
          <p:cNvPr id="375" name="Google Shape;375;p40"/>
          <p:cNvSpPr txBox="1"/>
          <p:nvPr>
            <p:ph idx="6" type="subTitle"/>
          </p:nvPr>
        </p:nvSpPr>
        <p:spPr>
          <a:xfrm>
            <a:off x="720150" y="2903463"/>
            <a:ext cx="2336400" cy="530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76" name="Google Shape;376;p40"/>
          <p:cNvSpPr txBox="1"/>
          <p:nvPr>
            <p:ph idx="7" type="title"/>
          </p:nvPr>
        </p:nvSpPr>
        <p:spPr>
          <a:xfrm>
            <a:off x="720156" y="3663340"/>
            <a:ext cx="2898600" cy="448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COMPONENTS</a:t>
            </a:r>
            <a:endParaRPr/>
          </a:p>
        </p:txBody>
      </p:sp>
      <p:sp>
        <p:nvSpPr>
          <p:cNvPr id="377" name="Google Shape;377;p40"/>
          <p:cNvSpPr txBox="1"/>
          <p:nvPr>
            <p:ph idx="8" type="subTitle"/>
          </p:nvPr>
        </p:nvSpPr>
        <p:spPr>
          <a:xfrm>
            <a:off x="720150" y="4111538"/>
            <a:ext cx="2336400" cy="530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78" name="Google Shape;378;p40"/>
          <p:cNvSpPr txBox="1"/>
          <p:nvPr>
            <p:ph idx="9" type="title"/>
          </p:nvPr>
        </p:nvSpPr>
        <p:spPr>
          <a:xfrm>
            <a:off x="5527081" y="3649365"/>
            <a:ext cx="2898600" cy="448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IBM’S VISION</a:t>
            </a:r>
            <a:endParaRPr/>
          </a:p>
        </p:txBody>
      </p:sp>
      <p:sp>
        <p:nvSpPr>
          <p:cNvPr id="379" name="Google Shape;379;p40"/>
          <p:cNvSpPr txBox="1"/>
          <p:nvPr>
            <p:ph idx="13" type="subTitle"/>
          </p:nvPr>
        </p:nvSpPr>
        <p:spPr>
          <a:xfrm>
            <a:off x="6087600" y="4111538"/>
            <a:ext cx="2336400" cy="530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can describe the topic of the section here</a:t>
            </a:r>
            <a:endParaRPr/>
          </a:p>
        </p:txBody>
      </p:sp>
      <p:sp>
        <p:nvSpPr>
          <p:cNvPr id="380" name="Google Shape;380;p40"/>
          <p:cNvSpPr txBox="1"/>
          <p:nvPr>
            <p:ph idx="14" type="title"/>
          </p:nvPr>
        </p:nvSpPr>
        <p:spPr>
          <a:xfrm>
            <a:off x="5527081" y="2456165"/>
            <a:ext cx="2898600" cy="448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IBM</a:t>
            </a:r>
            <a:endParaRPr/>
          </a:p>
        </p:txBody>
      </p:sp>
      <p:sp>
        <p:nvSpPr>
          <p:cNvPr id="381" name="Google Shape;381;p40"/>
          <p:cNvSpPr txBox="1"/>
          <p:nvPr>
            <p:ph idx="15" type="subTitle"/>
          </p:nvPr>
        </p:nvSpPr>
        <p:spPr>
          <a:xfrm>
            <a:off x="6087600" y="2903463"/>
            <a:ext cx="2336400" cy="530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can describe the topic of the section here</a:t>
            </a:r>
            <a:endParaRPr/>
          </a:p>
        </p:txBody>
      </p:sp>
      <p:sp>
        <p:nvSpPr>
          <p:cNvPr id="382" name="Google Shape;382;p40"/>
          <p:cNvSpPr txBox="1"/>
          <p:nvPr>
            <p:ph idx="16" type="title"/>
          </p:nvPr>
        </p:nvSpPr>
        <p:spPr>
          <a:xfrm>
            <a:off x="5527081" y="1243315"/>
            <a:ext cx="2898600" cy="448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BENEFITS OF IPA</a:t>
            </a:r>
            <a:endParaRPr/>
          </a:p>
        </p:txBody>
      </p:sp>
      <p:sp>
        <p:nvSpPr>
          <p:cNvPr id="383" name="Google Shape;383;p40"/>
          <p:cNvSpPr txBox="1"/>
          <p:nvPr>
            <p:ph idx="17" type="subTitle"/>
          </p:nvPr>
        </p:nvSpPr>
        <p:spPr>
          <a:xfrm>
            <a:off x="6087600" y="1687013"/>
            <a:ext cx="2336400" cy="530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can describe the topic of the section here</a:t>
            </a:r>
            <a:endParaRPr/>
          </a:p>
        </p:txBody>
      </p:sp>
      <p:sp>
        <p:nvSpPr>
          <p:cNvPr id="384" name="Google Shape;384;p40"/>
          <p:cNvSpPr txBox="1"/>
          <p:nvPr>
            <p:ph idx="18" type="title"/>
          </p:nvPr>
        </p:nvSpPr>
        <p:spPr>
          <a:xfrm rot="1444">
            <a:off x="3682627" y="1270785"/>
            <a:ext cx="714000" cy="39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85" name="Google Shape;385;p40"/>
          <p:cNvSpPr txBox="1"/>
          <p:nvPr>
            <p:ph idx="19" type="title"/>
          </p:nvPr>
        </p:nvSpPr>
        <p:spPr>
          <a:xfrm rot="1446">
            <a:off x="4746002" y="2482099"/>
            <a:ext cx="713100" cy="39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86" name="Google Shape;386;p40"/>
          <p:cNvSpPr txBox="1"/>
          <p:nvPr>
            <p:ph idx="20" type="title"/>
          </p:nvPr>
        </p:nvSpPr>
        <p:spPr>
          <a:xfrm rot="1446">
            <a:off x="4746002" y="3692400"/>
            <a:ext cx="713100" cy="39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387" name="Google Shape;387;p40"/>
          <p:cNvSpPr txBox="1"/>
          <p:nvPr>
            <p:ph idx="21" type="title"/>
          </p:nvPr>
        </p:nvSpPr>
        <p:spPr>
          <a:xfrm>
            <a:off x="720000" y="595950"/>
            <a:ext cx="7704000" cy="32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cxnSp>
        <p:nvCxnSpPr>
          <p:cNvPr id="388" name="Google Shape;388;p40"/>
          <p:cNvCxnSpPr/>
          <p:nvPr/>
        </p:nvCxnSpPr>
        <p:spPr>
          <a:xfrm>
            <a:off x="2689050" y="1059050"/>
            <a:ext cx="3765900" cy="0"/>
          </a:xfrm>
          <a:prstGeom prst="straightConnector1">
            <a:avLst/>
          </a:prstGeom>
          <a:noFill/>
          <a:ln cap="flat" cmpd="sng" w="19050">
            <a:solidFill>
              <a:schemeClr val="accent5"/>
            </a:solidFill>
            <a:prstDash val="solid"/>
            <a:round/>
            <a:headEnd len="med" w="med" type="oval"/>
            <a:tailEnd len="med" w="med" type="oval"/>
          </a:ln>
        </p:spPr>
      </p:cxn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2" name="Shape 392"/>
        <p:cNvGrpSpPr/>
        <p:nvPr/>
      </p:nvGrpSpPr>
      <p:grpSpPr>
        <a:xfrm>
          <a:off x="0" y="0"/>
          <a:ext cx="0" cy="0"/>
          <a:chOff x="0" y="0"/>
          <a:chExt cx="0" cy="0"/>
        </a:xfrm>
      </p:grpSpPr>
      <p:sp>
        <p:nvSpPr>
          <p:cNvPr id="393" name="Google Shape;393;p41"/>
          <p:cNvSpPr txBox="1"/>
          <p:nvPr>
            <p:ph type="title"/>
          </p:nvPr>
        </p:nvSpPr>
        <p:spPr>
          <a:xfrm>
            <a:off x="1617000" y="1317613"/>
            <a:ext cx="5910000" cy="152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394" name="Google Shape;394;p41"/>
          <p:cNvSpPr txBox="1"/>
          <p:nvPr>
            <p:ph idx="1" type="subTitle"/>
          </p:nvPr>
        </p:nvSpPr>
        <p:spPr>
          <a:xfrm>
            <a:off x="1617000" y="3207288"/>
            <a:ext cx="5910000" cy="61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cxnSp>
        <p:nvCxnSpPr>
          <p:cNvPr id="395" name="Google Shape;395;p41"/>
          <p:cNvCxnSpPr/>
          <p:nvPr/>
        </p:nvCxnSpPr>
        <p:spPr>
          <a:xfrm>
            <a:off x="1617000" y="3028963"/>
            <a:ext cx="5910000" cy="0"/>
          </a:xfrm>
          <a:prstGeom prst="straightConnector1">
            <a:avLst/>
          </a:prstGeom>
          <a:noFill/>
          <a:ln cap="flat" cmpd="sng" w="19050">
            <a:solidFill>
              <a:schemeClr val="accent5"/>
            </a:solidFill>
            <a:prstDash val="solid"/>
            <a:round/>
            <a:headEnd len="med" w="med" type="oval"/>
            <a:tailEnd len="med" w="med" type="oval"/>
          </a:ln>
        </p:spPr>
      </p:cxn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9" name="Shape 399"/>
        <p:cNvGrpSpPr/>
        <p:nvPr/>
      </p:nvGrpSpPr>
      <p:grpSpPr>
        <a:xfrm>
          <a:off x="0" y="0"/>
          <a:ext cx="0" cy="0"/>
          <a:chOff x="0" y="0"/>
          <a:chExt cx="0" cy="0"/>
        </a:xfrm>
      </p:grpSpPr>
      <p:sp>
        <p:nvSpPr>
          <p:cNvPr id="400" name="Google Shape;400;p42"/>
          <p:cNvSpPr txBox="1"/>
          <p:nvPr>
            <p:ph type="title"/>
          </p:nvPr>
        </p:nvSpPr>
        <p:spPr>
          <a:xfrm>
            <a:off x="4572000" y="787400"/>
            <a:ext cx="3201300" cy="95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SLIDE TITLE GOES HERE!</a:t>
            </a:r>
            <a:endParaRPr/>
          </a:p>
        </p:txBody>
      </p:sp>
      <p:sp>
        <p:nvSpPr>
          <p:cNvPr id="401" name="Google Shape;401;p42"/>
          <p:cNvSpPr txBox="1"/>
          <p:nvPr>
            <p:ph idx="1" type="subTitle"/>
          </p:nvPr>
        </p:nvSpPr>
        <p:spPr>
          <a:xfrm rot="-288">
            <a:off x="4572000" y="1847652"/>
            <a:ext cx="3579600" cy="250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a:t>
            </a:r>
            <a:endParaRPr/>
          </a:p>
          <a:p>
            <a:pPr indent="0" lvl="0" marL="0" rtl="0" algn="l">
              <a:spcBef>
                <a:spcPts val="0"/>
              </a:spcBef>
              <a:spcAft>
                <a:spcPts val="0"/>
              </a:spcAft>
              <a:buNone/>
            </a:pPr>
            <a:r>
              <a:rPr lang="en"/>
              <a:t>Lists like this one:</a:t>
            </a:r>
            <a:endParaRPr/>
          </a:p>
          <a:p>
            <a:pPr indent="-317500" lvl="0" marL="457200" rtl="0" algn="l">
              <a:spcBef>
                <a:spcPts val="16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600"/>
              </a:spcBef>
              <a:spcAft>
                <a:spcPts val="0"/>
              </a:spcAft>
              <a:buNone/>
            </a:pPr>
            <a:r>
              <a:rPr lang="en"/>
              <a:t>And the most important thing: the audience won’t miss the point of your presentation ever again</a:t>
            </a:r>
            <a:endParaRPr/>
          </a:p>
        </p:txBody>
      </p:sp>
      <p:sp>
        <p:nvSpPr>
          <p:cNvPr id="402" name="Google Shape;402;p42"/>
          <p:cNvSpPr/>
          <p:nvPr/>
        </p:nvSpPr>
        <p:spPr>
          <a:xfrm>
            <a:off x="1026575" y="1006100"/>
            <a:ext cx="3131400" cy="3131400"/>
          </a:xfrm>
          <a:prstGeom prst="ellipse">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03" name="Google Shape;403;p42"/>
          <p:cNvPicPr preferRelativeResize="0"/>
          <p:nvPr/>
        </p:nvPicPr>
        <p:blipFill rotWithShape="1">
          <a:blip r:embed="rId3">
            <a:alphaModFix/>
          </a:blip>
          <a:srcRect b="8206" l="0" r="0" t="25721"/>
          <a:stretch/>
        </p:blipFill>
        <p:spPr>
          <a:xfrm>
            <a:off x="1253175" y="1257175"/>
            <a:ext cx="2678100" cy="2688300"/>
          </a:xfrm>
          <a:prstGeom prst="ellipse">
            <a:avLst/>
          </a:prstGeom>
          <a:noFill/>
          <a:ln>
            <a:noFill/>
          </a:ln>
        </p:spPr>
      </p:pic>
      <p:sp>
        <p:nvSpPr>
          <p:cNvPr id="404" name="Google Shape;404;p42"/>
          <p:cNvSpPr/>
          <p:nvPr/>
        </p:nvSpPr>
        <p:spPr>
          <a:xfrm>
            <a:off x="3171925" y="3429525"/>
            <a:ext cx="683400" cy="6834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2"/>
          <p:cNvSpPr/>
          <p:nvPr/>
        </p:nvSpPr>
        <p:spPr>
          <a:xfrm>
            <a:off x="3121825" y="3895725"/>
            <a:ext cx="217200" cy="2172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42"/>
          <p:cNvSpPr/>
          <p:nvPr/>
        </p:nvSpPr>
        <p:spPr>
          <a:xfrm>
            <a:off x="1207025" y="3363600"/>
            <a:ext cx="161700" cy="1617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2"/>
          <p:cNvSpPr/>
          <p:nvPr/>
        </p:nvSpPr>
        <p:spPr>
          <a:xfrm>
            <a:off x="2321750" y="926000"/>
            <a:ext cx="161700" cy="1617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2"/>
          <p:cNvSpPr/>
          <p:nvPr/>
        </p:nvSpPr>
        <p:spPr>
          <a:xfrm>
            <a:off x="1091475" y="1847500"/>
            <a:ext cx="161700" cy="1617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2"/>
          <p:cNvSpPr/>
          <p:nvPr/>
        </p:nvSpPr>
        <p:spPr>
          <a:xfrm>
            <a:off x="3829650" y="1656825"/>
            <a:ext cx="161700" cy="1617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3" name="Shape 413"/>
        <p:cNvGrpSpPr/>
        <p:nvPr/>
      </p:nvGrpSpPr>
      <p:grpSpPr>
        <a:xfrm>
          <a:off x="0" y="0"/>
          <a:ext cx="0" cy="0"/>
          <a:chOff x="0" y="0"/>
          <a:chExt cx="0" cy="0"/>
        </a:xfrm>
      </p:grpSpPr>
      <p:sp>
        <p:nvSpPr>
          <p:cNvPr id="414" name="Google Shape;414;p43"/>
          <p:cNvSpPr txBox="1"/>
          <p:nvPr>
            <p:ph type="title"/>
          </p:nvPr>
        </p:nvSpPr>
        <p:spPr>
          <a:xfrm>
            <a:off x="3316663" y="1761300"/>
            <a:ext cx="4414800" cy="125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FUTURE OF IPA</a:t>
            </a:r>
            <a:endParaRPr/>
          </a:p>
        </p:txBody>
      </p:sp>
      <p:sp>
        <p:nvSpPr>
          <p:cNvPr id="415" name="Google Shape;415;p43"/>
          <p:cNvSpPr txBox="1"/>
          <p:nvPr>
            <p:ph idx="2" type="title"/>
          </p:nvPr>
        </p:nvSpPr>
        <p:spPr>
          <a:xfrm>
            <a:off x="1412518" y="1761300"/>
            <a:ext cx="1796700" cy="162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16" name="Google Shape;416;p43"/>
          <p:cNvSpPr txBox="1"/>
          <p:nvPr>
            <p:ph idx="1" type="subTitle"/>
          </p:nvPr>
        </p:nvSpPr>
        <p:spPr>
          <a:xfrm rot="467">
            <a:off x="3316675" y="3067750"/>
            <a:ext cx="4414800" cy="314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0" name="Shape 420"/>
        <p:cNvGrpSpPr/>
        <p:nvPr/>
      </p:nvGrpSpPr>
      <p:grpSpPr>
        <a:xfrm>
          <a:off x="0" y="0"/>
          <a:ext cx="0" cy="0"/>
          <a:chOff x="0" y="0"/>
          <a:chExt cx="0" cy="0"/>
        </a:xfrm>
      </p:grpSpPr>
      <p:sp>
        <p:nvSpPr>
          <p:cNvPr id="421" name="Google Shape;421;p44"/>
          <p:cNvSpPr txBox="1"/>
          <p:nvPr>
            <p:ph idx="1" type="subTitle"/>
          </p:nvPr>
        </p:nvSpPr>
        <p:spPr>
          <a:xfrm rot="318">
            <a:off x="1324700" y="2652900"/>
            <a:ext cx="6494400" cy="107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sp>
        <p:nvSpPr>
          <p:cNvPr id="422" name="Google Shape;422;p44"/>
          <p:cNvSpPr txBox="1"/>
          <p:nvPr>
            <p:ph type="title"/>
          </p:nvPr>
        </p:nvSpPr>
        <p:spPr>
          <a:xfrm>
            <a:off x="720000" y="1419000"/>
            <a:ext cx="7704000" cy="123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cxnSp>
        <p:nvCxnSpPr>
          <p:cNvPr id="423" name="Google Shape;423;p44"/>
          <p:cNvCxnSpPr/>
          <p:nvPr/>
        </p:nvCxnSpPr>
        <p:spPr>
          <a:xfrm>
            <a:off x="1166650" y="2652450"/>
            <a:ext cx="6810600" cy="0"/>
          </a:xfrm>
          <a:prstGeom prst="straightConnector1">
            <a:avLst/>
          </a:prstGeom>
          <a:noFill/>
          <a:ln cap="flat" cmpd="sng" w="19050">
            <a:solidFill>
              <a:schemeClr val="accent5"/>
            </a:solidFill>
            <a:prstDash val="solid"/>
            <a:round/>
            <a:headEnd len="med" w="med" type="oval"/>
            <a:tailEnd len="med" w="med" type="oval"/>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 name="Shape 427"/>
        <p:cNvGrpSpPr/>
        <p:nvPr/>
      </p:nvGrpSpPr>
      <p:grpSpPr>
        <a:xfrm>
          <a:off x="0" y="0"/>
          <a:ext cx="0" cy="0"/>
          <a:chOff x="0" y="0"/>
          <a:chExt cx="0" cy="0"/>
        </a:xfrm>
      </p:grpSpPr>
      <p:sp>
        <p:nvSpPr>
          <p:cNvPr id="428" name="Google Shape;428;p45"/>
          <p:cNvSpPr txBox="1"/>
          <p:nvPr>
            <p:ph idx="1" type="subTitle"/>
          </p:nvPr>
        </p:nvSpPr>
        <p:spPr>
          <a:xfrm>
            <a:off x="1721600" y="2005975"/>
            <a:ext cx="967500" cy="365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THEM</a:t>
            </a:r>
            <a:endParaRPr/>
          </a:p>
        </p:txBody>
      </p:sp>
      <p:sp>
        <p:nvSpPr>
          <p:cNvPr id="429" name="Google Shape;429;p45"/>
          <p:cNvSpPr txBox="1"/>
          <p:nvPr>
            <p:ph idx="2" type="subTitle"/>
          </p:nvPr>
        </p:nvSpPr>
        <p:spPr>
          <a:xfrm>
            <a:off x="6454950" y="3595375"/>
            <a:ext cx="9693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US</a:t>
            </a:r>
            <a:endParaRPr/>
          </a:p>
        </p:txBody>
      </p:sp>
      <p:sp>
        <p:nvSpPr>
          <p:cNvPr id="430" name="Google Shape;430;p45"/>
          <p:cNvSpPr txBox="1"/>
          <p:nvPr>
            <p:ph idx="3" type="subTitle"/>
          </p:nvPr>
        </p:nvSpPr>
        <p:spPr>
          <a:xfrm>
            <a:off x="3118200" y="1563776"/>
            <a:ext cx="2907600" cy="124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431" name="Google Shape;431;p45"/>
          <p:cNvSpPr txBox="1"/>
          <p:nvPr>
            <p:ph idx="4" type="subTitle"/>
          </p:nvPr>
        </p:nvSpPr>
        <p:spPr>
          <a:xfrm>
            <a:off x="3118200" y="3151825"/>
            <a:ext cx="2907600" cy="125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t>Venus </a:t>
            </a:r>
            <a:r>
              <a:rPr lang="en"/>
              <a:t>has a beautiful name and is the second planet from the Sun. It’s</a:t>
            </a:r>
            <a:r>
              <a:rPr lang="en"/>
              <a:t> terribly hot </a:t>
            </a:r>
            <a:r>
              <a:rPr lang="en"/>
              <a:t>and its atmosphere is poisonous</a:t>
            </a:r>
            <a:endParaRPr/>
          </a:p>
        </p:txBody>
      </p:sp>
      <p:sp>
        <p:nvSpPr>
          <p:cNvPr id="432" name="Google Shape;432;p45"/>
          <p:cNvSpPr txBox="1"/>
          <p:nvPr>
            <p:ph type="title"/>
          </p:nvPr>
        </p:nvSpPr>
        <p:spPr>
          <a:xfrm>
            <a:off x="720000" y="595950"/>
            <a:ext cx="7704000" cy="32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FUTURE OF IPA</a:t>
            </a:r>
            <a:endParaRPr/>
          </a:p>
        </p:txBody>
      </p:sp>
      <p:cxnSp>
        <p:nvCxnSpPr>
          <p:cNvPr id="433" name="Google Shape;433;p45"/>
          <p:cNvCxnSpPr/>
          <p:nvPr/>
        </p:nvCxnSpPr>
        <p:spPr>
          <a:xfrm>
            <a:off x="2689050" y="1059050"/>
            <a:ext cx="3765900" cy="0"/>
          </a:xfrm>
          <a:prstGeom prst="straightConnector1">
            <a:avLst/>
          </a:prstGeom>
          <a:noFill/>
          <a:ln cap="flat" cmpd="sng" w="19050">
            <a:solidFill>
              <a:schemeClr val="accent5"/>
            </a:solidFill>
            <a:prstDash val="solid"/>
            <a:round/>
            <a:headEnd len="med" w="med" type="oval"/>
            <a:tailEnd len="med" w="med" type="oval"/>
          </a:ln>
        </p:spPr>
      </p:cxnSp>
      <p:sp>
        <p:nvSpPr>
          <p:cNvPr id="434" name="Google Shape;434;p45"/>
          <p:cNvSpPr/>
          <p:nvPr/>
        </p:nvSpPr>
        <p:spPr>
          <a:xfrm flipH="1" rot="-3677180">
            <a:off x="-88264" y="2701762"/>
            <a:ext cx="186082" cy="186082"/>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5" name="Google Shape;435;p45"/>
          <p:cNvCxnSpPr>
            <a:stCxn id="428" idx="3"/>
            <a:endCxn id="430" idx="1"/>
          </p:cNvCxnSpPr>
          <p:nvPr/>
        </p:nvCxnSpPr>
        <p:spPr>
          <a:xfrm>
            <a:off x="2689100" y="2188525"/>
            <a:ext cx="429000" cy="0"/>
          </a:xfrm>
          <a:prstGeom prst="straightConnector1">
            <a:avLst/>
          </a:prstGeom>
          <a:noFill/>
          <a:ln cap="flat" cmpd="sng" w="19050">
            <a:solidFill>
              <a:schemeClr val="accent5"/>
            </a:solidFill>
            <a:prstDash val="solid"/>
            <a:round/>
            <a:headEnd len="med" w="med" type="oval"/>
            <a:tailEnd len="med" w="med" type="none"/>
          </a:ln>
        </p:spPr>
      </p:cxnSp>
      <p:cxnSp>
        <p:nvCxnSpPr>
          <p:cNvPr id="436" name="Google Shape;436;p45"/>
          <p:cNvCxnSpPr>
            <a:stCxn id="431" idx="3"/>
            <a:endCxn id="429" idx="1"/>
          </p:cNvCxnSpPr>
          <p:nvPr/>
        </p:nvCxnSpPr>
        <p:spPr>
          <a:xfrm>
            <a:off x="6025800" y="3778225"/>
            <a:ext cx="429300" cy="0"/>
          </a:xfrm>
          <a:prstGeom prst="straightConnector1">
            <a:avLst/>
          </a:prstGeom>
          <a:noFill/>
          <a:ln cap="flat" cmpd="sng" w="19050">
            <a:solidFill>
              <a:schemeClr val="accent5"/>
            </a:solidFill>
            <a:prstDash val="solid"/>
            <a:round/>
            <a:headEnd len="med" w="med" type="none"/>
            <a:tailEnd len="med" w="med" type="oval"/>
          </a:ln>
        </p:spPr>
      </p:cxnSp>
      <p:sp>
        <p:nvSpPr>
          <p:cNvPr id="437" name="Google Shape;437;p45"/>
          <p:cNvSpPr/>
          <p:nvPr/>
        </p:nvSpPr>
        <p:spPr>
          <a:xfrm flipH="1">
            <a:off x="6454888" y="1873825"/>
            <a:ext cx="629400" cy="6294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5"/>
          <p:cNvSpPr/>
          <p:nvPr/>
        </p:nvSpPr>
        <p:spPr>
          <a:xfrm flipH="1">
            <a:off x="2059638" y="3463525"/>
            <a:ext cx="629400" cy="6294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 name="Google Shape;439;p45"/>
          <p:cNvGrpSpPr/>
          <p:nvPr/>
        </p:nvGrpSpPr>
        <p:grpSpPr>
          <a:xfrm>
            <a:off x="6612862" y="1998358"/>
            <a:ext cx="313482" cy="380344"/>
            <a:chOff x="3194650" y="2173496"/>
            <a:chExt cx="313482" cy="380344"/>
          </a:xfrm>
        </p:grpSpPr>
        <p:sp>
          <p:nvSpPr>
            <p:cNvPr id="440" name="Google Shape;440;p45"/>
            <p:cNvSpPr/>
            <p:nvPr/>
          </p:nvSpPr>
          <p:spPr>
            <a:xfrm>
              <a:off x="3306074" y="2218058"/>
              <a:ext cx="22300" cy="22300"/>
            </a:xfrm>
            <a:custGeom>
              <a:rect b="b" l="l" r="r" t="t"/>
              <a:pathLst>
                <a:path extrusionOk="0" h="591" w="591">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5"/>
            <p:cNvSpPr/>
            <p:nvPr/>
          </p:nvSpPr>
          <p:spPr>
            <a:xfrm>
              <a:off x="3374407" y="2218058"/>
              <a:ext cx="22300" cy="22300"/>
            </a:xfrm>
            <a:custGeom>
              <a:rect b="b" l="l" r="r" t="t"/>
              <a:pathLst>
                <a:path extrusionOk="0" h="591" w="591">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5"/>
            <p:cNvSpPr/>
            <p:nvPr/>
          </p:nvSpPr>
          <p:spPr>
            <a:xfrm>
              <a:off x="3306074" y="2262620"/>
              <a:ext cx="90633" cy="22338"/>
            </a:xfrm>
            <a:custGeom>
              <a:rect b="b" l="l" r="r" t="t"/>
              <a:pathLst>
                <a:path extrusionOk="0" h="592" w="2402">
                  <a:moveTo>
                    <a:pt x="0" y="1"/>
                  </a:moveTo>
                  <a:lnTo>
                    <a:pt x="0" y="591"/>
                  </a:lnTo>
                  <a:lnTo>
                    <a:pt x="2402" y="591"/>
                  </a:lnTo>
                  <a:lnTo>
                    <a:pt x="2402"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5"/>
            <p:cNvSpPr/>
            <p:nvPr/>
          </p:nvSpPr>
          <p:spPr>
            <a:xfrm>
              <a:off x="3283774" y="2353254"/>
              <a:ext cx="135233" cy="66900"/>
            </a:xfrm>
            <a:custGeom>
              <a:rect b="b" l="l" r="r" t="t"/>
              <a:pathLst>
                <a:path extrusionOk="0" h="1773" w="3584">
                  <a:moveTo>
                    <a:pt x="2993" y="591"/>
                  </a:moveTo>
                  <a:lnTo>
                    <a:pt x="2993" y="1182"/>
                  </a:lnTo>
                  <a:lnTo>
                    <a:pt x="591" y="1182"/>
                  </a:lnTo>
                  <a:lnTo>
                    <a:pt x="591" y="591"/>
                  </a:lnTo>
                  <a:close/>
                  <a:moveTo>
                    <a:pt x="0" y="0"/>
                  </a:moveTo>
                  <a:lnTo>
                    <a:pt x="0" y="1772"/>
                  </a:lnTo>
                  <a:lnTo>
                    <a:pt x="3584" y="1772"/>
                  </a:lnTo>
                  <a:lnTo>
                    <a:pt x="3584"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5"/>
            <p:cNvSpPr/>
            <p:nvPr/>
          </p:nvSpPr>
          <p:spPr>
            <a:xfrm>
              <a:off x="3194650" y="2173496"/>
              <a:ext cx="313482" cy="380344"/>
            </a:xfrm>
            <a:custGeom>
              <a:rect b="b" l="l" r="r" t="t"/>
              <a:pathLst>
                <a:path extrusionOk="0" h="10080" w="8308">
                  <a:moveTo>
                    <a:pt x="5946" y="590"/>
                  </a:moveTo>
                  <a:lnTo>
                    <a:pt x="5946" y="3583"/>
                  </a:lnTo>
                  <a:lnTo>
                    <a:pt x="2362" y="3583"/>
                  </a:lnTo>
                  <a:lnTo>
                    <a:pt x="2362" y="590"/>
                  </a:lnTo>
                  <a:close/>
                  <a:moveTo>
                    <a:pt x="6536" y="4174"/>
                  </a:moveTo>
                  <a:lnTo>
                    <a:pt x="6536" y="7127"/>
                  </a:lnTo>
                  <a:lnTo>
                    <a:pt x="1772" y="7127"/>
                  </a:lnTo>
                  <a:lnTo>
                    <a:pt x="1772" y="4174"/>
                  </a:lnTo>
                  <a:close/>
                  <a:moveTo>
                    <a:pt x="5650" y="7718"/>
                  </a:moveTo>
                  <a:lnTo>
                    <a:pt x="5650" y="8309"/>
                  </a:lnTo>
                  <a:lnTo>
                    <a:pt x="2658" y="8309"/>
                  </a:lnTo>
                  <a:lnTo>
                    <a:pt x="2658" y="7718"/>
                  </a:lnTo>
                  <a:close/>
                  <a:moveTo>
                    <a:pt x="2067" y="7718"/>
                  </a:moveTo>
                  <a:lnTo>
                    <a:pt x="2067" y="9489"/>
                  </a:lnTo>
                  <a:lnTo>
                    <a:pt x="1181" y="9489"/>
                  </a:lnTo>
                  <a:lnTo>
                    <a:pt x="1181" y="7718"/>
                  </a:lnTo>
                  <a:close/>
                  <a:moveTo>
                    <a:pt x="7127" y="7718"/>
                  </a:moveTo>
                  <a:lnTo>
                    <a:pt x="7127" y="9489"/>
                  </a:lnTo>
                  <a:lnTo>
                    <a:pt x="6241" y="9489"/>
                  </a:lnTo>
                  <a:lnTo>
                    <a:pt x="6241" y="7718"/>
                  </a:lnTo>
                  <a:close/>
                  <a:moveTo>
                    <a:pt x="1772" y="1"/>
                  </a:moveTo>
                  <a:lnTo>
                    <a:pt x="1772" y="1792"/>
                  </a:lnTo>
                  <a:lnTo>
                    <a:pt x="1181" y="1792"/>
                  </a:lnTo>
                  <a:lnTo>
                    <a:pt x="1181" y="1201"/>
                  </a:lnTo>
                  <a:lnTo>
                    <a:pt x="590" y="1201"/>
                  </a:lnTo>
                  <a:lnTo>
                    <a:pt x="590" y="2973"/>
                  </a:lnTo>
                  <a:lnTo>
                    <a:pt x="1181" y="2973"/>
                  </a:lnTo>
                  <a:lnTo>
                    <a:pt x="1181" y="2383"/>
                  </a:lnTo>
                  <a:lnTo>
                    <a:pt x="1772" y="2383"/>
                  </a:lnTo>
                  <a:lnTo>
                    <a:pt x="1772" y="3583"/>
                  </a:lnTo>
                  <a:lnTo>
                    <a:pt x="1181" y="3583"/>
                  </a:lnTo>
                  <a:lnTo>
                    <a:pt x="1181" y="4174"/>
                  </a:lnTo>
                  <a:lnTo>
                    <a:pt x="1" y="4174"/>
                  </a:lnTo>
                  <a:lnTo>
                    <a:pt x="1" y="6536"/>
                  </a:lnTo>
                  <a:lnTo>
                    <a:pt x="590" y="6536"/>
                  </a:lnTo>
                  <a:lnTo>
                    <a:pt x="590" y="4764"/>
                  </a:lnTo>
                  <a:lnTo>
                    <a:pt x="1181" y="4764"/>
                  </a:lnTo>
                  <a:lnTo>
                    <a:pt x="1181" y="7127"/>
                  </a:lnTo>
                  <a:lnTo>
                    <a:pt x="590" y="7127"/>
                  </a:lnTo>
                  <a:lnTo>
                    <a:pt x="590" y="10080"/>
                  </a:lnTo>
                  <a:lnTo>
                    <a:pt x="2658" y="10080"/>
                  </a:lnTo>
                  <a:lnTo>
                    <a:pt x="2658" y="8899"/>
                  </a:lnTo>
                  <a:lnTo>
                    <a:pt x="5650" y="8899"/>
                  </a:lnTo>
                  <a:lnTo>
                    <a:pt x="5650" y="10080"/>
                  </a:lnTo>
                  <a:lnTo>
                    <a:pt x="7718" y="10080"/>
                  </a:lnTo>
                  <a:lnTo>
                    <a:pt x="7718" y="7127"/>
                  </a:lnTo>
                  <a:lnTo>
                    <a:pt x="7127" y="7127"/>
                  </a:lnTo>
                  <a:lnTo>
                    <a:pt x="7127" y="4764"/>
                  </a:lnTo>
                  <a:lnTo>
                    <a:pt x="7718" y="4764"/>
                  </a:lnTo>
                  <a:lnTo>
                    <a:pt x="7718" y="6536"/>
                  </a:lnTo>
                  <a:lnTo>
                    <a:pt x="8307" y="6536"/>
                  </a:lnTo>
                  <a:lnTo>
                    <a:pt x="8307" y="4174"/>
                  </a:lnTo>
                  <a:lnTo>
                    <a:pt x="7127" y="4174"/>
                  </a:lnTo>
                  <a:lnTo>
                    <a:pt x="7127" y="3583"/>
                  </a:lnTo>
                  <a:lnTo>
                    <a:pt x="6536" y="3583"/>
                  </a:lnTo>
                  <a:lnTo>
                    <a:pt x="6536" y="2383"/>
                  </a:lnTo>
                  <a:lnTo>
                    <a:pt x="7127" y="2383"/>
                  </a:lnTo>
                  <a:lnTo>
                    <a:pt x="7127" y="2973"/>
                  </a:lnTo>
                  <a:lnTo>
                    <a:pt x="7718" y="2973"/>
                  </a:lnTo>
                  <a:lnTo>
                    <a:pt x="7718" y="1201"/>
                  </a:lnTo>
                  <a:lnTo>
                    <a:pt x="7127" y="1201"/>
                  </a:lnTo>
                  <a:lnTo>
                    <a:pt x="7127" y="1792"/>
                  </a:lnTo>
                  <a:lnTo>
                    <a:pt x="6536" y="1792"/>
                  </a:lnTo>
                  <a:lnTo>
                    <a:pt x="6536"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 name="Google Shape;445;p45"/>
          <p:cNvGrpSpPr/>
          <p:nvPr/>
        </p:nvGrpSpPr>
        <p:grpSpPr>
          <a:xfrm>
            <a:off x="2228741" y="3588058"/>
            <a:ext cx="291219" cy="380344"/>
            <a:chOff x="2392041" y="2173496"/>
            <a:chExt cx="291219" cy="380344"/>
          </a:xfrm>
        </p:grpSpPr>
        <p:sp>
          <p:nvSpPr>
            <p:cNvPr id="446" name="Google Shape;446;p45"/>
            <p:cNvSpPr/>
            <p:nvPr/>
          </p:nvSpPr>
          <p:spPr>
            <a:xfrm>
              <a:off x="2492334" y="2262620"/>
              <a:ext cx="22300" cy="22338"/>
            </a:xfrm>
            <a:custGeom>
              <a:rect b="b" l="l" r="r" t="t"/>
              <a:pathLst>
                <a:path extrusionOk="0" h="592" w="591">
                  <a:moveTo>
                    <a:pt x="0" y="1"/>
                  </a:moveTo>
                  <a:lnTo>
                    <a:pt x="0" y="591"/>
                  </a:lnTo>
                  <a:lnTo>
                    <a:pt x="591" y="591"/>
                  </a:lnTo>
                  <a:lnTo>
                    <a:pt x="591"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5"/>
            <p:cNvSpPr/>
            <p:nvPr/>
          </p:nvSpPr>
          <p:spPr>
            <a:xfrm>
              <a:off x="2481920" y="2351782"/>
              <a:ext cx="22300" cy="22338"/>
            </a:xfrm>
            <a:custGeom>
              <a:rect b="b" l="l" r="r" t="t"/>
              <a:pathLst>
                <a:path extrusionOk="0" h="592" w="591">
                  <a:moveTo>
                    <a:pt x="1" y="0"/>
                  </a:moveTo>
                  <a:lnTo>
                    <a:pt x="1"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5"/>
            <p:cNvSpPr/>
            <p:nvPr/>
          </p:nvSpPr>
          <p:spPr>
            <a:xfrm>
              <a:off x="2526482" y="2351782"/>
              <a:ext cx="22338" cy="22338"/>
            </a:xfrm>
            <a:custGeom>
              <a:rect b="b" l="l" r="r" t="t"/>
              <a:pathLst>
                <a:path extrusionOk="0" h="592" w="592">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5"/>
            <p:cNvSpPr/>
            <p:nvPr/>
          </p:nvSpPr>
          <p:spPr>
            <a:xfrm>
              <a:off x="2481920" y="2396344"/>
              <a:ext cx="111462" cy="22300"/>
            </a:xfrm>
            <a:custGeom>
              <a:rect b="b" l="l" r="r" t="t"/>
              <a:pathLst>
                <a:path extrusionOk="0" h="591" w="2954">
                  <a:moveTo>
                    <a:pt x="1" y="1"/>
                  </a:moveTo>
                  <a:lnTo>
                    <a:pt x="1" y="590"/>
                  </a:lnTo>
                  <a:lnTo>
                    <a:pt x="2953" y="590"/>
                  </a:lnTo>
                  <a:lnTo>
                    <a:pt x="2953"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5"/>
            <p:cNvSpPr/>
            <p:nvPr/>
          </p:nvSpPr>
          <p:spPr>
            <a:xfrm>
              <a:off x="2571044" y="2351782"/>
              <a:ext cx="22338" cy="22338"/>
            </a:xfrm>
            <a:custGeom>
              <a:rect b="b" l="l" r="r" t="t"/>
              <a:pathLst>
                <a:path extrusionOk="0" h="592" w="592">
                  <a:moveTo>
                    <a:pt x="1" y="0"/>
                  </a:moveTo>
                  <a:lnTo>
                    <a:pt x="1"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5"/>
            <p:cNvSpPr/>
            <p:nvPr/>
          </p:nvSpPr>
          <p:spPr>
            <a:xfrm>
              <a:off x="2560668" y="2262620"/>
              <a:ext cx="22338" cy="22338"/>
            </a:xfrm>
            <a:custGeom>
              <a:rect b="b" l="l" r="r" t="t"/>
              <a:pathLst>
                <a:path extrusionOk="0" h="592" w="592">
                  <a:moveTo>
                    <a:pt x="0" y="1"/>
                  </a:moveTo>
                  <a:lnTo>
                    <a:pt x="0" y="591"/>
                  </a:lnTo>
                  <a:lnTo>
                    <a:pt x="591" y="591"/>
                  </a:lnTo>
                  <a:lnTo>
                    <a:pt x="591"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5"/>
            <p:cNvSpPr/>
            <p:nvPr/>
          </p:nvSpPr>
          <p:spPr>
            <a:xfrm>
              <a:off x="2392041" y="2173496"/>
              <a:ext cx="291219" cy="380344"/>
            </a:xfrm>
            <a:custGeom>
              <a:rect b="b" l="l" r="r" t="t"/>
              <a:pathLst>
                <a:path extrusionOk="0" h="10080" w="7718">
                  <a:moveTo>
                    <a:pt x="3859" y="590"/>
                  </a:moveTo>
                  <a:cubicBezTo>
                    <a:pt x="5009" y="590"/>
                    <a:pt x="5946" y="1527"/>
                    <a:pt x="5946" y="2678"/>
                  </a:cubicBezTo>
                  <a:lnTo>
                    <a:pt x="5946" y="3544"/>
                  </a:lnTo>
                  <a:lnTo>
                    <a:pt x="1772" y="3544"/>
                  </a:lnTo>
                  <a:lnTo>
                    <a:pt x="1772" y="2678"/>
                  </a:lnTo>
                  <a:cubicBezTo>
                    <a:pt x="1772" y="1527"/>
                    <a:pt x="2708" y="590"/>
                    <a:pt x="3859" y="590"/>
                  </a:cubicBezTo>
                  <a:close/>
                  <a:moveTo>
                    <a:pt x="1182" y="4725"/>
                  </a:moveTo>
                  <a:lnTo>
                    <a:pt x="1182" y="5316"/>
                  </a:lnTo>
                  <a:lnTo>
                    <a:pt x="591" y="5316"/>
                  </a:lnTo>
                  <a:lnTo>
                    <a:pt x="591" y="4725"/>
                  </a:lnTo>
                  <a:close/>
                  <a:moveTo>
                    <a:pt x="7126" y="4725"/>
                  </a:moveTo>
                  <a:lnTo>
                    <a:pt x="7126" y="5316"/>
                  </a:lnTo>
                  <a:lnTo>
                    <a:pt x="6537" y="5316"/>
                  </a:lnTo>
                  <a:lnTo>
                    <a:pt x="6537" y="4725"/>
                  </a:lnTo>
                  <a:close/>
                  <a:moveTo>
                    <a:pt x="5946" y="4135"/>
                  </a:moveTo>
                  <a:lnTo>
                    <a:pt x="5946" y="7718"/>
                  </a:lnTo>
                  <a:lnTo>
                    <a:pt x="1772" y="7718"/>
                  </a:lnTo>
                  <a:lnTo>
                    <a:pt x="1772" y="4135"/>
                  </a:lnTo>
                  <a:close/>
                  <a:moveTo>
                    <a:pt x="4449" y="8309"/>
                  </a:moveTo>
                  <a:lnTo>
                    <a:pt x="4449" y="8898"/>
                  </a:lnTo>
                  <a:cubicBezTo>
                    <a:pt x="4449" y="9224"/>
                    <a:pt x="4185" y="9489"/>
                    <a:pt x="3859" y="9489"/>
                  </a:cubicBezTo>
                  <a:cubicBezTo>
                    <a:pt x="3534" y="9489"/>
                    <a:pt x="3268" y="9224"/>
                    <a:pt x="3268" y="8898"/>
                  </a:cubicBezTo>
                  <a:lnTo>
                    <a:pt x="3268" y="8309"/>
                  </a:lnTo>
                  <a:close/>
                  <a:moveTo>
                    <a:pt x="3859" y="1"/>
                  </a:moveTo>
                  <a:cubicBezTo>
                    <a:pt x="2383" y="1"/>
                    <a:pt x="1182" y="1201"/>
                    <a:pt x="1182" y="2678"/>
                  </a:cubicBezTo>
                  <a:lnTo>
                    <a:pt x="1182" y="4135"/>
                  </a:lnTo>
                  <a:lnTo>
                    <a:pt x="0" y="4135"/>
                  </a:lnTo>
                  <a:lnTo>
                    <a:pt x="0" y="7087"/>
                  </a:lnTo>
                  <a:lnTo>
                    <a:pt x="591" y="7087"/>
                  </a:lnTo>
                  <a:lnTo>
                    <a:pt x="591" y="5907"/>
                  </a:lnTo>
                  <a:lnTo>
                    <a:pt x="1182" y="5907"/>
                  </a:lnTo>
                  <a:lnTo>
                    <a:pt x="1182" y="8309"/>
                  </a:lnTo>
                  <a:lnTo>
                    <a:pt x="2677" y="8309"/>
                  </a:lnTo>
                  <a:lnTo>
                    <a:pt x="2677" y="8899"/>
                  </a:lnTo>
                  <a:cubicBezTo>
                    <a:pt x="2677" y="9550"/>
                    <a:pt x="3208" y="10080"/>
                    <a:pt x="3859" y="10080"/>
                  </a:cubicBezTo>
                  <a:cubicBezTo>
                    <a:pt x="4511" y="10080"/>
                    <a:pt x="5040" y="9550"/>
                    <a:pt x="5040" y="8899"/>
                  </a:cubicBezTo>
                  <a:lnTo>
                    <a:pt x="5040" y="8309"/>
                  </a:lnTo>
                  <a:lnTo>
                    <a:pt x="6536" y="8309"/>
                  </a:lnTo>
                  <a:lnTo>
                    <a:pt x="6536" y="5907"/>
                  </a:lnTo>
                  <a:lnTo>
                    <a:pt x="7126" y="5907"/>
                  </a:lnTo>
                  <a:lnTo>
                    <a:pt x="7126" y="7087"/>
                  </a:lnTo>
                  <a:lnTo>
                    <a:pt x="7717" y="7087"/>
                  </a:lnTo>
                  <a:lnTo>
                    <a:pt x="7717" y="4135"/>
                  </a:lnTo>
                  <a:lnTo>
                    <a:pt x="6537" y="4135"/>
                  </a:lnTo>
                  <a:lnTo>
                    <a:pt x="6537" y="2678"/>
                  </a:lnTo>
                  <a:cubicBezTo>
                    <a:pt x="6537" y="1201"/>
                    <a:pt x="5335" y="1"/>
                    <a:pt x="3859"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53" name="Google Shape;453;p45"/>
          <p:cNvCxnSpPr>
            <a:stCxn id="438" idx="2"/>
            <a:endCxn id="431" idx="1"/>
          </p:cNvCxnSpPr>
          <p:nvPr/>
        </p:nvCxnSpPr>
        <p:spPr>
          <a:xfrm>
            <a:off x="2689038" y="3778225"/>
            <a:ext cx="429300" cy="0"/>
          </a:xfrm>
          <a:prstGeom prst="straightConnector1">
            <a:avLst/>
          </a:prstGeom>
          <a:noFill/>
          <a:ln cap="flat" cmpd="sng" w="19050">
            <a:solidFill>
              <a:schemeClr val="accent5"/>
            </a:solidFill>
            <a:prstDash val="solid"/>
            <a:round/>
            <a:headEnd len="med" w="med" type="none"/>
            <a:tailEnd len="med" w="med" type="oval"/>
          </a:ln>
        </p:spPr>
      </p:cxnSp>
      <p:cxnSp>
        <p:nvCxnSpPr>
          <p:cNvPr id="454" name="Google Shape;454;p45"/>
          <p:cNvCxnSpPr>
            <a:stCxn id="430" idx="3"/>
            <a:endCxn id="437" idx="6"/>
          </p:cNvCxnSpPr>
          <p:nvPr/>
        </p:nvCxnSpPr>
        <p:spPr>
          <a:xfrm>
            <a:off x="6025800" y="2188526"/>
            <a:ext cx="429000" cy="0"/>
          </a:xfrm>
          <a:prstGeom prst="straightConnector1">
            <a:avLst/>
          </a:prstGeom>
          <a:noFill/>
          <a:ln cap="flat" cmpd="sng" w="19050">
            <a:solidFill>
              <a:schemeClr val="accent5"/>
            </a:solidFill>
            <a:prstDash val="solid"/>
            <a:round/>
            <a:headEnd len="med" w="med" type="oval"/>
            <a:tailEnd len="med" w="med" type="none"/>
          </a:ln>
        </p:spPr>
      </p:cxn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8" name="Shape 458"/>
        <p:cNvGrpSpPr/>
        <p:nvPr/>
      </p:nvGrpSpPr>
      <p:grpSpPr>
        <a:xfrm>
          <a:off x="0" y="0"/>
          <a:ext cx="0" cy="0"/>
          <a:chOff x="0" y="0"/>
          <a:chExt cx="0" cy="0"/>
        </a:xfrm>
      </p:grpSpPr>
      <p:sp>
        <p:nvSpPr>
          <p:cNvPr id="459" name="Google Shape;459;p46"/>
          <p:cNvSpPr/>
          <p:nvPr/>
        </p:nvSpPr>
        <p:spPr>
          <a:xfrm flipH="1">
            <a:off x="4198881" y="1738003"/>
            <a:ext cx="746100" cy="746100"/>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6"/>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INTELLIGENT AUTOMATION</a:t>
            </a:r>
            <a:endParaRPr/>
          </a:p>
        </p:txBody>
      </p:sp>
      <p:sp>
        <p:nvSpPr>
          <p:cNvPr id="461" name="Google Shape;461;p46"/>
          <p:cNvSpPr txBox="1"/>
          <p:nvPr>
            <p:ph idx="2" type="title"/>
          </p:nvPr>
        </p:nvSpPr>
        <p:spPr>
          <a:xfrm>
            <a:off x="506850" y="2759325"/>
            <a:ext cx="27627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IPA TODAY</a:t>
            </a:r>
            <a:endParaRPr/>
          </a:p>
        </p:txBody>
      </p:sp>
      <p:sp>
        <p:nvSpPr>
          <p:cNvPr id="462" name="Google Shape;462;p46"/>
          <p:cNvSpPr txBox="1"/>
          <p:nvPr>
            <p:ph idx="1" type="subTitle"/>
          </p:nvPr>
        </p:nvSpPr>
        <p:spPr>
          <a:xfrm>
            <a:off x="720000" y="3132018"/>
            <a:ext cx="2336400" cy="95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of them all</a:t>
            </a:r>
            <a:endParaRPr/>
          </a:p>
        </p:txBody>
      </p:sp>
      <p:sp>
        <p:nvSpPr>
          <p:cNvPr id="463" name="Google Shape;463;p46"/>
          <p:cNvSpPr txBox="1"/>
          <p:nvPr>
            <p:ph idx="3" type="title"/>
          </p:nvPr>
        </p:nvSpPr>
        <p:spPr>
          <a:xfrm>
            <a:off x="3190650" y="2759313"/>
            <a:ext cx="27627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INFRASTRUCTURE</a:t>
            </a:r>
            <a:endParaRPr/>
          </a:p>
        </p:txBody>
      </p:sp>
      <p:sp>
        <p:nvSpPr>
          <p:cNvPr id="464" name="Google Shape;464;p46"/>
          <p:cNvSpPr txBox="1"/>
          <p:nvPr>
            <p:ph idx="4" type="subTitle"/>
          </p:nvPr>
        </p:nvSpPr>
        <p:spPr>
          <a:xfrm>
            <a:off x="3403800" y="3132006"/>
            <a:ext cx="2336400" cy="95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465" name="Google Shape;465;p46"/>
          <p:cNvSpPr txBox="1"/>
          <p:nvPr>
            <p:ph idx="5" type="title"/>
          </p:nvPr>
        </p:nvSpPr>
        <p:spPr>
          <a:xfrm>
            <a:off x="5874450" y="2759313"/>
            <a:ext cx="27627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WORKFORCE</a:t>
            </a:r>
            <a:endParaRPr/>
          </a:p>
        </p:txBody>
      </p:sp>
      <p:sp>
        <p:nvSpPr>
          <p:cNvPr id="466" name="Google Shape;466;p46"/>
          <p:cNvSpPr txBox="1"/>
          <p:nvPr>
            <p:ph idx="6" type="subTitle"/>
          </p:nvPr>
        </p:nvSpPr>
        <p:spPr>
          <a:xfrm>
            <a:off x="6087600" y="3131993"/>
            <a:ext cx="2336400" cy="95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cxnSp>
        <p:nvCxnSpPr>
          <p:cNvPr id="467" name="Google Shape;467;p46"/>
          <p:cNvCxnSpPr/>
          <p:nvPr/>
        </p:nvCxnSpPr>
        <p:spPr>
          <a:xfrm>
            <a:off x="2689050" y="1059050"/>
            <a:ext cx="3765900" cy="0"/>
          </a:xfrm>
          <a:prstGeom prst="straightConnector1">
            <a:avLst/>
          </a:prstGeom>
          <a:noFill/>
          <a:ln cap="flat" cmpd="sng" w="19050">
            <a:solidFill>
              <a:schemeClr val="accent5"/>
            </a:solidFill>
            <a:prstDash val="solid"/>
            <a:round/>
            <a:headEnd len="med" w="med" type="oval"/>
            <a:tailEnd len="med" w="med" type="oval"/>
          </a:ln>
        </p:spPr>
      </p:cxnSp>
      <p:grpSp>
        <p:nvGrpSpPr>
          <p:cNvPr id="468" name="Google Shape;468;p46"/>
          <p:cNvGrpSpPr/>
          <p:nvPr/>
        </p:nvGrpSpPr>
        <p:grpSpPr>
          <a:xfrm>
            <a:off x="4381802" y="1920956"/>
            <a:ext cx="380381" cy="380155"/>
            <a:chOff x="6416139" y="3978356"/>
            <a:chExt cx="380381" cy="380155"/>
          </a:xfrm>
        </p:grpSpPr>
        <p:sp>
          <p:nvSpPr>
            <p:cNvPr id="469" name="Google Shape;469;p46"/>
            <p:cNvSpPr/>
            <p:nvPr/>
          </p:nvSpPr>
          <p:spPr>
            <a:xfrm>
              <a:off x="6416139" y="4061443"/>
              <a:ext cx="380381" cy="297068"/>
            </a:xfrm>
            <a:custGeom>
              <a:rect b="b" l="l" r="r" t="t"/>
              <a:pathLst>
                <a:path extrusionOk="0" h="7873" w="10081">
                  <a:moveTo>
                    <a:pt x="887" y="591"/>
                  </a:moveTo>
                  <a:cubicBezTo>
                    <a:pt x="1050" y="591"/>
                    <a:pt x="1182" y="723"/>
                    <a:pt x="1182" y="886"/>
                  </a:cubicBezTo>
                  <a:lnTo>
                    <a:pt x="1182" y="2848"/>
                  </a:lnTo>
                  <a:lnTo>
                    <a:pt x="1182" y="2851"/>
                  </a:lnTo>
                  <a:cubicBezTo>
                    <a:pt x="1182" y="3087"/>
                    <a:pt x="1276" y="3311"/>
                    <a:pt x="1441" y="3478"/>
                  </a:cubicBezTo>
                  <a:lnTo>
                    <a:pt x="2633" y="4670"/>
                  </a:lnTo>
                  <a:lnTo>
                    <a:pt x="3051" y="4252"/>
                  </a:lnTo>
                  <a:lnTo>
                    <a:pt x="1859" y="3060"/>
                  </a:lnTo>
                  <a:cubicBezTo>
                    <a:pt x="1804" y="3004"/>
                    <a:pt x="1773" y="2929"/>
                    <a:pt x="1773" y="2851"/>
                  </a:cubicBezTo>
                  <a:lnTo>
                    <a:pt x="1773" y="2850"/>
                  </a:lnTo>
                  <a:lnTo>
                    <a:pt x="1773" y="2849"/>
                  </a:lnTo>
                  <a:cubicBezTo>
                    <a:pt x="1773" y="2802"/>
                    <a:pt x="1783" y="2754"/>
                    <a:pt x="1806" y="2712"/>
                  </a:cubicBezTo>
                  <a:cubicBezTo>
                    <a:pt x="1862" y="2613"/>
                    <a:pt x="1960" y="2555"/>
                    <a:pt x="2069" y="2555"/>
                  </a:cubicBezTo>
                  <a:cubicBezTo>
                    <a:pt x="2147" y="2555"/>
                    <a:pt x="2222" y="2587"/>
                    <a:pt x="2278" y="2643"/>
                  </a:cubicBezTo>
                  <a:lnTo>
                    <a:pt x="4745" y="5109"/>
                  </a:lnTo>
                  <a:lnTo>
                    <a:pt x="4745" y="7282"/>
                  </a:lnTo>
                  <a:lnTo>
                    <a:pt x="2856" y="7282"/>
                  </a:lnTo>
                  <a:lnTo>
                    <a:pt x="2856" y="6287"/>
                  </a:lnTo>
                  <a:lnTo>
                    <a:pt x="591" y="3735"/>
                  </a:lnTo>
                  <a:lnTo>
                    <a:pt x="591" y="895"/>
                  </a:lnTo>
                  <a:cubicBezTo>
                    <a:pt x="591" y="743"/>
                    <a:pt x="702" y="610"/>
                    <a:pt x="853" y="593"/>
                  </a:cubicBezTo>
                  <a:cubicBezTo>
                    <a:pt x="864" y="592"/>
                    <a:pt x="876" y="591"/>
                    <a:pt x="887" y="591"/>
                  </a:cubicBezTo>
                  <a:close/>
                  <a:moveTo>
                    <a:pt x="9195" y="592"/>
                  </a:moveTo>
                  <a:cubicBezTo>
                    <a:pt x="9358" y="592"/>
                    <a:pt x="9490" y="725"/>
                    <a:pt x="9490" y="887"/>
                  </a:cubicBezTo>
                  <a:lnTo>
                    <a:pt x="9490" y="3735"/>
                  </a:lnTo>
                  <a:lnTo>
                    <a:pt x="7226" y="6287"/>
                  </a:lnTo>
                  <a:lnTo>
                    <a:pt x="7226" y="7282"/>
                  </a:lnTo>
                  <a:lnTo>
                    <a:pt x="5336" y="7282"/>
                  </a:lnTo>
                  <a:lnTo>
                    <a:pt x="5336" y="5109"/>
                  </a:lnTo>
                  <a:lnTo>
                    <a:pt x="7804" y="2642"/>
                  </a:lnTo>
                  <a:cubicBezTo>
                    <a:pt x="7859" y="2586"/>
                    <a:pt x="7933" y="2555"/>
                    <a:pt x="8012" y="2555"/>
                  </a:cubicBezTo>
                  <a:cubicBezTo>
                    <a:pt x="8043" y="2555"/>
                    <a:pt x="8074" y="2560"/>
                    <a:pt x="8106" y="2570"/>
                  </a:cubicBezTo>
                  <a:cubicBezTo>
                    <a:pt x="8120" y="2573"/>
                    <a:pt x="8132" y="2578"/>
                    <a:pt x="8145" y="2586"/>
                  </a:cubicBezTo>
                  <a:cubicBezTo>
                    <a:pt x="8248" y="2639"/>
                    <a:pt x="8308" y="2740"/>
                    <a:pt x="8308" y="2849"/>
                  </a:cubicBezTo>
                  <a:lnTo>
                    <a:pt x="8308" y="2850"/>
                  </a:lnTo>
                  <a:cubicBezTo>
                    <a:pt x="8308" y="2929"/>
                    <a:pt x="8278" y="3004"/>
                    <a:pt x="8222" y="3060"/>
                  </a:cubicBezTo>
                  <a:lnTo>
                    <a:pt x="7030" y="4252"/>
                  </a:lnTo>
                  <a:lnTo>
                    <a:pt x="7448" y="4670"/>
                  </a:lnTo>
                  <a:lnTo>
                    <a:pt x="8640" y="3478"/>
                  </a:lnTo>
                  <a:cubicBezTo>
                    <a:pt x="8806" y="3311"/>
                    <a:pt x="8899" y="3086"/>
                    <a:pt x="8899" y="2851"/>
                  </a:cubicBezTo>
                  <a:lnTo>
                    <a:pt x="8899" y="2846"/>
                  </a:lnTo>
                  <a:lnTo>
                    <a:pt x="8899" y="896"/>
                  </a:lnTo>
                  <a:cubicBezTo>
                    <a:pt x="8899" y="744"/>
                    <a:pt x="9010" y="611"/>
                    <a:pt x="9161" y="594"/>
                  </a:cubicBezTo>
                  <a:cubicBezTo>
                    <a:pt x="9172" y="593"/>
                    <a:pt x="9184" y="592"/>
                    <a:pt x="9195" y="592"/>
                  </a:cubicBezTo>
                  <a:close/>
                  <a:moveTo>
                    <a:pt x="9194" y="0"/>
                  </a:moveTo>
                  <a:cubicBezTo>
                    <a:pt x="8706" y="0"/>
                    <a:pt x="8308" y="397"/>
                    <a:pt x="8308" y="886"/>
                  </a:cubicBezTo>
                  <a:lnTo>
                    <a:pt x="8308" y="2015"/>
                  </a:lnTo>
                  <a:cubicBezTo>
                    <a:pt x="8215" y="1981"/>
                    <a:pt x="8115" y="1964"/>
                    <a:pt x="8013" y="1964"/>
                  </a:cubicBezTo>
                  <a:cubicBezTo>
                    <a:pt x="7776" y="1964"/>
                    <a:pt x="7553" y="2057"/>
                    <a:pt x="7386" y="2224"/>
                  </a:cubicBezTo>
                  <a:lnTo>
                    <a:pt x="5040" y="4570"/>
                  </a:lnTo>
                  <a:lnTo>
                    <a:pt x="2705" y="2234"/>
                  </a:lnTo>
                  <a:cubicBezTo>
                    <a:pt x="2552" y="2081"/>
                    <a:pt x="2352" y="1983"/>
                    <a:pt x="2137" y="1968"/>
                  </a:cubicBezTo>
                  <a:cubicBezTo>
                    <a:pt x="2114" y="1966"/>
                    <a:pt x="2091" y="1965"/>
                    <a:pt x="2068" y="1965"/>
                  </a:cubicBezTo>
                  <a:cubicBezTo>
                    <a:pt x="1966" y="1965"/>
                    <a:pt x="1867" y="1982"/>
                    <a:pt x="1773" y="2015"/>
                  </a:cubicBezTo>
                  <a:lnTo>
                    <a:pt x="1773" y="902"/>
                  </a:lnTo>
                  <a:cubicBezTo>
                    <a:pt x="1773" y="423"/>
                    <a:pt x="1381" y="9"/>
                    <a:pt x="904" y="0"/>
                  </a:cubicBezTo>
                  <a:cubicBezTo>
                    <a:pt x="898" y="0"/>
                    <a:pt x="893" y="0"/>
                    <a:pt x="888" y="0"/>
                  </a:cubicBezTo>
                  <a:cubicBezTo>
                    <a:pt x="399" y="0"/>
                    <a:pt x="1" y="397"/>
                    <a:pt x="1" y="886"/>
                  </a:cubicBezTo>
                  <a:lnTo>
                    <a:pt x="1" y="3959"/>
                  </a:lnTo>
                  <a:lnTo>
                    <a:pt x="2265" y="6511"/>
                  </a:lnTo>
                  <a:lnTo>
                    <a:pt x="2265" y="7872"/>
                  </a:lnTo>
                  <a:lnTo>
                    <a:pt x="7817" y="7872"/>
                  </a:lnTo>
                  <a:lnTo>
                    <a:pt x="7817" y="6511"/>
                  </a:lnTo>
                  <a:lnTo>
                    <a:pt x="10080" y="3959"/>
                  </a:lnTo>
                  <a:lnTo>
                    <a:pt x="10080" y="902"/>
                  </a:lnTo>
                  <a:cubicBezTo>
                    <a:pt x="10080" y="423"/>
                    <a:pt x="9689" y="9"/>
                    <a:pt x="9211" y="0"/>
                  </a:cubicBezTo>
                  <a:cubicBezTo>
                    <a:pt x="9205" y="0"/>
                    <a:pt x="9200" y="0"/>
                    <a:pt x="9194" y="0"/>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6"/>
            <p:cNvSpPr/>
            <p:nvPr/>
          </p:nvSpPr>
          <p:spPr>
            <a:xfrm>
              <a:off x="6505641" y="3978356"/>
              <a:ext cx="202322" cy="130554"/>
            </a:xfrm>
            <a:custGeom>
              <a:rect b="b" l="l" r="r" t="t"/>
              <a:pathLst>
                <a:path extrusionOk="0" h="3460" w="5362">
                  <a:moveTo>
                    <a:pt x="3121" y="591"/>
                  </a:moveTo>
                  <a:cubicBezTo>
                    <a:pt x="3128" y="591"/>
                    <a:pt x="3135" y="591"/>
                    <a:pt x="3142" y="592"/>
                  </a:cubicBezTo>
                  <a:cubicBezTo>
                    <a:pt x="3621" y="602"/>
                    <a:pt x="4007" y="997"/>
                    <a:pt x="4007" y="1480"/>
                  </a:cubicBezTo>
                  <a:lnTo>
                    <a:pt x="4005" y="1750"/>
                  </a:lnTo>
                  <a:lnTo>
                    <a:pt x="4268" y="1780"/>
                  </a:lnTo>
                  <a:cubicBezTo>
                    <a:pt x="4557" y="1814"/>
                    <a:pt x="4771" y="2073"/>
                    <a:pt x="4746" y="2369"/>
                  </a:cubicBezTo>
                  <a:cubicBezTo>
                    <a:pt x="4723" y="2644"/>
                    <a:pt x="4468" y="2869"/>
                    <a:pt x="4191" y="2869"/>
                  </a:cubicBezTo>
                  <a:lnTo>
                    <a:pt x="1138" y="2869"/>
                  </a:lnTo>
                  <a:cubicBezTo>
                    <a:pt x="1138" y="2869"/>
                    <a:pt x="592" y="2619"/>
                    <a:pt x="592" y="2317"/>
                  </a:cubicBezTo>
                  <a:cubicBezTo>
                    <a:pt x="592" y="2041"/>
                    <a:pt x="799" y="1808"/>
                    <a:pt x="1074" y="1775"/>
                  </a:cubicBezTo>
                  <a:lnTo>
                    <a:pt x="1330" y="1744"/>
                  </a:lnTo>
                  <a:lnTo>
                    <a:pt x="1350" y="1480"/>
                  </a:lnTo>
                  <a:lnTo>
                    <a:pt x="1350" y="1481"/>
                  </a:lnTo>
                  <a:cubicBezTo>
                    <a:pt x="1350" y="1155"/>
                    <a:pt x="1615" y="890"/>
                    <a:pt x="1939" y="890"/>
                  </a:cubicBezTo>
                  <a:cubicBezTo>
                    <a:pt x="2015" y="890"/>
                    <a:pt x="2089" y="905"/>
                    <a:pt x="2159" y="933"/>
                  </a:cubicBezTo>
                  <a:lnTo>
                    <a:pt x="2344" y="1007"/>
                  </a:lnTo>
                  <a:lnTo>
                    <a:pt x="2469" y="876"/>
                  </a:lnTo>
                  <a:cubicBezTo>
                    <a:pt x="2640" y="698"/>
                    <a:pt x="2874" y="591"/>
                    <a:pt x="3121" y="591"/>
                  </a:cubicBezTo>
                  <a:close/>
                  <a:moveTo>
                    <a:pt x="3112" y="1"/>
                  </a:moveTo>
                  <a:cubicBezTo>
                    <a:pt x="2769" y="1"/>
                    <a:pt x="2445" y="116"/>
                    <a:pt x="2183" y="328"/>
                  </a:cubicBezTo>
                  <a:cubicBezTo>
                    <a:pt x="2099" y="309"/>
                    <a:pt x="2013" y="299"/>
                    <a:pt x="1926" y="299"/>
                  </a:cubicBezTo>
                  <a:cubicBezTo>
                    <a:pt x="1354" y="299"/>
                    <a:pt x="876" y="708"/>
                    <a:pt x="768" y="1249"/>
                  </a:cubicBezTo>
                  <a:cubicBezTo>
                    <a:pt x="317" y="1403"/>
                    <a:pt x="1" y="1830"/>
                    <a:pt x="1" y="2324"/>
                  </a:cubicBezTo>
                  <a:cubicBezTo>
                    <a:pt x="1" y="2950"/>
                    <a:pt x="511" y="3460"/>
                    <a:pt x="1138" y="3460"/>
                  </a:cubicBezTo>
                  <a:lnTo>
                    <a:pt x="4181" y="3460"/>
                  </a:lnTo>
                  <a:cubicBezTo>
                    <a:pt x="4789" y="3460"/>
                    <a:pt x="5303" y="2990"/>
                    <a:pt x="5335" y="2384"/>
                  </a:cubicBezTo>
                  <a:cubicBezTo>
                    <a:pt x="5361" y="1867"/>
                    <a:pt x="5041" y="1412"/>
                    <a:pt x="4575" y="1250"/>
                  </a:cubicBezTo>
                  <a:cubicBezTo>
                    <a:pt x="4464" y="543"/>
                    <a:pt x="3850" y="1"/>
                    <a:pt x="3112"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1" name="Google Shape;471;p46"/>
          <p:cNvSpPr/>
          <p:nvPr/>
        </p:nvSpPr>
        <p:spPr>
          <a:xfrm flipH="1">
            <a:off x="1515156" y="1738003"/>
            <a:ext cx="746100" cy="746100"/>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6"/>
          <p:cNvSpPr/>
          <p:nvPr/>
        </p:nvSpPr>
        <p:spPr>
          <a:xfrm flipH="1">
            <a:off x="6882756" y="1738003"/>
            <a:ext cx="746100" cy="746100"/>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 name="Google Shape;473;p46"/>
          <p:cNvGrpSpPr/>
          <p:nvPr/>
        </p:nvGrpSpPr>
        <p:grpSpPr>
          <a:xfrm>
            <a:off x="7065631" y="1920848"/>
            <a:ext cx="380344" cy="380344"/>
            <a:chOff x="8043656" y="3376673"/>
            <a:chExt cx="380344" cy="380344"/>
          </a:xfrm>
        </p:grpSpPr>
        <p:sp>
          <p:nvSpPr>
            <p:cNvPr id="474" name="Google Shape;474;p46"/>
            <p:cNvSpPr/>
            <p:nvPr/>
          </p:nvSpPr>
          <p:spPr>
            <a:xfrm>
              <a:off x="8043656" y="3459911"/>
              <a:ext cx="380344" cy="297106"/>
            </a:xfrm>
            <a:custGeom>
              <a:rect b="b" l="l" r="r" t="t"/>
              <a:pathLst>
                <a:path extrusionOk="0" h="7874" w="10080">
                  <a:moveTo>
                    <a:pt x="886" y="592"/>
                  </a:moveTo>
                  <a:cubicBezTo>
                    <a:pt x="1049" y="592"/>
                    <a:pt x="1182" y="724"/>
                    <a:pt x="1182" y="887"/>
                  </a:cubicBezTo>
                  <a:lnTo>
                    <a:pt x="1182" y="2852"/>
                  </a:lnTo>
                  <a:cubicBezTo>
                    <a:pt x="1182" y="3089"/>
                    <a:pt x="1273" y="3312"/>
                    <a:pt x="1441" y="3478"/>
                  </a:cubicBezTo>
                  <a:lnTo>
                    <a:pt x="2633" y="4670"/>
                  </a:lnTo>
                  <a:lnTo>
                    <a:pt x="3051" y="4254"/>
                  </a:lnTo>
                  <a:lnTo>
                    <a:pt x="1863" y="3066"/>
                  </a:lnTo>
                  <a:cubicBezTo>
                    <a:pt x="1817" y="3019"/>
                    <a:pt x="1784" y="2958"/>
                    <a:pt x="1774" y="2893"/>
                  </a:cubicBezTo>
                  <a:cubicBezTo>
                    <a:pt x="1759" y="2774"/>
                    <a:pt x="1812" y="2660"/>
                    <a:pt x="1919" y="2597"/>
                  </a:cubicBezTo>
                  <a:cubicBezTo>
                    <a:pt x="1941" y="2583"/>
                    <a:pt x="1966" y="2572"/>
                    <a:pt x="1993" y="2566"/>
                  </a:cubicBezTo>
                  <a:cubicBezTo>
                    <a:pt x="2018" y="2560"/>
                    <a:pt x="2044" y="2557"/>
                    <a:pt x="2069" y="2557"/>
                  </a:cubicBezTo>
                  <a:cubicBezTo>
                    <a:pt x="2147" y="2557"/>
                    <a:pt x="2222" y="2587"/>
                    <a:pt x="2277" y="2643"/>
                  </a:cubicBezTo>
                  <a:lnTo>
                    <a:pt x="4745" y="5110"/>
                  </a:lnTo>
                  <a:lnTo>
                    <a:pt x="4745" y="7283"/>
                  </a:lnTo>
                  <a:lnTo>
                    <a:pt x="2854" y="7283"/>
                  </a:lnTo>
                  <a:lnTo>
                    <a:pt x="2854" y="6287"/>
                  </a:lnTo>
                  <a:lnTo>
                    <a:pt x="591" y="3736"/>
                  </a:lnTo>
                  <a:lnTo>
                    <a:pt x="591" y="895"/>
                  </a:lnTo>
                  <a:cubicBezTo>
                    <a:pt x="591" y="743"/>
                    <a:pt x="702" y="610"/>
                    <a:pt x="852" y="594"/>
                  </a:cubicBezTo>
                  <a:cubicBezTo>
                    <a:pt x="864" y="592"/>
                    <a:pt x="875" y="592"/>
                    <a:pt x="886" y="592"/>
                  </a:cubicBezTo>
                  <a:close/>
                  <a:moveTo>
                    <a:pt x="9193" y="593"/>
                  </a:moveTo>
                  <a:cubicBezTo>
                    <a:pt x="9355" y="593"/>
                    <a:pt x="9489" y="726"/>
                    <a:pt x="9489" y="889"/>
                  </a:cubicBezTo>
                  <a:lnTo>
                    <a:pt x="9489" y="3736"/>
                  </a:lnTo>
                  <a:lnTo>
                    <a:pt x="7225" y="6287"/>
                  </a:lnTo>
                  <a:lnTo>
                    <a:pt x="7225" y="7283"/>
                  </a:lnTo>
                  <a:lnTo>
                    <a:pt x="5335" y="7283"/>
                  </a:lnTo>
                  <a:lnTo>
                    <a:pt x="5335" y="5109"/>
                  </a:lnTo>
                  <a:lnTo>
                    <a:pt x="7803" y="2643"/>
                  </a:lnTo>
                  <a:cubicBezTo>
                    <a:pt x="7858" y="2587"/>
                    <a:pt x="7933" y="2556"/>
                    <a:pt x="8012" y="2556"/>
                  </a:cubicBezTo>
                  <a:cubicBezTo>
                    <a:pt x="8037" y="2556"/>
                    <a:pt x="8061" y="2559"/>
                    <a:pt x="8086" y="2565"/>
                  </a:cubicBezTo>
                  <a:cubicBezTo>
                    <a:pt x="8113" y="2571"/>
                    <a:pt x="8139" y="2583"/>
                    <a:pt x="8162" y="2597"/>
                  </a:cubicBezTo>
                  <a:cubicBezTo>
                    <a:pt x="8255" y="2654"/>
                    <a:pt x="8308" y="2749"/>
                    <a:pt x="8308" y="2852"/>
                  </a:cubicBezTo>
                  <a:cubicBezTo>
                    <a:pt x="8308" y="2931"/>
                    <a:pt x="8277" y="3005"/>
                    <a:pt x="8221" y="3061"/>
                  </a:cubicBezTo>
                  <a:lnTo>
                    <a:pt x="7028" y="4254"/>
                  </a:lnTo>
                  <a:lnTo>
                    <a:pt x="7446" y="4670"/>
                  </a:lnTo>
                  <a:lnTo>
                    <a:pt x="8639" y="3478"/>
                  </a:lnTo>
                  <a:cubicBezTo>
                    <a:pt x="8805" y="3313"/>
                    <a:pt x="8899" y="3087"/>
                    <a:pt x="8899" y="2852"/>
                  </a:cubicBezTo>
                  <a:lnTo>
                    <a:pt x="8899" y="2850"/>
                  </a:lnTo>
                  <a:lnTo>
                    <a:pt x="8899" y="897"/>
                  </a:lnTo>
                  <a:cubicBezTo>
                    <a:pt x="8899" y="745"/>
                    <a:pt x="9009" y="611"/>
                    <a:pt x="9160" y="595"/>
                  </a:cubicBezTo>
                  <a:cubicBezTo>
                    <a:pt x="9171" y="593"/>
                    <a:pt x="9182" y="593"/>
                    <a:pt x="9193" y="593"/>
                  </a:cubicBezTo>
                  <a:close/>
                  <a:moveTo>
                    <a:pt x="887" y="1"/>
                  </a:moveTo>
                  <a:cubicBezTo>
                    <a:pt x="398" y="1"/>
                    <a:pt x="0" y="398"/>
                    <a:pt x="0" y="887"/>
                  </a:cubicBezTo>
                  <a:lnTo>
                    <a:pt x="0" y="3959"/>
                  </a:lnTo>
                  <a:lnTo>
                    <a:pt x="2264" y="6512"/>
                  </a:lnTo>
                  <a:lnTo>
                    <a:pt x="2264" y="7874"/>
                  </a:lnTo>
                  <a:lnTo>
                    <a:pt x="7815" y="7874"/>
                  </a:lnTo>
                  <a:lnTo>
                    <a:pt x="7815" y="6512"/>
                  </a:lnTo>
                  <a:lnTo>
                    <a:pt x="10079" y="3959"/>
                  </a:lnTo>
                  <a:lnTo>
                    <a:pt x="10079" y="903"/>
                  </a:lnTo>
                  <a:cubicBezTo>
                    <a:pt x="10080" y="424"/>
                    <a:pt x="9689" y="10"/>
                    <a:pt x="9210" y="1"/>
                  </a:cubicBezTo>
                  <a:cubicBezTo>
                    <a:pt x="9205" y="1"/>
                    <a:pt x="9200" y="1"/>
                    <a:pt x="9194" y="1"/>
                  </a:cubicBezTo>
                  <a:cubicBezTo>
                    <a:pt x="8706" y="1"/>
                    <a:pt x="8308" y="398"/>
                    <a:pt x="8308" y="887"/>
                  </a:cubicBezTo>
                  <a:lnTo>
                    <a:pt x="8308" y="2015"/>
                  </a:lnTo>
                  <a:cubicBezTo>
                    <a:pt x="8214" y="1983"/>
                    <a:pt x="8114" y="1965"/>
                    <a:pt x="8012" y="1965"/>
                  </a:cubicBezTo>
                  <a:cubicBezTo>
                    <a:pt x="7990" y="1965"/>
                    <a:pt x="7967" y="1966"/>
                    <a:pt x="7944" y="1968"/>
                  </a:cubicBezTo>
                  <a:cubicBezTo>
                    <a:pt x="7729" y="1984"/>
                    <a:pt x="7527" y="2082"/>
                    <a:pt x="7375" y="2235"/>
                  </a:cubicBezTo>
                  <a:lnTo>
                    <a:pt x="5040" y="4570"/>
                  </a:lnTo>
                  <a:lnTo>
                    <a:pt x="2705" y="2235"/>
                  </a:lnTo>
                  <a:cubicBezTo>
                    <a:pt x="2552" y="2082"/>
                    <a:pt x="2350" y="1984"/>
                    <a:pt x="2135" y="1968"/>
                  </a:cubicBezTo>
                  <a:cubicBezTo>
                    <a:pt x="2112" y="1966"/>
                    <a:pt x="2089" y="1965"/>
                    <a:pt x="2067" y="1965"/>
                  </a:cubicBezTo>
                  <a:cubicBezTo>
                    <a:pt x="1965" y="1965"/>
                    <a:pt x="1865" y="1983"/>
                    <a:pt x="1771" y="2015"/>
                  </a:cubicBezTo>
                  <a:lnTo>
                    <a:pt x="1771" y="903"/>
                  </a:lnTo>
                  <a:cubicBezTo>
                    <a:pt x="1771" y="424"/>
                    <a:pt x="1381" y="10"/>
                    <a:pt x="902" y="1"/>
                  </a:cubicBezTo>
                  <a:cubicBezTo>
                    <a:pt x="897" y="1"/>
                    <a:pt x="892" y="1"/>
                    <a:pt x="887"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6"/>
            <p:cNvSpPr/>
            <p:nvPr/>
          </p:nvSpPr>
          <p:spPr>
            <a:xfrm>
              <a:off x="8156552" y="3376673"/>
              <a:ext cx="153798" cy="179758"/>
            </a:xfrm>
            <a:custGeom>
              <a:rect b="b" l="l" r="r" t="t"/>
              <a:pathLst>
                <a:path extrusionOk="0" h="4764" w="4076">
                  <a:moveTo>
                    <a:pt x="1753" y="607"/>
                  </a:moveTo>
                  <a:lnTo>
                    <a:pt x="1753" y="4157"/>
                  </a:lnTo>
                  <a:cubicBezTo>
                    <a:pt x="1090" y="4019"/>
                    <a:pt x="591" y="3431"/>
                    <a:pt x="591" y="2729"/>
                  </a:cubicBezTo>
                  <a:lnTo>
                    <a:pt x="591" y="2035"/>
                  </a:lnTo>
                  <a:cubicBezTo>
                    <a:pt x="591" y="1332"/>
                    <a:pt x="1090" y="745"/>
                    <a:pt x="1753" y="607"/>
                  </a:cubicBezTo>
                  <a:close/>
                  <a:moveTo>
                    <a:pt x="2343" y="607"/>
                  </a:moveTo>
                  <a:cubicBezTo>
                    <a:pt x="3006" y="745"/>
                    <a:pt x="3505" y="1332"/>
                    <a:pt x="3505" y="2035"/>
                  </a:cubicBezTo>
                  <a:lnTo>
                    <a:pt x="3505" y="2729"/>
                  </a:lnTo>
                  <a:cubicBezTo>
                    <a:pt x="3505" y="3431"/>
                    <a:pt x="3006" y="4019"/>
                    <a:pt x="2343" y="4157"/>
                  </a:cubicBezTo>
                  <a:lnTo>
                    <a:pt x="2343" y="607"/>
                  </a:lnTo>
                  <a:close/>
                  <a:moveTo>
                    <a:pt x="2039" y="0"/>
                  </a:moveTo>
                  <a:cubicBezTo>
                    <a:pt x="915" y="0"/>
                    <a:pt x="1" y="915"/>
                    <a:pt x="1" y="2038"/>
                  </a:cubicBezTo>
                  <a:lnTo>
                    <a:pt x="1" y="2726"/>
                  </a:lnTo>
                  <a:cubicBezTo>
                    <a:pt x="1" y="3849"/>
                    <a:pt x="914" y="4764"/>
                    <a:pt x="2038" y="4764"/>
                  </a:cubicBezTo>
                  <a:cubicBezTo>
                    <a:pt x="3161" y="4764"/>
                    <a:pt x="4075" y="3849"/>
                    <a:pt x="4075" y="2726"/>
                  </a:cubicBezTo>
                  <a:lnTo>
                    <a:pt x="4075" y="2061"/>
                  </a:lnTo>
                  <a:cubicBezTo>
                    <a:pt x="4075" y="955"/>
                    <a:pt x="3202" y="33"/>
                    <a:pt x="2097" y="1"/>
                  </a:cubicBezTo>
                  <a:cubicBezTo>
                    <a:pt x="2077" y="1"/>
                    <a:pt x="2058" y="0"/>
                    <a:pt x="2039" y="0"/>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 name="Google Shape;476;p46"/>
          <p:cNvGrpSpPr/>
          <p:nvPr/>
        </p:nvGrpSpPr>
        <p:grpSpPr>
          <a:xfrm>
            <a:off x="1698002" y="1920873"/>
            <a:ext cx="380381" cy="380344"/>
            <a:chOff x="6416139" y="3376673"/>
            <a:chExt cx="380381" cy="380344"/>
          </a:xfrm>
        </p:grpSpPr>
        <p:sp>
          <p:nvSpPr>
            <p:cNvPr id="477" name="Google Shape;477;p46"/>
            <p:cNvSpPr/>
            <p:nvPr/>
          </p:nvSpPr>
          <p:spPr>
            <a:xfrm>
              <a:off x="6416139" y="3459949"/>
              <a:ext cx="380381" cy="297068"/>
            </a:xfrm>
            <a:custGeom>
              <a:rect b="b" l="l" r="r" t="t"/>
              <a:pathLst>
                <a:path extrusionOk="0" h="7873" w="10081">
                  <a:moveTo>
                    <a:pt x="887" y="591"/>
                  </a:moveTo>
                  <a:cubicBezTo>
                    <a:pt x="1050" y="591"/>
                    <a:pt x="1182" y="723"/>
                    <a:pt x="1182" y="886"/>
                  </a:cubicBezTo>
                  <a:lnTo>
                    <a:pt x="1182" y="2851"/>
                  </a:lnTo>
                  <a:cubicBezTo>
                    <a:pt x="1182" y="3088"/>
                    <a:pt x="1274" y="3311"/>
                    <a:pt x="1441" y="3479"/>
                  </a:cubicBezTo>
                  <a:lnTo>
                    <a:pt x="2634" y="4670"/>
                  </a:lnTo>
                  <a:lnTo>
                    <a:pt x="3052" y="4253"/>
                  </a:lnTo>
                  <a:lnTo>
                    <a:pt x="1863" y="3065"/>
                  </a:lnTo>
                  <a:cubicBezTo>
                    <a:pt x="1817" y="3019"/>
                    <a:pt x="1784" y="2959"/>
                    <a:pt x="1776" y="2893"/>
                  </a:cubicBezTo>
                  <a:cubicBezTo>
                    <a:pt x="1760" y="2774"/>
                    <a:pt x="1814" y="2659"/>
                    <a:pt x="1919" y="2596"/>
                  </a:cubicBezTo>
                  <a:cubicBezTo>
                    <a:pt x="1942" y="2582"/>
                    <a:pt x="1967" y="2571"/>
                    <a:pt x="1993" y="2565"/>
                  </a:cubicBezTo>
                  <a:cubicBezTo>
                    <a:pt x="2018" y="2559"/>
                    <a:pt x="2044" y="2556"/>
                    <a:pt x="2068" y="2556"/>
                  </a:cubicBezTo>
                  <a:cubicBezTo>
                    <a:pt x="2147" y="2556"/>
                    <a:pt x="2222" y="2587"/>
                    <a:pt x="2278" y="2642"/>
                  </a:cubicBezTo>
                  <a:lnTo>
                    <a:pt x="4745" y="5109"/>
                  </a:lnTo>
                  <a:lnTo>
                    <a:pt x="4745" y="7282"/>
                  </a:lnTo>
                  <a:lnTo>
                    <a:pt x="2856" y="7282"/>
                  </a:lnTo>
                  <a:lnTo>
                    <a:pt x="2856" y="6288"/>
                  </a:lnTo>
                  <a:lnTo>
                    <a:pt x="591" y="3735"/>
                  </a:lnTo>
                  <a:lnTo>
                    <a:pt x="591" y="894"/>
                  </a:lnTo>
                  <a:cubicBezTo>
                    <a:pt x="591" y="743"/>
                    <a:pt x="702" y="609"/>
                    <a:pt x="853" y="593"/>
                  </a:cubicBezTo>
                  <a:cubicBezTo>
                    <a:pt x="864" y="591"/>
                    <a:pt x="876" y="591"/>
                    <a:pt x="887" y="591"/>
                  </a:cubicBezTo>
                  <a:close/>
                  <a:moveTo>
                    <a:pt x="9195" y="593"/>
                  </a:moveTo>
                  <a:cubicBezTo>
                    <a:pt x="9358" y="593"/>
                    <a:pt x="9490" y="725"/>
                    <a:pt x="9490" y="888"/>
                  </a:cubicBezTo>
                  <a:lnTo>
                    <a:pt x="9490" y="3735"/>
                  </a:lnTo>
                  <a:lnTo>
                    <a:pt x="7226" y="6288"/>
                  </a:lnTo>
                  <a:lnTo>
                    <a:pt x="7226" y="7282"/>
                  </a:lnTo>
                  <a:lnTo>
                    <a:pt x="5336" y="7282"/>
                  </a:lnTo>
                  <a:lnTo>
                    <a:pt x="5336" y="5109"/>
                  </a:lnTo>
                  <a:lnTo>
                    <a:pt x="7804" y="2642"/>
                  </a:lnTo>
                  <a:cubicBezTo>
                    <a:pt x="7860" y="2586"/>
                    <a:pt x="7934" y="2555"/>
                    <a:pt x="8014" y="2555"/>
                  </a:cubicBezTo>
                  <a:cubicBezTo>
                    <a:pt x="8044" y="2555"/>
                    <a:pt x="8075" y="2560"/>
                    <a:pt x="8106" y="2569"/>
                  </a:cubicBezTo>
                  <a:cubicBezTo>
                    <a:pt x="8120" y="2573"/>
                    <a:pt x="8132" y="2579"/>
                    <a:pt x="8145" y="2585"/>
                  </a:cubicBezTo>
                  <a:cubicBezTo>
                    <a:pt x="8248" y="2640"/>
                    <a:pt x="8308" y="2740"/>
                    <a:pt x="8308" y="2850"/>
                  </a:cubicBezTo>
                  <a:lnTo>
                    <a:pt x="8308" y="2851"/>
                  </a:lnTo>
                  <a:cubicBezTo>
                    <a:pt x="8308" y="2930"/>
                    <a:pt x="8278" y="3005"/>
                    <a:pt x="8222" y="3061"/>
                  </a:cubicBezTo>
                  <a:lnTo>
                    <a:pt x="7030" y="4253"/>
                  </a:lnTo>
                  <a:lnTo>
                    <a:pt x="7448" y="4669"/>
                  </a:lnTo>
                  <a:lnTo>
                    <a:pt x="8640" y="3477"/>
                  </a:lnTo>
                  <a:cubicBezTo>
                    <a:pt x="8806" y="3312"/>
                    <a:pt x="8899" y="3086"/>
                    <a:pt x="8899" y="2851"/>
                  </a:cubicBezTo>
                  <a:lnTo>
                    <a:pt x="8899" y="2847"/>
                  </a:lnTo>
                  <a:lnTo>
                    <a:pt x="8899" y="896"/>
                  </a:lnTo>
                  <a:cubicBezTo>
                    <a:pt x="8899" y="744"/>
                    <a:pt x="9010" y="612"/>
                    <a:pt x="9161" y="595"/>
                  </a:cubicBezTo>
                  <a:cubicBezTo>
                    <a:pt x="9172" y="593"/>
                    <a:pt x="9184" y="593"/>
                    <a:pt x="9195" y="593"/>
                  </a:cubicBezTo>
                  <a:close/>
                  <a:moveTo>
                    <a:pt x="886" y="1"/>
                  </a:moveTo>
                  <a:cubicBezTo>
                    <a:pt x="397" y="1"/>
                    <a:pt x="1" y="398"/>
                    <a:pt x="1" y="886"/>
                  </a:cubicBezTo>
                  <a:lnTo>
                    <a:pt x="1" y="3958"/>
                  </a:lnTo>
                  <a:lnTo>
                    <a:pt x="2265" y="6511"/>
                  </a:lnTo>
                  <a:lnTo>
                    <a:pt x="2265" y="7873"/>
                  </a:lnTo>
                  <a:lnTo>
                    <a:pt x="7817" y="7873"/>
                  </a:lnTo>
                  <a:lnTo>
                    <a:pt x="7817" y="6511"/>
                  </a:lnTo>
                  <a:lnTo>
                    <a:pt x="10080" y="3958"/>
                  </a:lnTo>
                  <a:lnTo>
                    <a:pt x="10080" y="902"/>
                  </a:lnTo>
                  <a:cubicBezTo>
                    <a:pt x="10080" y="423"/>
                    <a:pt x="9689" y="9"/>
                    <a:pt x="9211" y="1"/>
                  </a:cubicBezTo>
                  <a:cubicBezTo>
                    <a:pt x="9205" y="1"/>
                    <a:pt x="9200" y="1"/>
                    <a:pt x="9194" y="1"/>
                  </a:cubicBezTo>
                  <a:cubicBezTo>
                    <a:pt x="8706" y="1"/>
                    <a:pt x="8308" y="398"/>
                    <a:pt x="8308" y="886"/>
                  </a:cubicBezTo>
                  <a:lnTo>
                    <a:pt x="8308" y="2014"/>
                  </a:lnTo>
                  <a:cubicBezTo>
                    <a:pt x="8215" y="1982"/>
                    <a:pt x="8115" y="1965"/>
                    <a:pt x="8013" y="1965"/>
                  </a:cubicBezTo>
                  <a:cubicBezTo>
                    <a:pt x="7776" y="1965"/>
                    <a:pt x="7553" y="2057"/>
                    <a:pt x="7386" y="2224"/>
                  </a:cubicBezTo>
                  <a:lnTo>
                    <a:pt x="5040" y="4569"/>
                  </a:lnTo>
                  <a:lnTo>
                    <a:pt x="2705" y="2234"/>
                  </a:lnTo>
                  <a:cubicBezTo>
                    <a:pt x="2552" y="2081"/>
                    <a:pt x="2352" y="1983"/>
                    <a:pt x="2137" y="1967"/>
                  </a:cubicBezTo>
                  <a:cubicBezTo>
                    <a:pt x="2114" y="1965"/>
                    <a:pt x="2091" y="1964"/>
                    <a:pt x="2068" y="1964"/>
                  </a:cubicBezTo>
                  <a:cubicBezTo>
                    <a:pt x="1965" y="1964"/>
                    <a:pt x="1866" y="1982"/>
                    <a:pt x="1773" y="2014"/>
                  </a:cubicBezTo>
                  <a:lnTo>
                    <a:pt x="1773" y="902"/>
                  </a:lnTo>
                  <a:cubicBezTo>
                    <a:pt x="1773" y="424"/>
                    <a:pt x="1381" y="9"/>
                    <a:pt x="904" y="1"/>
                  </a:cubicBezTo>
                  <a:cubicBezTo>
                    <a:pt x="898" y="1"/>
                    <a:pt x="892" y="1"/>
                    <a:pt x="886"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6"/>
            <p:cNvSpPr/>
            <p:nvPr/>
          </p:nvSpPr>
          <p:spPr>
            <a:xfrm>
              <a:off x="6521639" y="3376673"/>
              <a:ext cx="169419" cy="168664"/>
            </a:xfrm>
            <a:custGeom>
              <a:rect b="b" l="l" r="r" t="t"/>
              <a:pathLst>
                <a:path extrusionOk="0" h="4470" w="4490">
                  <a:moveTo>
                    <a:pt x="2244" y="1181"/>
                  </a:moveTo>
                  <a:cubicBezTo>
                    <a:pt x="2826" y="1181"/>
                    <a:pt x="3298" y="1654"/>
                    <a:pt x="3298" y="2234"/>
                  </a:cubicBezTo>
                  <a:cubicBezTo>
                    <a:pt x="3298" y="2815"/>
                    <a:pt x="2826" y="3288"/>
                    <a:pt x="2244" y="3288"/>
                  </a:cubicBezTo>
                  <a:cubicBezTo>
                    <a:pt x="1664" y="3288"/>
                    <a:pt x="1192" y="2815"/>
                    <a:pt x="1192" y="2234"/>
                  </a:cubicBezTo>
                  <a:cubicBezTo>
                    <a:pt x="1192" y="1654"/>
                    <a:pt x="1664" y="1181"/>
                    <a:pt x="2244" y="1181"/>
                  </a:cubicBezTo>
                  <a:close/>
                  <a:moveTo>
                    <a:pt x="1949" y="0"/>
                  </a:moveTo>
                  <a:lnTo>
                    <a:pt x="1949" y="628"/>
                  </a:lnTo>
                  <a:cubicBezTo>
                    <a:pt x="1715" y="670"/>
                    <a:pt x="1497" y="763"/>
                    <a:pt x="1308" y="893"/>
                  </a:cubicBezTo>
                  <a:lnTo>
                    <a:pt x="868" y="456"/>
                  </a:lnTo>
                  <a:lnTo>
                    <a:pt x="448" y="873"/>
                  </a:lnTo>
                  <a:lnTo>
                    <a:pt x="888" y="1310"/>
                  </a:lnTo>
                  <a:cubicBezTo>
                    <a:pt x="756" y="1499"/>
                    <a:pt x="664" y="1715"/>
                    <a:pt x="621" y="1949"/>
                  </a:cubicBezTo>
                  <a:lnTo>
                    <a:pt x="1" y="1949"/>
                  </a:lnTo>
                  <a:lnTo>
                    <a:pt x="1" y="2540"/>
                  </a:lnTo>
                  <a:lnTo>
                    <a:pt x="621" y="2540"/>
                  </a:lnTo>
                  <a:cubicBezTo>
                    <a:pt x="664" y="2773"/>
                    <a:pt x="756" y="2990"/>
                    <a:pt x="888" y="3178"/>
                  </a:cubicBezTo>
                  <a:lnTo>
                    <a:pt x="448" y="3616"/>
                  </a:lnTo>
                  <a:lnTo>
                    <a:pt x="868" y="4034"/>
                  </a:lnTo>
                  <a:lnTo>
                    <a:pt x="1308" y="3596"/>
                  </a:lnTo>
                  <a:cubicBezTo>
                    <a:pt x="1497" y="3727"/>
                    <a:pt x="1715" y="3818"/>
                    <a:pt x="1949" y="3862"/>
                  </a:cubicBezTo>
                  <a:lnTo>
                    <a:pt x="1949" y="4469"/>
                  </a:lnTo>
                  <a:lnTo>
                    <a:pt x="2540" y="4469"/>
                  </a:lnTo>
                  <a:lnTo>
                    <a:pt x="2540" y="3862"/>
                  </a:lnTo>
                  <a:cubicBezTo>
                    <a:pt x="2775" y="3818"/>
                    <a:pt x="2992" y="3727"/>
                    <a:pt x="3182" y="3596"/>
                  </a:cubicBezTo>
                  <a:lnTo>
                    <a:pt x="3621" y="4034"/>
                  </a:lnTo>
                  <a:lnTo>
                    <a:pt x="4041" y="3616"/>
                  </a:lnTo>
                  <a:lnTo>
                    <a:pt x="3602" y="3178"/>
                  </a:lnTo>
                  <a:cubicBezTo>
                    <a:pt x="3733" y="2990"/>
                    <a:pt x="3826" y="2773"/>
                    <a:pt x="3868" y="2540"/>
                  </a:cubicBezTo>
                  <a:lnTo>
                    <a:pt x="4489" y="2540"/>
                  </a:lnTo>
                  <a:lnTo>
                    <a:pt x="4489" y="1949"/>
                  </a:lnTo>
                  <a:lnTo>
                    <a:pt x="3862" y="1949"/>
                  </a:lnTo>
                  <a:cubicBezTo>
                    <a:pt x="3819" y="1714"/>
                    <a:pt x="3727" y="1497"/>
                    <a:pt x="3597" y="1307"/>
                  </a:cubicBezTo>
                  <a:lnTo>
                    <a:pt x="4033" y="868"/>
                  </a:lnTo>
                  <a:lnTo>
                    <a:pt x="3616" y="448"/>
                  </a:lnTo>
                  <a:lnTo>
                    <a:pt x="3179" y="887"/>
                  </a:lnTo>
                  <a:cubicBezTo>
                    <a:pt x="2990" y="756"/>
                    <a:pt x="2774" y="664"/>
                    <a:pt x="2540" y="621"/>
                  </a:cubicBezTo>
                  <a:lnTo>
                    <a:pt x="2540"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79" name="Google Shape;479;p46"/>
          <p:cNvCxnSpPr>
            <a:stCxn id="471" idx="4"/>
            <a:endCxn id="461" idx="0"/>
          </p:cNvCxnSpPr>
          <p:nvPr/>
        </p:nvCxnSpPr>
        <p:spPr>
          <a:xfrm>
            <a:off x="1888206" y="2484103"/>
            <a:ext cx="0" cy="275100"/>
          </a:xfrm>
          <a:prstGeom prst="straightConnector1">
            <a:avLst/>
          </a:prstGeom>
          <a:noFill/>
          <a:ln cap="flat" cmpd="sng" w="19050">
            <a:solidFill>
              <a:schemeClr val="accent5"/>
            </a:solidFill>
            <a:prstDash val="solid"/>
            <a:round/>
            <a:headEnd len="med" w="med" type="none"/>
            <a:tailEnd len="med" w="med" type="oval"/>
          </a:ln>
        </p:spPr>
      </p:cxnSp>
      <p:cxnSp>
        <p:nvCxnSpPr>
          <p:cNvPr id="480" name="Google Shape;480;p46"/>
          <p:cNvCxnSpPr>
            <a:stCxn id="459" idx="4"/>
            <a:endCxn id="463" idx="0"/>
          </p:cNvCxnSpPr>
          <p:nvPr/>
        </p:nvCxnSpPr>
        <p:spPr>
          <a:xfrm>
            <a:off x="4571931" y="2484103"/>
            <a:ext cx="0" cy="275100"/>
          </a:xfrm>
          <a:prstGeom prst="straightConnector1">
            <a:avLst/>
          </a:prstGeom>
          <a:noFill/>
          <a:ln cap="flat" cmpd="sng" w="19050">
            <a:solidFill>
              <a:schemeClr val="accent5"/>
            </a:solidFill>
            <a:prstDash val="solid"/>
            <a:round/>
            <a:headEnd len="med" w="med" type="none"/>
            <a:tailEnd len="med" w="med" type="oval"/>
          </a:ln>
        </p:spPr>
      </p:cxnSp>
      <p:cxnSp>
        <p:nvCxnSpPr>
          <p:cNvPr id="481" name="Google Shape;481;p46"/>
          <p:cNvCxnSpPr>
            <a:stCxn id="472" idx="4"/>
            <a:endCxn id="465" idx="0"/>
          </p:cNvCxnSpPr>
          <p:nvPr/>
        </p:nvCxnSpPr>
        <p:spPr>
          <a:xfrm>
            <a:off x="7255806" y="2484103"/>
            <a:ext cx="0" cy="275100"/>
          </a:xfrm>
          <a:prstGeom prst="straightConnector1">
            <a:avLst/>
          </a:prstGeom>
          <a:noFill/>
          <a:ln cap="flat" cmpd="sng" w="19050">
            <a:solidFill>
              <a:schemeClr val="accent5"/>
            </a:solidFill>
            <a:prstDash val="solid"/>
            <a:round/>
            <a:headEnd len="med" w="med" type="none"/>
            <a:tailEnd len="med" w="med" type="oval"/>
          </a:ln>
        </p:spPr>
      </p:cxn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5" name="Shape 485"/>
        <p:cNvGrpSpPr/>
        <p:nvPr/>
      </p:nvGrpSpPr>
      <p:grpSpPr>
        <a:xfrm>
          <a:off x="0" y="0"/>
          <a:ext cx="0" cy="0"/>
          <a:chOff x="0" y="0"/>
          <a:chExt cx="0" cy="0"/>
        </a:xfrm>
      </p:grpSpPr>
      <p:sp>
        <p:nvSpPr>
          <p:cNvPr id="486" name="Google Shape;486;p47"/>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APPLICATIONS</a:t>
            </a:r>
            <a:endParaRPr/>
          </a:p>
        </p:txBody>
      </p:sp>
      <p:sp>
        <p:nvSpPr>
          <p:cNvPr id="487" name="Google Shape;487;p47"/>
          <p:cNvSpPr txBox="1"/>
          <p:nvPr>
            <p:ph idx="2" type="title"/>
          </p:nvPr>
        </p:nvSpPr>
        <p:spPr>
          <a:xfrm>
            <a:off x="940913" y="1788688"/>
            <a:ext cx="2432400" cy="357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488" name="Google Shape;488;p47"/>
          <p:cNvSpPr txBox="1"/>
          <p:nvPr>
            <p:ph idx="1" type="subTitle"/>
          </p:nvPr>
        </p:nvSpPr>
        <p:spPr>
          <a:xfrm>
            <a:off x="938847" y="2109250"/>
            <a:ext cx="2436600" cy="564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 is the second planet from the Sun</a:t>
            </a:r>
            <a:endParaRPr/>
          </a:p>
        </p:txBody>
      </p:sp>
      <p:sp>
        <p:nvSpPr>
          <p:cNvPr id="489" name="Google Shape;489;p47"/>
          <p:cNvSpPr txBox="1"/>
          <p:nvPr>
            <p:ph idx="3" type="title"/>
          </p:nvPr>
        </p:nvSpPr>
        <p:spPr>
          <a:xfrm>
            <a:off x="5772755" y="1777850"/>
            <a:ext cx="2432400" cy="35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490" name="Google Shape;490;p47"/>
          <p:cNvSpPr txBox="1"/>
          <p:nvPr>
            <p:ph idx="4" type="subTitle"/>
          </p:nvPr>
        </p:nvSpPr>
        <p:spPr>
          <a:xfrm>
            <a:off x="5772763" y="2097800"/>
            <a:ext cx="24324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the biggest planet in the Solar System</a:t>
            </a:r>
            <a:endParaRPr/>
          </a:p>
        </p:txBody>
      </p:sp>
      <p:sp>
        <p:nvSpPr>
          <p:cNvPr id="491" name="Google Shape;491;p47"/>
          <p:cNvSpPr txBox="1"/>
          <p:nvPr>
            <p:ph idx="5" type="title"/>
          </p:nvPr>
        </p:nvSpPr>
        <p:spPr>
          <a:xfrm>
            <a:off x="940938" y="3406850"/>
            <a:ext cx="2432400" cy="356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492" name="Google Shape;492;p47"/>
          <p:cNvSpPr txBox="1"/>
          <p:nvPr>
            <p:ph idx="6" type="subTitle"/>
          </p:nvPr>
        </p:nvSpPr>
        <p:spPr>
          <a:xfrm>
            <a:off x="938837" y="3728469"/>
            <a:ext cx="2436600" cy="564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Despite being red, Mars is a cold place</a:t>
            </a:r>
            <a:endParaRPr/>
          </a:p>
        </p:txBody>
      </p:sp>
      <p:sp>
        <p:nvSpPr>
          <p:cNvPr id="493" name="Google Shape;493;p47"/>
          <p:cNvSpPr txBox="1"/>
          <p:nvPr>
            <p:ph idx="7" type="title"/>
          </p:nvPr>
        </p:nvSpPr>
        <p:spPr>
          <a:xfrm>
            <a:off x="5772743" y="3406850"/>
            <a:ext cx="2432400" cy="35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494" name="Google Shape;494;p47"/>
          <p:cNvSpPr txBox="1"/>
          <p:nvPr>
            <p:ph idx="8" type="subTitle"/>
          </p:nvPr>
        </p:nvSpPr>
        <p:spPr>
          <a:xfrm>
            <a:off x="5772752" y="3728469"/>
            <a:ext cx="24324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495" name="Google Shape;495;p47"/>
          <p:cNvSpPr/>
          <p:nvPr/>
        </p:nvSpPr>
        <p:spPr>
          <a:xfrm flipH="1">
            <a:off x="3729788" y="1652950"/>
            <a:ext cx="629400" cy="6294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 name="Google Shape;496;p47"/>
          <p:cNvGrpSpPr/>
          <p:nvPr/>
        </p:nvGrpSpPr>
        <p:grpSpPr>
          <a:xfrm>
            <a:off x="3878120" y="1778190"/>
            <a:ext cx="332725" cy="378910"/>
            <a:chOff x="4812507" y="3377390"/>
            <a:chExt cx="332725" cy="378910"/>
          </a:xfrm>
        </p:grpSpPr>
        <p:sp>
          <p:nvSpPr>
            <p:cNvPr id="497" name="Google Shape;497;p47"/>
            <p:cNvSpPr/>
            <p:nvPr/>
          </p:nvSpPr>
          <p:spPr>
            <a:xfrm>
              <a:off x="4812507" y="3377390"/>
              <a:ext cx="332725" cy="378910"/>
            </a:xfrm>
            <a:custGeom>
              <a:rect b="b" l="l" r="r" t="t"/>
              <a:pathLst>
                <a:path extrusionOk="0" h="10042" w="8818">
                  <a:moveTo>
                    <a:pt x="3854" y="571"/>
                  </a:moveTo>
                  <a:cubicBezTo>
                    <a:pt x="3923" y="571"/>
                    <a:pt x="3993" y="574"/>
                    <a:pt x="4064" y="578"/>
                  </a:cubicBezTo>
                  <a:cubicBezTo>
                    <a:pt x="5784" y="686"/>
                    <a:pt x="7115" y="2135"/>
                    <a:pt x="7115" y="3860"/>
                  </a:cubicBezTo>
                  <a:lnTo>
                    <a:pt x="7115" y="3874"/>
                  </a:lnTo>
                  <a:lnTo>
                    <a:pt x="7974" y="6242"/>
                  </a:lnTo>
                  <a:lnTo>
                    <a:pt x="7115" y="6242"/>
                  </a:lnTo>
                  <a:lnTo>
                    <a:pt x="7115" y="7680"/>
                  </a:lnTo>
                  <a:lnTo>
                    <a:pt x="5344" y="7680"/>
                  </a:lnTo>
                  <a:lnTo>
                    <a:pt x="5344" y="9451"/>
                  </a:lnTo>
                  <a:lnTo>
                    <a:pt x="1780" y="9451"/>
                  </a:lnTo>
                  <a:lnTo>
                    <a:pt x="1780" y="6336"/>
                  </a:lnTo>
                  <a:lnTo>
                    <a:pt x="1681" y="6248"/>
                  </a:lnTo>
                  <a:cubicBezTo>
                    <a:pt x="988" y="5632"/>
                    <a:pt x="592" y="4748"/>
                    <a:pt x="592" y="3823"/>
                  </a:cubicBezTo>
                  <a:cubicBezTo>
                    <a:pt x="592" y="2030"/>
                    <a:pt x="2055" y="571"/>
                    <a:pt x="3854" y="571"/>
                  </a:cubicBezTo>
                  <a:close/>
                  <a:moveTo>
                    <a:pt x="3853" y="0"/>
                  </a:moveTo>
                  <a:cubicBezTo>
                    <a:pt x="1730" y="0"/>
                    <a:pt x="1" y="1718"/>
                    <a:pt x="1" y="3831"/>
                  </a:cubicBezTo>
                  <a:cubicBezTo>
                    <a:pt x="1" y="4876"/>
                    <a:pt x="432" y="5877"/>
                    <a:pt x="1190" y="6599"/>
                  </a:cubicBezTo>
                  <a:lnTo>
                    <a:pt x="1190" y="10042"/>
                  </a:lnTo>
                  <a:lnTo>
                    <a:pt x="5914" y="10042"/>
                  </a:lnTo>
                  <a:lnTo>
                    <a:pt x="5914" y="8270"/>
                  </a:lnTo>
                  <a:lnTo>
                    <a:pt x="7705" y="8270"/>
                  </a:lnTo>
                  <a:lnTo>
                    <a:pt x="7705" y="6833"/>
                  </a:lnTo>
                  <a:lnTo>
                    <a:pt x="8817" y="6833"/>
                  </a:lnTo>
                  <a:lnTo>
                    <a:pt x="7705" y="3778"/>
                  </a:lnTo>
                  <a:cubicBezTo>
                    <a:pt x="7677" y="1691"/>
                    <a:pt x="5960" y="0"/>
                    <a:pt x="3853" y="0"/>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7"/>
            <p:cNvSpPr/>
            <p:nvPr/>
          </p:nvSpPr>
          <p:spPr>
            <a:xfrm>
              <a:off x="4868540" y="3431649"/>
              <a:ext cx="179041" cy="179078"/>
            </a:xfrm>
            <a:custGeom>
              <a:rect b="b" l="l" r="r" t="t"/>
              <a:pathLst>
                <a:path extrusionOk="0" h="4746" w="4745">
                  <a:moveTo>
                    <a:pt x="2677" y="626"/>
                  </a:moveTo>
                  <a:cubicBezTo>
                    <a:pt x="3423" y="751"/>
                    <a:pt x="4014" y="1341"/>
                    <a:pt x="4139" y="2087"/>
                  </a:cubicBezTo>
                  <a:lnTo>
                    <a:pt x="2677" y="2087"/>
                  </a:lnTo>
                  <a:lnTo>
                    <a:pt x="2677" y="626"/>
                  </a:lnTo>
                  <a:close/>
                  <a:moveTo>
                    <a:pt x="2086" y="616"/>
                  </a:moveTo>
                  <a:lnTo>
                    <a:pt x="2086" y="2251"/>
                  </a:lnTo>
                  <a:lnTo>
                    <a:pt x="931" y="3406"/>
                  </a:lnTo>
                  <a:cubicBezTo>
                    <a:pt x="723" y="3115"/>
                    <a:pt x="600" y="2758"/>
                    <a:pt x="600" y="2373"/>
                  </a:cubicBezTo>
                  <a:cubicBezTo>
                    <a:pt x="600" y="1491"/>
                    <a:pt x="1244" y="757"/>
                    <a:pt x="2086" y="616"/>
                  </a:cubicBezTo>
                  <a:close/>
                  <a:moveTo>
                    <a:pt x="4129" y="2678"/>
                  </a:moveTo>
                  <a:cubicBezTo>
                    <a:pt x="3988" y="3521"/>
                    <a:pt x="3254" y="4164"/>
                    <a:pt x="2372" y="4164"/>
                  </a:cubicBezTo>
                  <a:cubicBezTo>
                    <a:pt x="1987" y="4164"/>
                    <a:pt x="1631" y="4042"/>
                    <a:pt x="1339" y="3834"/>
                  </a:cubicBezTo>
                  <a:lnTo>
                    <a:pt x="2495" y="2678"/>
                  </a:lnTo>
                  <a:close/>
                  <a:moveTo>
                    <a:pt x="2372" y="1"/>
                  </a:moveTo>
                  <a:cubicBezTo>
                    <a:pt x="1064" y="1"/>
                    <a:pt x="0" y="1065"/>
                    <a:pt x="0" y="2373"/>
                  </a:cubicBezTo>
                  <a:cubicBezTo>
                    <a:pt x="0" y="3681"/>
                    <a:pt x="1064" y="4745"/>
                    <a:pt x="2372" y="4745"/>
                  </a:cubicBezTo>
                  <a:cubicBezTo>
                    <a:pt x="3680" y="4745"/>
                    <a:pt x="4745" y="3681"/>
                    <a:pt x="4745" y="2373"/>
                  </a:cubicBezTo>
                  <a:cubicBezTo>
                    <a:pt x="4745" y="1065"/>
                    <a:pt x="3680" y="1"/>
                    <a:pt x="2372"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99" name="Google Shape;499;p47"/>
          <p:cNvCxnSpPr/>
          <p:nvPr/>
        </p:nvCxnSpPr>
        <p:spPr>
          <a:xfrm>
            <a:off x="2689050" y="1059050"/>
            <a:ext cx="3765900" cy="0"/>
          </a:xfrm>
          <a:prstGeom prst="straightConnector1">
            <a:avLst/>
          </a:prstGeom>
          <a:noFill/>
          <a:ln cap="flat" cmpd="sng" w="19050">
            <a:solidFill>
              <a:schemeClr val="accent5"/>
            </a:solidFill>
            <a:prstDash val="solid"/>
            <a:round/>
            <a:headEnd len="med" w="med" type="oval"/>
            <a:tailEnd len="med" w="med" type="oval"/>
          </a:ln>
        </p:spPr>
      </p:cxnSp>
      <p:sp>
        <p:nvSpPr>
          <p:cNvPr id="500" name="Google Shape;500;p47"/>
          <p:cNvSpPr/>
          <p:nvPr/>
        </p:nvSpPr>
        <p:spPr>
          <a:xfrm flipH="1">
            <a:off x="3729776" y="3270500"/>
            <a:ext cx="629400" cy="6294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1" name="Google Shape;501;p47"/>
          <p:cNvCxnSpPr>
            <a:stCxn id="495" idx="6"/>
            <a:endCxn id="487" idx="3"/>
          </p:cNvCxnSpPr>
          <p:nvPr/>
        </p:nvCxnSpPr>
        <p:spPr>
          <a:xfrm rot="10800000">
            <a:off x="3373388" y="1967650"/>
            <a:ext cx="356400" cy="0"/>
          </a:xfrm>
          <a:prstGeom prst="straightConnector1">
            <a:avLst/>
          </a:prstGeom>
          <a:noFill/>
          <a:ln cap="flat" cmpd="sng" w="19050">
            <a:solidFill>
              <a:schemeClr val="accent5"/>
            </a:solidFill>
            <a:prstDash val="solid"/>
            <a:round/>
            <a:headEnd len="med" w="med" type="none"/>
            <a:tailEnd len="med" w="med" type="oval"/>
          </a:ln>
        </p:spPr>
      </p:cxnSp>
      <p:cxnSp>
        <p:nvCxnSpPr>
          <p:cNvPr id="502" name="Google Shape;502;p47"/>
          <p:cNvCxnSpPr>
            <a:stCxn id="500" idx="6"/>
            <a:endCxn id="491" idx="3"/>
          </p:cNvCxnSpPr>
          <p:nvPr/>
        </p:nvCxnSpPr>
        <p:spPr>
          <a:xfrm rot="10800000">
            <a:off x="3373376" y="3585200"/>
            <a:ext cx="356400" cy="0"/>
          </a:xfrm>
          <a:prstGeom prst="straightConnector1">
            <a:avLst/>
          </a:prstGeom>
          <a:noFill/>
          <a:ln cap="flat" cmpd="sng" w="19050">
            <a:solidFill>
              <a:schemeClr val="accent5"/>
            </a:solidFill>
            <a:prstDash val="solid"/>
            <a:round/>
            <a:headEnd len="med" w="med" type="none"/>
            <a:tailEnd len="med" w="med" type="oval"/>
          </a:ln>
        </p:spPr>
      </p:cxnSp>
      <p:sp>
        <p:nvSpPr>
          <p:cNvPr id="503" name="Google Shape;503;p47"/>
          <p:cNvSpPr/>
          <p:nvPr/>
        </p:nvSpPr>
        <p:spPr>
          <a:xfrm>
            <a:off x="3878128" y="3384593"/>
            <a:ext cx="332687" cy="378947"/>
          </a:xfrm>
          <a:custGeom>
            <a:rect b="b" l="l" r="r" t="t"/>
            <a:pathLst>
              <a:path extrusionOk="0" h="10043" w="8817">
                <a:moveTo>
                  <a:pt x="3855" y="1724"/>
                </a:moveTo>
                <a:cubicBezTo>
                  <a:pt x="4901" y="1724"/>
                  <a:pt x="5768" y="2500"/>
                  <a:pt x="5911" y="3505"/>
                </a:cubicBezTo>
                <a:lnTo>
                  <a:pt x="1799" y="3505"/>
                </a:lnTo>
                <a:cubicBezTo>
                  <a:pt x="1943" y="2500"/>
                  <a:pt x="2810" y="1724"/>
                  <a:pt x="3855" y="1724"/>
                </a:cubicBezTo>
                <a:close/>
                <a:moveTo>
                  <a:pt x="3854" y="570"/>
                </a:moveTo>
                <a:cubicBezTo>
                  <a:pt x="3923" y="570"/>
                  <a:pt x="3993" y="573"/>
                  <a:pt x="4064" y="577"/>
                </a:cubicBezTo>
                <a:cubicBezTo>
                  <a:pt x="5785" y="686"/>
                  <a:pt x="7115" y="2134"/>
                  <a:pt x="7115" y="3859"/>
                </a:cubicBezTo>
                <a:lnTo>
                  <a:pt x="7115" y="3873"/>
                </a:lnTo>
                <a:lnTo>
                  <a:pt x="7974" y="6242"/>
                </a:lnTo>
                <a:lnTo>
                  <a:pt x="7115" y="6242"/>
                </a:lnTo>
                <a:lnTo>
                  <a:pt x="7115" y="7679"/>
                </a:lnTo>
                <a:lnTo>
                  <a:pt x="5344" y="7679"/>
                </a:lnTo>
                <a:lnTo>
                  <a:pt x="5344" y="9451"/>
                </a:lnTo>
                <a:lnTo>
                  <a:pt x="4162" y="9451"/>
                </a:lnTo>
                <a:lnTo>
                  <a:pt x="4162" y="4096"/>
                </a:lnTo>
                <a:lnTo>
                  <a:pt x="6524" y="4096"/>
                </a:lnTo>
                <a:lnTo>
                  <a:pt x="6524" y="3829"/>
                </a:lnTo>
                <a:cubicBezTo>
                  <a:pt x="6524" y="2382"/>
                  <a:pt x="5382" y="1175"/>
                  <a:pt x="3934" y="1134"/>
                </a:cubicBezTo>
                <a:cubicBezTo>
                  <a:pt x="3909" y="1133"/>
                  <a:pt x="3883" y="1133"/>
                  <a:pt x="3858" y="1133"/>
                </a:cubicBezTo>
                <a:cubicBezTo>
                  <a:pt x="2387" y="1133"/>
                  <a:pt x="1190" y="2329"/>
                  <a:pt x="1190" y="3801"/>
                </a:cubicBezTo>
                <a:lnTo>
                  <a:pt x="1190" y="4096"/>
                </a:lnTo>
                <a:lnTo>
                  <a:pt x="3572" y="4096"/>
                </a:lnTo>
                <a:lnTo>
                  <a:pt x="3572" y="9451"/>
                </a:lnTo>
                <a:lnTo>
                  <a:pt x="1779" y="9451"/>
                </a:lnTo>
                <a:lnTo>
                  <a:pt x="1779" y="6335"/>
                </a:lnTo>
                <a:lnTo>
                  <a:pt x="1681" y="6248"/>
                </a:lnTo>
                <a:cubicBezTo>
                  <a:pt x="988" y="5631"/>
                  <a:pt x="592" y="4747"/>
                  <a:pt x="592" y="3822"/>
                </a:cubicBezTo>
                <a:cubicBezTo>
                  <a:pt x="592" y="2029"/>
                  <a:pt x="2054" y="570"/>
                  <a:pt x="3854" y="570"/>
                </a:cubicBezTo>
                <a:close/>
                <a:moveTo>
                  <a:pt x="3853" y="0"/>
                </a:moveTo>
                <a:cubicBezTo>
                  <a:pt x="1729" y="0"/>
                  <a:pt x="1" y="1718"/>
                  <a:pt x="1" y="3831"/>
                </a:cubicBezTo>
                <a:cubicBezTo>
                  <a:pt x="1" y="4876"/>
                  <a:pt x="432" y="5877"/>
                  <a:pt x="1189" y="6598"/>
                </a:cubicBezTo>
                <a:lnTo>
                  <a:pt x="1189" y="10042"/>
                </a:lnTo>
                <a:lnTo>
                  <a:pt x="5914" y="10042"/>
                </a:lnTo>
                <a:lnTo>
                  <a:pt x="5914" y="8270"/>
                </a:lnTo>
                <a:lnTo>
                  <a:pt x="7705" y="8270"/>
                </a:lnTo>
                <a:lnTo>
                  <a:pt x="7705" y="6832"/>
                </a:lnTo>
                <a:lnTo>
                  <a:pt x="8816" y="6832"/>
                </a:lnTo>
                <a:lnTo>
                  <a:pt x="7705" y="3779"/>
                </a:lnTo>
                <a:cubicBezTo>
                  <a:pt x="7677" y="1690"/>
                  <a:pt x="5960" y="0"/>
                  <a:pt x="3853" y="0"/>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7"/>
          <p:cNvSpPr/>
          <p:nvPr/>
        </p:nvSpPr>
        <p:spPr>
          <a:xfrm flipH="1">
            <a:off x="4813613" y="1652950"/>
            <a:ext cx="629400" cy="6294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7"/>
          <p:cNvSpPr/>
          <p:nvPr/>
        </p:nvSpPr>
        <p:spPr>
          <a:xfrm flipH="1">
            <a:off x="4813601" y="3270500"/>
            <a:ext cx="629400" cy="6294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 name="Google Shape;506;p47"/>
          <p:cNvGrpSpPr/>
          <p:nvPr/>
        </p:nvGrpSpPr>
        <p:grpSpPr>
          <a:xfrm>
            <a:off x="4961976" y="1777850"/>
            <a:ext cx="332650" cy="379589"/>
            <a:chOff x="7253764" y="3377050"/>
            <a:chExt cx="332650" cy="379589"/>
          </a:xfrm>
        </p:grpSpPr>
        <p:sp>
          <p:nvSpPr>
            <p:cNvPr id="507" name="Google Shape;507;p47"/>
            <p:cNvSpPr/>
            <p:nvPr/>
          </p:nvSpPr>
          <p:spPr>
            <a:xfrm>
              <a:off x="7253764" y="3377050"/>
              <a:ext cx="332650" cy="379589"/>
            </a:xfrm>
            <a:custGeom>
              <a:rect b="b" l="l" r="r" t="t"/>
              <a:pathLst>
                <a:path extrusionOk="0" h="10060" w="8816">
                  <a:moveTo>
                    <a:pt x="3852" y="589"/>
                  </a:moveTo>
                  <a:cubicBezTo>
                    <a:pt x="3921" y="589"/>
                    <a:pt x="3992" y="591"/>
                    <a:pt x="4062" y="595"/>
                  </a:cubicBezTo>
                  <a:cubicBezTo>
                    <a:pt x="5784" y="704"/>
                    <a:pt x="7114" y="2152"/>
                    <a:pt x="7114" y="3877"/>
                  </a:cubicBezTo>
                  <a:lnTo>
                    <a:pt x="7114" y="3892"/>
                  </a:lnTo>
                  <a:lnTo>
                    <a:pt x="7974" y="6260"/>
                  </a:lnTo>
                  <a:lnTo>
                    <a:pt x="7114" y="6260"/>
                  </a:lnTo>
                  <a:lnTo>
                    <a:pt x="7114" y="7698"/>
                  </a:lnTo>
                  <a:lnTo>
                    <a:pt x="5342" y="7698"/>
                  </a:lnTo>
                  <a:lnTo>
                    <a:pt x="5342" y="9469"/>
                  </a:lnTo>
                  <a:lnTo>
                    <a:pt x="1779" y="9469"/>
                  </a:lnTo>
                  <a:lnTo>
                    <a:pt x="1779" y="6354"/>
                  </a:lnTo>
                  <a:lnTo>
                    <a:pt x="1681" y="6265"/>
                  </a:lnTo>
                  <a:cubicBezTo>
                    <a:pt x="988" y="5649"/>
                    <a:pt x="590" y="4765"/>
                    <a:pt x="590" y="3840"/>
                  </a:cubicBezTo>
                  <a:cubicBezTo>
                    <a:pt x="590" y="2047"/>
                    <a:pt x="2053" y="589"/>
                    <a:pt x="3852" y="589"/>
                  </a:cubicBezTo>
                  <a:close/>
                  <a:moveTo>
                    <a:pt x="3852" y="1"/>
                  </a:moveTo>
                  <a:cubicBezTo>
                    <a:pt x="1728" y="1"/>
                    <a:pt x="0" y="1723"/>
                    <a:pt x="0" y="3841"/>
                  </a:cubicBezTo>
                  <a:cubicBezTo>
                    <a:pt x="0" y="4889"/>
                    <a:pt x="432" y="5893"/>
                    <a:pt x="1188" y="6615"/>
                  </a:cubicBezTo>
                  <a:lnTo>
                    <a:pt x="1188" y="10059"/>
                  </a:lnTo>
                  <a:lnTo>
                    <a:pt x="5933" y="10059"/>
                  </a:lnTo>
                  <a:lnTo>
                    <a:pt x="5933" y="8287"/>
                  </a:lnTo>
                  <a:lnTo>
                    <a:pt x="7705" y="8287"/>
                  </a:lnTo>
                  <a:lnTo>
                    <a:pt x="7705" y="6851"/>
                  </a:lnTo>
                  <a:lnTo>
                    <a:pt x="8815" y="6851"/>
                  </a:lnTo>
                  <a:lnTo>
                    <a:pt x="7705" y="3788"/>
                  </a:lnTo>
                  <a:cubicBezTo>
                    <a:pt x="7676" y="1696"/>
                    <a:pt x="5959" y="1"/>
                    <a:pt x="3852"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7"/>
            <p:cNvSpPr/>
            <p:nvPr/>
          </p:nvSpPr>
          <p:spPr>
            <a:xfrm>
              <a:off x="7297005" y="3433649"/>
              <a:ext cx="203869" cy="130592"/>
            </a:xfrm>
            <a:custGeom>
              <a:rect b="b" l="l" r="r" t="t"/>
              <a:pathLst>
                <a:path extrusionOk="0" h="3461" w="5403">
                  <a:moveTo>
                    <a:pt x="3146" y="591"/>
                  </a:moveTo>
                  <a:cubicBezTo>
                    <a:pt x="3640" y="591"/>
                    <a:pt x="4041" y="990"/>
                    <a:pt x="4042" y="1480"/>
                  </a:cubicBezTo>
                  <a:lnTo>
                    <a:pt x="4039" y="1750"/>
                  </a:lnTo>
                  <a:lnTo>
                    <a:pt x="4303" y="1781"/>
                  </a:lnTo>
                  <a:cubicBezTo>
                    <a:pt x="4603" y="1816"/>
                    <a:pt x="4822" y="2088"/>
                    <a:pt x="4783" y="2395"/>
                  </a:cubicBezTo>
                  <a:cubicBezTo>
                    <a:pt x="4750" y="2658"/>
                    <a:pt x="4495" y="2870"/>
                    <a:pt x="4232" y="2870"/>
                  </a:cubicBezTo>
                  <a:lnTo>
                    <a:pt x="1179" y="2870"/>
                  </a:lnTo>
                  <a:cubicBezTo>
                    <a:pt x="1179" y="2870"/>
                    <a:pt x="633" y="2630"/>
                    <a:pt x="633" y="2329"/>
                  </a:cubicBezTo>
                  <a:cubicBezTo>
                    <a:pt x="633" y="2051"/>
                    <a:pt x="840" y="1818"/>
                    <a:pt x="1115" y="1786"/>
                  </a:cubicBezTo>
                  <a:lnTo>
                    <a:pt x="1381" y="1756"/>
                  </a:lnTo>
                  <a:lnTo>
                    <a:pt x="1381" y="1490"/>
                  </a:lnTo>
                  <a:lnTo>
                    <a:pt x="1362" y="1480"/>
                  </a:lnTo>
                  <a:cubicBezTo>
                    <a:pt x="1362" y="1156"/>
                    <a:pt x="1628" y="891"/>
                    <a:pt x="1955" y="891"/>
                  </a:cubicBezTo>
                  <a:cubicBezTo>
                    <a:pt x="2032" y="891"/>
                    <a:pt x="2106" y="906"/>
                    <a:pt x="2177" y="934"/>
                  </a:cubicBezTo>
                  <a:lnTo>
                    <a:pt x="2363" y="1008"/>
                  </a:lnTo>
                  <a:lnTo>
                    <a:pt x="2502" y="864"/>
                  </a:lnTo>
                  <a:cubicBezTo>
                    <a:pt x="2673" y="688"/>
                    <a:pt x="2902" y="591"/>
                    <a:pt x="3146" y="591"/>
                  </a:cubicBezTo>
                  <a:close/>
                  <a:moveTo>
                    <a:pt x="3153" y="1"/>
                  </a:moveTo>
                  <a:cubicBezTo>
                    <a:pt x="2810" y="1"/>
                    <a:pt x="2486" y="116"/>
                    <a:pt x="2224" y="329"/>
                  </a:cubicBezTo>
                  <a:cubicBezTo>
                    <a:pt x="2140" y="310"/>
                    <a:pt x="2055" y="300"/>
                    <a:pt x="1967" y="300"/>
                  </a:cubicBezTo>
                  <a:cubicBezTo>
                    <a:pt x="1395" y="300"/>
                    <a:pt x="917" y="708"/>
                    <a:pt x="809" y="1248"/>
                  </a:cubicBezTo>
                  <a:cubicBezTo>
                    <a:pt x="329" y="1414"/>
                    <a:pt x="1" y="1888"/>
                    <a:pt x="46" y="2422"/>
                  </a:cubicBezTo>
                  <a:cubicBezTo>
                    <a:pt x="97" y="3013"/>
                    <a:pt x="604" y="3460"/>
                    <a:pt x="1197" y="3460"/>
                  </a:cubicBezTo>
                  <a:lnTo>
                    <a:pt x="4222" y="3460"/>
                  </a:lnTo>
                  <a:cubicBezTo>
                    <a:pt x="4830" y="3460"/>
                    <a:pt x="5345" y="2991"/>
                    <a:pt x="5376" y="2384"/>
                  </a:cubicBezTo>
                  <a:cubicBezTo>
                    <a:pt x="5403" y="1867"/>
                    <a:pt x="5082" y="1413"/>
                    <a:pt x="4616" y="1251"/>
                  </a:cubicBezTo>
                  <a:cubicBezTo>
                    <a:pt x="4505" y="544"/>
                    <a:pt x="3891" y="1"/>
                    <a:pt x="3153"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 name="Google Shape;509;p47"/>
          <p:cNvGrpSpPr/>
          <p:nvPr/>
        </p:nvGrpSpPr>
        <p:grpSpPr>
          <a:xfrm>
            <a:off x="4961976" y="3384609"/>
            <a:ext cx="332650" cy="378947"/>
            <a:chOff x="7253764" y="3978959"/>
            <a:chExt cx="332650" cy="378947"/>
          </a:xfrm>
        </p:grpSpPr>
        <p:sp>
          <p:nvSpPr>
            <p:cNvPr id="510" name="Google Shape;510;p47"/>
            <p:cNvSpPr/>
            <p:nvPr/>
          </p:nvSpPr>
          <p:spPr>
            <a:xfrm>
              <a:off x="7253764" y="3978959"/>
              <a:ext cx="332650" cy="378947"/>
            </a:xfrm>
            <a:custGeom>
              <a:rect b="b" l="l" r="r" t="t"/>
              <a:pathLst>
                <a:path extrusionOk="0" h="10043" w="8816">
                  <a:moveTo>
                    <a:pt x="3852" y="572"/>
                  </a:moveTo>
                  <a:cubicBezTo>
                    <a:pt x="3921" y="572"/>
                    <a:pt x="3992" y="574"/>
                    <a:pt x="4062" y="579"/>
                  </a:cubicBezTo>
                  <a:cubicBezTo>
                    <a:pt x="5784" y="686"/>
                    <a:pt x="7114" y="2136"/>
                    <a:pt x="7114" y="3859"/>
                  </a:cubicBezTo>
                  <a:lnTo>
                    <a:pt x="7114" y="3875"/>
                  </a:lnTo>
                  <a:lnTo>
                    <a:pt x="7974" y="6243"/>
                  </a:lnTo>
                  <a:lnTo>
                    <a:pt x="7114" y="6243"/>
                  </a:lnTo>
                  <a:lnTo>
                    <a:pt x="7114" y="7680"/>
                  </a:lnTo>
                  <a:lnTo>
                    <a:pt x="5342" y="7680"/>
                  </a:lnTo>
                  <a:lnTo>
                    <a:pt x="5342" y="9452"/>
                  </a:lnTo>
                  <a:lnTo>
                    <a:pt x="1779" y="9452"/>
                  </a:lnTo>
                  <a:lnTo>
                    <a:pt x="1779" y="6337"/>
                  </a:lnTo>
                  <a:lnTo>
                    <a:pt x="1681" y="6248"/>
                  </a:lnTo>
                  <a:cubicBezTo>
                    <a:pt x="988" y="5631"/>
                    <a:pt x="590" y="4747"/>
                    <a:pt x="590" y="3823"/>
                  </a:cubicBezTo>
                  <a:cubicBezTo>
                    <a:pt x="590" y="2030"/>
                    <a:pt x="2053" y="572"/>
                    <a:pt x="3852" y="572"/>
                  </a:cubicBezTo>
                  <a:close/>
                  <a:moveTo>
                    <a:pt x="3852" y="1"/>
                  </a:moveTo>
                  <a:cubicBezTo>
                    <a:pt x="1728" y="1"/>
                    <a:pt x="0" y="1719"/>
                    <a:pt x="0" y="3832"/>
                  </a:cubicBezTo>
                  <a:cubicBezTo>
                    <a:pt x="0" y="4877"/>
                    <a:pt x="432" y="5878"/>
                    <a:pt x="1188" y="6599"/>
                  </a:cubicBezTo>
                  <a:lnTo>
                    <a:pt x="1188" y="10043"/>
                  </a:lnTo>
                  <a:lnTo>
                    <a:pt x="5914" y="10043"/>
                  </a:lnTo>
                  <a:lnTo>
                    <a:pt x="5914" y="8270"/>
                  </a:lnTo>
                  <a:lnTo>
                    <a:pt x="7705" y="8270"/>
                  </a:lnTo>
                  <a:lnTo>
                    <a:pt x="7705" y="6834"/>
                  </a:lnTo>
                  <a:lnTo>
                    <a:pt x="8815" y="6834"/>
                  </a:lnTo>
                  <a:lnTo>
                    <a:pt x="7705" y="3779"/>
                  </a:lnTo>
                  <a:cubicBezTo>
                    <a:pt x="7676" y="1690"/>
                    <a:pt x="5959" y="1"/>
                    <a:pt x="3852"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7"/>
            <p:cNvSpPr/>
            <p:nvPr/>
          </p:nvSpPr>
          <p:spPr>
            <a:xfrm>
              <a:off x="7321607" y="4032691"/>
              <a:ext cx="156024" cy="180173"/>
            </a:xfrm>
            <a:custGeom>
              <a:rect b="b" l="l" r="r" t="t"/>
              <a:pathLst>
                <a:path extrusionOk="0" h="4775" w="4135">
                  <a:moveTo>
                    <a:pt x="2058" y="683"/>
                  </a:moveTo>
                  <a:lnTo>
                    <a:pt x="3239" y="1365"/>
                  </a:lnTo>
                  <a:lnTo>
                    <a:pt x="2058" y="2046"/>
                  </a:lnTo>
                  <a:lnTo>
                    <a:pt x="877" y="1365"/>
                  </a:lnTo>
                  <a:lnTo>
                    <a:pt x="2058" y="683"/>
                  </a:lnTo>
                  <a:close/>
                  <a:moveTo>
                    <a:pt x="591" y="1876"/>
                  </a:moveTo>
                  <a:lnTo>
                    <a:pt x="1773" y="2559"/>
                  </a:lnTo>
                  <a:lnTo>
                    <a:pt x="1773" y="3923"/>
                  </a:lnTo>
                  <a:lnTo>
                    <a:pt x="591" y="3240"/>
                  </a:lnTo>
                  <a:lnTo>
                    <a:pt x="591" y="1876"/>
                  </a:lnTo>
                  <a:close/>
                  <a:moveTo>
                    <a:pt x="3544" y="1876"/>
                  </a:moveTo>
                  <a:lnTo>
                    <a:pt x="3544" y="3240"/>
                  </a:lnTo>
                  <a:lnTo>
                    <a:pt x="2363" y="3923"/>
                  </a:lnTo>
                  <a:lnTo>
                    <a:pt x="2363" y="2559"/>
                  </a:lnTo>
                  <a:lnTo>
                    <a:pt x="3544" y="1876"/>
                  </a:lnTo>
                  <a:close/>
                  <a:moveTo>
                    <a:pt x="2068" y="1"/>
                  </a:moveTo>
                  <a:lnTo>
                    <a:pt x="1" y="1194"/>
                  </a:lnTo>
                  <a:lnTo>
                    <a:pt x="1" y="3581"/>
                  </a:lnTo>
                  <a:lnTo>
                    <a:pt x="2068" y="4775"/>
                  </a:lnTo>
                  <a:lnTo>
                    <a:pt x="4135" y="3581"/>
                  </a:lnTo>
                  <a:lnTo>
                    <a:pt x="4135" y="1194"/>
                  </a:lnTo>
                  <a:lnTo>
                    <a:pt x="2068"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512" name="Google Shape;512;p47"/>
          <p:cNvCxnSpPr>
            <a:stCxn id="504" idx="2"/>
            <a:endCxn id="489" idx="1"/>
          </p:cNvCxnSpPr>
          <p:nvPr/>
        </p:nvCxnSpPr>
        <p:spPr>
          <a:xfrm flipH="1" rot="10800000">
            <a:off x="5443013" y="1956250"/>
            <a:ext cx="329700" cy="11400"/>
          </a:xfrm>
          <a:prstGeom prst="straightConnector1">
            <a:avLst/>
          </a:prstGeom>
          <a:noFill/>
          <a:ln cap="flat" cmpd="sng" w="19050">
            <a:solidFill>
              <a:schemeClr val="accent5"/>
            </a:solidFill>
            <a:prstDash val="solid"/>
            <a:round/>
            <a:headEnd len="med" w="med" type="none"/>
            <a:tailEnd len="med" w="med" type="oval"/>
          </a:ln>
        </p:spPr>
      </p:cxnSp>
      <p:cxnSp>
        <p:nvCxnSpPr>
          <p:cNvPr id="513" name="Google Shape;513;p47"/>
          <p:cNvCxnSpPr>
            <a:stCxn id="505" idx="2"/>
            <a:endCxn id="493" idx="1"/>
          </p:cNvCxnSpPr>
          <p:nvPr/>
        </p:nvCxnSpPr>
        <p:spPr>
          <a:xfrm>
            <a:off x="5443001" y="3585200"/>
            <a:ext cx="329700" cy="0"/>
          </a:xfrm>
          <a:prstGeom prst="straightConnector1">
            <a:avLst/>
          </a:prstGeom>
          <a:noFill/>
          <a:ln cap="flat" cmpd="sng" w="19050">
            <a:solidFill>
              <a:schemeClr val="accent5"/>
            </a:solidFill>
            <a:prstDash val="solid"/>
            <a:round/>
            <a:headEnd len="med" w="med" type="none"/>
            <a:tailEnd len="med" w="med" type="oval"/>
          </a:ln>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7" name="Shape 517"/>
        <p:cNvGrpSpPr/>
        <p:nvPr/>
      </p:nvGrpSpPr>
      <p:grpSpPr>
        <a:xfrm>
          <a:off x="0" y="0"/>
          <a:ext cx="0" cy="0"/>
          <a:chOff x="0" y="0"/>
          <a:chExt cx="0" cy="0"/>
        </a:xfrm>
      </p:grpSpPr>
      <p:sp>
        <p:nvSpPr>
          <p:cNvPr id="518" name="Google Shape;518;p48"/>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BENEFITS OF IPA</a:t>
            </a:r>
            <a:endParaRPr/>
          </a:p>
        </p:txBody>
      </p:sp>
      <p:sp>
        <p:nvSpPr>
          <p:cNvPr id="519" name="Google Shape;519;p48"/>
          <p:cNvSpPr txBox="1"/>
          <p:nvPr>
            <p:ph idx="2" type="title"/>
          </p:nvPr>
        </p:nvSpPr>
        <p:spPr>
          <a:xfrm>
            <a:off x="1073575" y="2026013"/>
            <a:ext cx="2057400" cy="36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20" name="Google Shape;520;p48"/>
          <p:cNvSpPr txBox="1"/>
          <p:nvPr>
            <p:ph idx="1" type="subTitle"/>
          </p:nvPr>
        </p:nvSpPr>
        <p:spPr>
          <a:xfrm>
            <a:off x="1073575" y="2344600"/>
            <a:ext cx="2057400" cy="56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closest planet to the Sun</a:t>
            </a:r>
            <a:endParaRPr/>
          </a:p>
        </p:txBody>
      </p:sp>
      <p:sp>
        <p:nvSpPr>
          <p:cNvPr id="521" name="Google Shape;521;p48"/>
          <p:cNvSpPr txBox="1"/>
          <p:nvPr>
            <p:ph idx="3" type="title"/>
          </p:nvPr>
        </p:nvSpPr>
        <p:spPr>
          <a:xfrm>
            <a:off x="3543033" y="2026013"/>
            <a:ext cx="2057400" cy="36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22" name="Google Shape;522;p48"/>
          <p:cNvSpPr txBox="1"/>
          <p:nvPr>
            <p:ph idx="4" type="subTitle"/>
          </p:nvPr>
        </p:nvSpPr>
        <p:spPr>
          <a:xfrm>
            <a:off x="3543059" y="2344600"/>
            <a:ext cx="2057400" cy="56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523" name="Google Shape;523;p48"/>
          <p:cNvSpPr txBox="1"/>
          <p:nvPr>
            <p:ph idx="5" type="title"/>
          </p:nvPr>
        </p:nvSpPr>
        <p:spPr>
          <a:xfrm>
            <a:off x="1073838" y="3711775"/>
            <a:ext cx="20574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24" name="Google Shape;524;p48"/>
          <p:cNvSpPr txBox="1"/>
          <p:nvPr>
            <p:ph idx="6" type="subTitle"/>
          </p:nvPr>
        </p:nvSpPr>
        <p:spPr>
          <a:xfrm>
            <a:off x="1073838" y="4045800"/>
            <a:ext cx="2057400" cy="55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525" name="Google Shape;525;p48"/>
          <p:cNvSpPr txBox="1"/>
          <p:nvPr>
            <p:ph idx="7" type="title"/>
          </p:nvPr>
        </p:nvSpPr>
        <p:spPr>
          <a:xfrm>
            <a:off x="3543319" y="3711775"/>
            <a:ext cx="20574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526" name="Google Shape;526;p48"/>
          <p:cNvSpPr txBox="1"/>
          <p:nvPr>
            <p:ph idx="8" type="subTitle"/>
          </p:nvPr>
        </p:nvSpPr>
        <p:spPr>
          <a:xfrm>
            <a:off x="3543059" y="4045800"/>
            <a:ext cx="2057400" cy="55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composed of hydrogen and helium</a:t>
            </a:r>
            <a:endParaRPr/>
          </a:p>
        </p:txBody>
      </p:sp>
      <p:sp>
        <p:nvSpPr>
          <p:cNvPr id="527" name="Google Shape;527;p48"/>
          <p:cNvSpPr txBox="1"/>
          <p:nvPr>
            <p:ph idx="9" type="title"/>
          </p:nvPr>
        </p:nvSpPr>
        <p:spPr>
          <a:xfrm>
            <a:off x="6010149" y="2026013"/>
            <a:ext cx="2057400" cy="36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28" name="Google Shape;528;p48"/>
          <p:cNvSpPr txBox="1"/>
          <p:nvPr>
            <p:ph idx="13" type="subTitle"/>
          </p:nvPr>
        </p:nvSpPr>
        <p:spPr>
          <a:xfrm>
            <a:off x="6010150" y="2344600"/>
            <a:ext cx="2059800" cy="56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529" name="Google Shape;529;p48"/>
          <p:cNvSpPr txBox="1"/>
          <p:nvPr>
            <p:ph idx="14" type="title"/>
          </p:nvPr>
        </p:nvSpPr>
        <p:spPr>
          <a:xfrm>
            <a:off x="6011348" y="3711775"/>
            <a:ext cx="20574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530" name="Google Shape;530;p48"/>
          <p:cNvSpPr txBox="1"/>
          <p:nvPr>
            <p:ph idx="15" type="subTitle"/>
          </p:nvPr>
        </p:nvSpPr>
        <p:spPr>
          <a:xfrm>
            <a:off x="6010148" y="4045800"/>
            <a:ext cx="2059800" cy="55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farthest planet from the Sun</a:t>
            </a:r>
            <a:endParaRPr/>
          </a:p>
        </p:txBody>
      </p:sp>
      <p:cxnSp>
        <p:nvCxnSpPr>
          <p:cNvPr id="531" name="Google Shape;531;p48"/>
          <p:cNvCxnSpPr/>
          <p:nvPr/>
        </p:nvCxnSpPr>
        <p:spPr>
          <a:xfrm>
            <a:off x="2689050" y="1059050"/>
            <a:ext cx="3765900" cy="0"/>
          </a:xfrm>
          <a:prstGeom prst="straightConnector1">
            <a:avLst/>
          </a:prstGeom>
          <a:noFill/>
          <a:ln cap="flat" cmpd="sng" w="19050">
            <a:solidFill>
              <a:schemeClr val="accent5"/>
            </a:solidFill>
            <a:prstDash val="solid"/>
            <a:round/>
            <a:headEnd len="med" w="med" type="oval"/>
            <a:tailEnd len="med" w="med" type="oval"/>
          </a:ln>
        </p:spPr>
      </p:cxnSp>
      <p:sp>
        <p:nvSpPr>
          <p:cNvPr id="532" name="Google Shape;532;p48"/>
          <p:cNvSpPr/>
          <p:nvPr/>
        </p:nvSpPr>
        <p:spPr>
          <a:xfrm flipH="1">
            <a:off x="1873476" y="1350988"/>
            <a:ext cx="458100" cy="458100"/>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8"/>
          <p:cNvSpPr/>
          <p:nvPr/>
        </p:nvSpPr>
        <p:spPr>
          <a:xfrm flipH="1">
            <a:off x="4342963" y="1350988"/>
            <a:ext cx="458100" cy="458100"/>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8"/>
          <p:cNvSpPr/>
          <p:nvPr/>
        </p:nvSpPr>
        <p:spPr>
          <a:xfrm flipH="1">
            <a:off x="6810051" y="1350988"/>
            <a:ext cx="458100" cy="458100"/>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8"/>
          <p:cNvSpPr/>
          <p:nvPr/>
        </p:nvSpPr>
        <p:spPr>
          <a:xfrm flipH="1">
            <a:off x="1873476" y="3034076"/>
            <a:ext cx="458100" cy="458100"/>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8"/>
          <p:cNvSpPr/>
          <p:nvPr/>
        </p:nvSpPr>
        <p:spPr>
          <a:xfrm flipH="1">
            <a:off x="4342963" y="3034076"/>
            <a:ext cx="458100" cy="458100"/>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8"/>
          <p:cNvSpPr/>
          <p:nvPr/>
        </p:nvSpPr>
        <p:spPr>
          <a:xfrm flipH="1">
            <a:off x="6810051" y="3034076"/>
            <a:ext cx="458100" cy="458100"/>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 name="Google Shape;538;p48"/>
          <p:cNvGrpSpPr/>
          <p:nvPr/>
        </p:nvGrpSpPr>
        <p:grpSpPr>
          <a:xfrm>
            <a:off x="6904031" y="1460038"/>
            <a:ext cx="271935" cy="240111"/>
            <a:chOff x="7229879" y="1594189"/>
            <a:chExt cx="380381" cy="335819"/>
          </a:xfrm>
        </p:grpSpPr>
        <p:sp>
          <p:nvSpPr>
            <p:cNvPr id="539" name="Google Shape;539;p48"/>
            <p:cNvSpPr/>
            <p:nvPr/>
          </p:nvSpPr>
          <p:spPr>
            <a:xfrm>
              <a:off x="7229879" y="1594189"/>
              <a:ext cx="380381" cy="335819"/>
            </a:xfrm>
            <a:custGeom>
              <a:rect b="b" l="l" r="r" t="t"/>
              <a:pathLst>
                <a:path extrusionOk="0" h="8900" w="10081">
                  <a:moveTo>
                    <a:pt x="9489" y="592"/>
                  </a:moveTo>
                  <a:lnTo>
                    <a:pt x="9489" y="5946"/>
                  </a:lnTo>
                  <a:lnTo>
                    <a:pt x="592" y="5946"/>
                  </a:lnTo>
                  <a:lnTo>
                    <a:pt x="592" y="592"/>
                  </a:lnTo>
                  <a:close/>
                  <a:moveTo>
                    <a:pt x="9489" y="6537"/>
                  </a:moveTo>
                  <a:lnTo>
                    <a:pt x="9489" y="7127"/>
                  </a:lnTo>
                  <a:lnTo>
                    <a:pt x="592" y="7127"/>
                  </a:lnTo>
                  <a:lnTo>
                    <a:pt x="592" y="6537"/>
                  </a:lnTo>
                  <a:close/>
                  <a:moveTo>
                    <a:pt x="5631" y="7718"/>
                  </a:moveTo>
                  <a:lnTo>
                    <a:pt x="5631" y="8309"/>
                  </a:lnTo>
                  <a:lnTo>
                    <a:pt x="4451" y="8309"/>
                  </a:lnTo>
                  <a:lnTo>
                    <a:pt x="4451" y="7718"/>
                  </a:lnTo>
                  <a:close/>
                  <a:moveTo>
                    <a:pt x="0" y="1"/>
                  </a:moveTo>
                  <a:lnTo>
                    <a:pt x="0" y="7718"/>
                  </a:lnTo>
                  <a:lnTo>
                    <a:pt x="3859" y="7718"/>
                  </a:lnTo>
                  <a:lnTo>
                    <a:pt x="3859" y="8309"/>
                  </a:lnTo>
                  <a:lnTo>
                    <a:pt x="1182" y="8309"/>
                  </a:lnTo>
                  <a:lnTo>
                    <a:pt x="1182" y="8899"/>
                  </a:lnTo>
                  <a:lnTo>
                    <a:pt x="8899" y="8899"/>
                  </a:lnTo>
                  <a:lnTo>
                    <a:pt x="8899" y="8309"/>
                  </a:lnTo>
                  <a:lnTo>
                    <a:pt x="6222" y="8309"/>
                  </a:lnTo>
                  <a:lnTo>
                    <a:pt x="6222" y="7718"/>
                  </a:lnTo>
                  <a:lnTo>
                    <a:pt x="10080" y="7718"/>
                  </a:lnTo>
                  <a:lnTo>
                    <a:pt x="10080"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8"/>
            <p:cNvSpPr/>
            <p:nvPr/>
          </p:nvSpPr>
          <p:spPr>
            <a:xfrm>
              <a:off x="7386582" y="1683917"/>
              <a:ext cx="66900" cy="66900"/>
            </a:xfrm>
            <a:custGeom>
              <a:rect b="b" l="l" r="r" t="t"/>
              <a:pathLst>
                <a:path extrusionOk="0" h="1773" w="1773">
                  <a:moveTo>
                    <a:pt x="886" y="591"/>
                  </a:moveTo>
                  <a:cubicBezTo>
                    <a:pt x="1049" y="591"/>
                    <a:pt x="1182" y="723"/>
                    <a:pt x="1182" y="886"/>
                  </a:cubicBezTo>
                  <a:cubicBezTo>
                    <a:pt x="1182" y="1049"/>
                    <a:pt x="1049" y="1182"/>
                    <a:pt x="886" y="1182"/>
                  </a:cubicBezTo>
                  <a:cubicBezTo>
                    <a:pt x="724" y="1182"/>
                    <a:pt x="591" y="1049"/>
                    <a:pt x="591" y="886"/>
                  </a:cubicBezTo>
                  <a:cubicBezTo>
                    <a:pt x="591" y="723"/>
                    <a:pt x="724" y="591"/>
                    <a:pt x="886" y="591"/>
                  </a:cubicBezTo>
                  <a:close/>
                  <a:moveTo>
                    <a:pt x="886" y="0"/>
                  </a:moveTo>
                  <a:cubicBezTo>
                    <a:pt x="398" y="0"/>
                    <a:pt x="0" y="398"/>
                    <a:pt x="0" y="886"/>
                  </a:cubicBezTo>
                  <a:cubicBezTo>
                    <a:pt x="0" y="1375"/>
                    <a:pt x="398" y="1773"/>
                    <a:pt x="886" y="1773"/>
                  </a:cubicBezTo>
                  <a:cubicBezTo>
                    <a:pt x="1375" y="1773"/>
                    <a:pt x="1772" y="1375"/>
                    <a:pt x="1772" y="886"/>
                  </a:cubicBezTo>
                  <a:cubicBezTo>
                    <a:pt x="1772" y="398"/>
                    <a:pt x="1375" y="0"/>
                    <a:pt x="886" y="0"/>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8"/>
            <p:cNvSpPr/>
            <p:nvPr/>
          </p:nvSpPr>
          <p:spPr>
            <a:xfrm>
              <a:off x="7318777" y="1639354"/>
              <a:ext cx="202473" cy="155986"/>
            </a:xfrm>
            <a:custGeom>
              <a:rect b="b" l="l" r="r" t="t"/>
              <a:pathLst>
                <a:path extrusionOk="0" h="4134" w="5366">
                  <a:moveTo>
                    <a:pt x="2683" y="591"/>
                  </a:moveTo>
                  <a:cubicBezTo>
                    <a:pt x="3261" y="591"/>
                    <a:pt x="3785" y="850"/>
                    <a:pt x="4239" y="1364"/>
                  </a:cubicBezTo>
                  <a:cubicBezTo>
                    <a:pt x="4482" y="1637"/>
                    <a:pt x="4641" y="1917"/>
                    <a:pt x="4719" y="2067"/>
                  </a:cubicBezTo>
                  <a:cubicBezTo>
                    <a:pt x="4532" y="2432"/>
                    <a:pt x="3867" y="3544"/>
                    <a:pt x="2683" y="3544"/>
                  </a:cubicBezTo>
                  <a:cubicBezTo>
                    <a:pt x="2105" y="3544"/>
                    <a:pt x="1581" y="3284"/>
                    <a:pt x="1127" y="2771"/>
                  </a:cubicBezTo>
                  <a:cubicBezTo>
                    <a:pt x="885" y="2497"/>
                    <a:pt x="725" y="2218"/>
                    <a:pt x="647" y="2067"/>
                  </a:cubicBezTo>
                  <a:cubicBezTo>
                    <a:pt x="834" y="1703"/>
                    <a:pt x="1501" y="591"/>
                    <a:pt x="2683" y="591"/>
                  </a:cubicBezTo>
                  <a:close/>
                  <a:moveTo>
                    <a:pt x="2683" y="0"/>
                  </a:moveTo>
                  <a:cubicBezTo>
                    <a:pt x="1933" y="0"/>
                    <a:pt x="1237" y="341"/>
                    <a:pt x="672" y="986"/>
                  </a:cubicBezTo>
                  <a:cubicBezTo>
                    <a:pt x="257" y="1460"/>
                    <a:pt x="57" y="1934"/>
                    <a:pt x="48" y="1954"/>
                  </a:cubicBezTo>
                  <a:lnTo>
                    <a:pt x="1" y="2067"/>
                  </a:lnTo>
                  <a:lnTo>
                    <a:pt x="48" y="2181"/>
                  </a:lnTo>
                  <a:cubicBezTo>
                    <a:pt x="57" y="2201"/>
                    <a:pt x="257" y="2674"/>
                    <a:pt x="672" y="3148"/>
                  </a:cubicBezTo>
                  <a:cubicBezTo>
                    <a:pt x="1237" y="3793"/>
                    <a:pt x="1933" y="4134"/>
                    <a:pt x="2683" y="4134"/>
                  </a:cubicBezTo>
                  <a:cubicBezTo>
                    <a:pt x="3433" y="4134"/>
                    <a:pt x="4129" y="3793"/>
                    <a:pt x="4695" y="3148"/>
                  </a:cubicBezTo>
                  <a:cubicBezTo>
                    <a:pt x="5109" y="2674"/>
                    <a:pt x="5310" y="2201"/>
                    <a:pt x="5318" y="2181"/>
                  </a:cubicBezTo>
                  <a:lnTo>
                    <a:pt x="5366" y="2067"/>
                  </a:lnTo>
                  <a:lnTo>
                    <a:pt x="5318" y="1954"/>
                  </a:lnTo>
                  <a:cubicBezTo>
                    <a:pt x="5310" y="1934"/>
                    <a:pt x="5109" y="1460"/>
                    <a:pt x="4695" y="986"/>
                  </a:cubicBezTo>
                  <a:cubicBezTo>
                    <a:pt x="4129" y="341"/>
                    <a:pt x="3433" y="0"/>
                    <a:pt x="2683" y="0"/>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8"/>
            <p:cNvSpPr/>
            <p:nvPr/>
          </p:nvSpPr>
          <p:spPr>
            <a:xfrm>
              <a:off x="7274441" y="1773946"/>
              <a:ext cx="22338" cy="22338"/>
            </a:xfrm>
            <a:custGeom>
              <a:rect b="b" l="l" r="r" t="t"/>
              <a:pathLst>
                <a:path extrusionOk="0" h="592" w="592">
                  <a:moveTo>
                    <a:pt x="1" y="0"/>
                  </a:moveTo>
                  <a:lnTo>
                    <a:pt x="1"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8"/>
            <p:cNvSpPr/>
            <p:nvPr/>
          </p:nvSpPr>
          <p:spPr>
            <a:xfrm>
              <a:off x="7274441" y="1729384"/>
              <a:ext cx="22338" cy="22300"/>
            </a:xfrm>
            <a:custGeom>
              <a:rect b="b" l="l" r="r" t="t"/>
              <a:pathLst>
                <a:path extrusionOk="0" h="591" w="592">
                  <a:moveTo>
                    <a:pt x="1" y="0"/>
                  </a:moveTo>
                  <a:lnTo>
                    <a:pt x="1"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8"/>
            <p:cNvSpPr/>
            <p:nvPr/>
          </p:nvSpPr>
          <p:spPr>
            <a:xfrm>
              <a:off x="7274441" y="1684822"/>
              <a:ext cx="22338" cy="22300"/>
            </a:xfrm>
            <a:custGeom>
              <a:rect b="b" l="l" r="r" t="t"/>
              <a:pathLst>
                <a:path extrusionOk="0" h="591" w="592">
                  <a:moveTo>
                    <a:pt x="1" y="1"/>
                  </a:moveTo>
                  <a:lnTo>
                    <a:pt x="1" y="590"/>
                  </a:lnTo>
                  <a:lnTo>
                    <a:pt x="591" y="590"/>
                  </a:lnTo>
                  <a:lnTo>
                    <a:pt x="591"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8"/>
            <p:cNvSpPr/>
            <p:nvPr/>
          </p:nvSpPr>
          <p:spPr>
            <a:xfrm>
              <a:off x="7274441" y="1640260"/>
              <a:ext cx="22338" cy="22300"/>
            </a:xfrm>
            <a:custGeom>
              <a:rect b="b" l="l" r="r" t="t"/>
              <a:pathLst>
                <a:path extrusionOk="0" h="591" w="592">
                  <a:moveTo>
                    <a:pt x="1" y="0"/>
                  </a:moveTo>
                  <a:lnTo>
                    <a:pt x="1"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8"/>
            <p:cNvSpPr/>
            <p:nvPr/>
          </p:nvSpPr>
          <p:spPr>
            <a:xfrm>
              <a:off x="7543398" y="1773946"/>
              <a:ext cx="22300" cy="22338"/>
            </a:xfrm>
            <a:custGeom>
              <a:rect b="b" l="l" r="r" t="t"/>
              <a:pathLst>
                <a:path extrusionOk="0" h="592" w="591">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8"/>
            <p:cNvSpPr/>
            <p:nvPr/>
          </p:nvSpPr>
          <p:spPr>
            <a:xfrm>
              <a:off x="7543398" y="1729384"/>
              <a:ext cx="22300" cy="22300"/>
            </a:xfrm>
            <a:custGeom>
              <a:rect b="b" l="l" r="r" t="t"/>
              <a:pathLst>
                <a:path extrusionOk="0" h="591" w="591">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8"/>
            <p:cNvSpPr/>
            <p:nvPr/>
          </p:nvSpPr>
          <p:spPr>
            <a:xfrm>
              <a:off x="7543398" y="1684822"/>
              <a:ext cx="22300" cy="22300"/>
            </a:xfrm>
            <a:custGeom>
              <a:rect b="b" l="l" r="r" t="t"/>
              <a:pathLst>
                <a:path extrusionOk="0" h="591" w="591">
                  <a:moveTo>
                    <a:pt x="0" y="1"/>
                  </a:moveTo>
                  <a:lnTo>
                    <a:pt x="0" y="590"/>
                  </a:lnTo>
                  <a:lnTo>
                    <a:pt x="591" y="590"/>
                  </a:lnTo>
                  <a:lnTo>
                    <a:pt x="591"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8"/>
            <p:cNvSpPr/>
            <p:nvPr/>
          </p:nvSpPr>
          <p:spPr>
            <a:xfrm>
              <a:off x="7543398" y="1640260"/>
              <a:ext cx="22300" cy="22300"/>
            </a:xfrm>
            <a:custGeom>
              <a:rect b="b" l="l" r="r" t="t"/>
              <a:pathLst>
                <a:path extrusionOk="0" h="591" w="591">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 name="Google Shape;550;p48"/>
          <p:cNvGrpSpPr/>
          <p:nvPr/>
        </p:nvGrpSpPr>
        <p:grpSpPr>
          <a:xfrm>
            <a:off x="1966215" y="1459873"/>
            <a:ext cx="272087" cy="240212"/>
            <a:chOff x="3974958" y="1594189"/>
            <a:chExt cx="380381" cy="335819"/>
          </a:xfrm>
        </p:grpSpPr>
        <p:sp>
          <p:nvSpPr>
            <p:cNvPr id="551" name="Google Shape;551;p48"/>
            <p:cNvSpPr/>
            <p:nvPr/>
          </p:nvSpPr>
          <p:spPr>
            <a:xfrm>
              <a:off x="3974958" y="1594189"/>
              <a:ext cx="380381" cy="335819"/>
            </a:xfrm>
            <a:custGeom>
              <a:rect b="b" l="l" r="r" t="t"/>
              <a:pathLst>
                <a:path extrusionOk="0" h="8900" w="10081">
                  <a:moveTo>
                    <a:pt x="9489" y="592"/>
                  </a:moveTo>
                  <a:lnTo>
                    <a:pt x="9489" y="5946"/>
                  </a:lnTo>
                  <a:lnTo>
                    <a:pt x="591" y="5946"/>
                  </a:lnTo>
                  <a:lnTo>
                    <a:pt x="591" y="592"/>
                  </a:lnTo>
                  <a:close/>
                  <a:moveTo>
                    <a:pt x="9489" y="6537"/>
                  </a:moveTo>
                  <a:lnTo>
                    <a:pt x="9489" y="7127"/>
                  </a:lnTo>
                  <a:lnTo>
                    <a:pt x="591" y="7127"/>
                  </a:lnTo>
                  <a:lnTo>
                    <a:pt x="591" y="6537"/>
                  </a:lnTo>
                  <a:close/>
                  <a:moveTo>
                    <a:pt x="5631" y="7718"/>
                  </a:moveTo>
                  <a:lnTo>
                    <a:pt x="5631" y="8309"/>
                  </a:lnTo>
                  <a:lnTo>
                    <a:pt x="4450" y="8309"/>
                  </a:lnTo>
                  <a:lnTo>
                    <a:pt x="4450" y="7718"/>
                  </a:lnTo>
                  <a:close/>
                  <a:moveTo>
                    <a:pt x="0" y="1"/>
                  </a:moveTo>
                  <a:lnTo>
                    <a:pt x="0" y="7718"/>
                  </a:lnTo>
                  <a:lnTo>
                    <a:pt x="3859" y="7718"/>
                  </a:lnTo>
                  <a:lnTo>
                    <a:pt x="3859" y="8309"/>
                  </a:lnTo>
                  <a:lnTo>
                    <a:pt x="1182" y="8309"/>
                  </a:lnTo>
                  <a:lnTo>
                    <a:pt x="1182" y="8899"/>
                  </a:lnTo>
                  <a:lnTo>
                    <a:pt x="8899" y="8899"/>
                  </a:lnTo>
                  <a:lnTo>
                    <a:pt x="8899" y="8309"/>
                  </a:lnTo>
                  <a:lnTo>
                    <a:pt x="6221" y="8309"/>
                  </a:lnTo>
                  <a:lnTo>
                    <a:pt x="6221" y="7718"/>
                  </a:lnTo>
                  <a:lnTo>
                    <a:pt x="10080" y="7718"/>
                  </a:lnTo>
                  <a:lnTo>
                    <a:pt x="10080"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8"/>
            <p:cNvSpPr/>
            <p:nvPr/>
          </p:nvSpPr>
          <p:spPr>
            <a:xfrm>
              <a:off x="4119776" y="1683313"/>
              <a:ext cx="22338" cy="22338"/>
            </a:xfrm>
            <a:custGeom>
              <a:rect b="b" l="l" r="r" t="t"/>
              <a:pathLst>
                <a:path extrusionOk="0" h="592" w="592">
                  <a:moveTo>
                    <a:pt x="1" y="1"/>
                  </a:moveTo>
                  <a:lnTo>
                    <a:pt x="1" y="591"/>
                  </a:lnTo>
                  <a:lnTo>
                    <a:pt x="591" y="591"/>
                  </a:lnTo>
                  <a:lnTo>
                    <a:pt x="591"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8"/>
            <p:cNvSpPr/>
            <p:nvPr/>
          </p:nvSpPr>
          <p:spPr>
            <a:xfrm>
              <a:off x="4188109" y="1683313"/>
              <a:ext cx="22338" cy="22338"/>
            </a:xfrm>
            <a:custGeom>
              <a:rect b="b" l="l" r="r" t="t"/>
              <a:pathLst>
                <a:path extrusionOk="0" h="592" w="592">
                  <a:moveTo>
                    <a:pt x="1" y="1"/>
                  </a:moveTo>
                  <a:lnTo>
                    <a:pt x="1" y="591"/>
                  </a:lnTo>
                  <a:lnTo>
                    <a:pt x="592" y="591"/>
                  </a:lnTo>
                  <a:lnTo>
                    <a:pt x="592"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8"/>
            <p:cNvSpPr/>
            <p:nvPr/>
          </p:nvSpPr>
          <p:spPr>
            <a:xfrm>
              <a:off x="4119776" y="1727913"/>
              <a:ext cx="90671" cy="22300"/>
            </a:xfrm>
            <a:custGeom>
              <a:rect b="b" l="l" r="r" t="t"/>
              <a:pathLst>
                <a:path extrusionOk="0" h="591" w="2403">
                  <a:moveTo>
                    <a:pt x="1" y="0"/>
                  </a:moveTo>
                  <a:lnTo>
                    <a:pt x="1" y="591"/>
                  </a:lnTo>
                  <a:lnTo>
                    <a:pt x="2403" y="591"/>
                  </a:lnTo>
                  <a:lnTo>
                    <a:pt x="2403"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8"/>
            <p:cNvSpPr/>
            <p:nvPr/>
          </p:nvSpPr>
          <p:spPr>
            <a:xfrm>
              <a:off x="4030689" y="1638751"/>
              <a:ext cx="268920" cy="157533"/>
            </a:xfrm>
            <a:custGeom>
              <a:rect b="b" l="l" r="r" t="t"/>
              <a:pathLst>
                <a:path extrusionOk="0" h="4175" w="7127">
                  <a:moveTo>
                    <a:pt x="5354" y="591"/>
                  </a:moveTo>
                  <a:lnTo>
                    <a:pt x="5354" y="3583"/>
                  </a:lnTo>
                  <a:lnTo>
                    <a:pt x="1771" y="3583"/>
                  </a:lnTo>
                  <a:lnTo>
                    <a:pt x="1771" y="591"/>
                  </a:lnTo>
                  <a:close/>
                  <a:moveTo>
                    <a:pt x="1180" y="0"/>
                  </a:moveTo>
                  <a:lnTo>
                    <a:pt x="1180" y="1792"/>
                  </a:lnTo>
                  <a:lnTo>
                    <a:pt x="591" y="1792"/>
                  </a:lnTo>
                  <a:lnTo>
                    <a:pt x="591" y="1202"/>
                  </a:lnTo>
                  <a:lnTo>
                    <a:pt x="0" y="1202"/>
                  </a:lnTo>
                  <a:lnTo>
                    <a:pt x="0" y="2974"/>
                  </a:lnTo>
                  <a:lnTo>
                    <a:pt x="591" y="2974"/>
                  </a:lnTo>
                  <a:lnTo>
                    <a:pt x="591" y="2383"/>
                  </a:lnTo>
                  <a:lnTo>
                    <a:pt x="1180" y="2383"/>
                  </a:lnTo>
                  <a:lnTo>
                    <a:pt x="1180" y="4174"/>
                  </a:lnTo>
                  <a:lnTo>
                    <a:pt x="5945" y="4174"/>
                  </a:lnTo>
                  <a:lnTo>
                    <a:pt x="5945" y="2383"/>
                  </a:lnTo>
                  <a:lnTo>
                    <a:pt x="6536" y="2383"/>
                  </a:lnTo>
                  <a:lnTo>
                    <a:pt x="6536" y="2974"/>
                  </a:lnTo>
                  <a:lnTo>
                    <a:pt x="7126" y="2974"/>
                  </a:lnTo>
                  <a:lnTo>
                    <a:pt x="7126" y="1202"/>
                  </a:lnTo>
                  <a:lnTo>
                    <a:pt x="6536" y="1202"/>
                  </a:lnTo>
                  <a:lnTo>
                    <a:pt x="6536" y="1792"/>
                  </a:lnTo>
                  <a:lnTo>
                    <a:pt x="5945" y="1792"/>
                  </a:lnTo>
                  <a:lnTo>
                    <a:pt x="5945"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 name="Google Shape;556;p48"/>
          <p:cNvGrpSpPr/>
          <p:nvPr/>
        </p:nvGrpSpPr>
        <p:grpSpPr>
          <a:xfrm>
            <a:off x="4435760" y="1459894"/>
            <a:ext cx="272011" cy="240117"/>
            <a:chOff x="6416139" y="2195758"/>
            <a:chExt cx="380381" cy="335782"/>
          </a:xfrm>
        </p:grpSpPr>
        <p:sp>
          <p:nvSpPr>
            <p:cNvPr id="557" name="Google Shape;557;p48"/>
            <p:cNvSpPr/>
            <p:nvPr/>
          </p:nvSpPr>
          <p:spPr>
            <a:xfrm>
              <a:off x="6416139" y="2195758"/>
              <a:ext cx="380381" cy="335782"/>
            </a:xfrm>
            <a:custGeom>
              <a:rect b="b" l="l" r="r" t="t"/>
              <a:pathLst>
                <a:path extrusionOk="0" h="8899" w="10081">
                  <a:moveTo>
                    <a:pt x="9490" y="591"/>
                  </a:moveTo>
                  <a:lnTo>
                    <a:pt x="9490" y="5946"/>
                  </a:lnTo>
                  <a:lnTo>
                    <a:pt x="591" y="5946"/>
                  </a:lnTo>
                  <a:lnTo>
                    <a:pt x="591" y="591"/>
                  </a:lnTo>
                  <a:close/>
                  <a:moveTo>
                    <a:pt x="9490" y="6537"/>
                  </a:moveTo>
                  <a:lnTo>
                    <a:pt x="9490" y="7128"/>
                  </a:lnTo>
                  <a:lnTo>
                    <a:pt x="591" y="7128"/>
                  </a:lnTo>
                  <a:lnTo>
                    <a:pt x="591" y="6537"/>
                  </a:lnTo>
                  <a:close/>
                  <a:moveTo>
                    <a:pt x="5631" y="7719"/>
                  </a:moveTo>
                  <a:lnTo>
                    <a:pt x="5631" y="8308"/>
                  </a:lnTo>
                  <a:lnTo>
                    <a:pt x="4450" y="8308"/>
                  </a:lnTo>
                  <a:lnTo>
                    <a:pt x="4450" y="7719"/>
                  </a:lnTo>
                  <a:close/>
                  <a:moveTo>
                    <a:pt x="1" y="0"/>
                  </a:moveTo>
                  <a:lnTo>
                    <a:pt x="1" y="7719"/>
                  </a:lnTo>
                  <a:lnTo>
                    <a:pt x="3859" y="7719"/>
                  </a:lnTo>
                  <a:lnTo>
                    <a:pt x="3859" y="8308"/>
                  </a:lnTo>
                  <a:lnTo>
                    <a:pt x="1182" y="8308"/>
                  </a:lnTo>
                  <a:lnTo>
                    <a:pt x="1182" y="8899"/>
                  </a:lnTo>
                  <a:lnTo>
                    <a:pt x="8899" y="8899"/>
                  </a:lnTo>
                  <a:lnTo>
                    <a:pt x="8899" y="8308"/>
                  </a:lnTo>
                  <a:lnTo>
                    <a:pt x="6222" y="8308"/>
                  </a:lnTo>
                  <a:lnTo>
                    <a:pt x="6222" y="7719"/>
                  </a:lnTo>
                  <a:lnTo>
                    <a:pt x="10080" y="7719"/>
                  </a:lnTo>
                  <a:lnTo>
                    <a:pt x="10080"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8"/>
            <p:cNvSpPr/>
            <p:nvPr/>
          </p:nvSpPr>
          <p:spPr>
            <a:xfrm>
              <a:off x="6549863" y="2240320"/>
              <a:ext cx="112971" cy="157533"/>
            </a:xfrm>
            <a:custGeom>
              <a:rect b="b" l="l" r="r" t="t"/>
              <a:pathLst>
                <a:path extrusionOk="0" h="4175" w="2994">
                  <a:moveTo>
                    <a:pt x="1496" y="592"/>
                  </a:moveTo>
                  <a:cubicBezTo>
                    <a:pt x="1822" y="592"/>
                    <a:pt x="2087" y="856"/>
                    <a:pt x="2087" y="1182"/>
                  </a:cubicBezTo>
                  <a:cubicBezTo>
                    <a:pt x="2087" y="1508"/>
                    <a:pt x="1822" y="1773"/>
                    <a:pt x="1496" y="1773"/>
                  </a:cubicBezTo>
                  <a:cubicBezTo>
                    <a:pt x="1172" y="1773"/>
                    <a:pt x="906" y="1508"/>
                    <a:pt x="906" y="1182"/>
                  </a:cubicBezTo>
                  <a:cubicBezTo>
                    <a:pt x="906" y="856"/>
                    <a:pt x="1172" y="592"/>
                    <a:pt x="1496" y="592"/>
                  </a:cubicBezTo>
                  <a:close/>
                  <a:moveTo>
                    <a:pt x="1496" y="2364"/>
                  </a:moveTo>
                  <a:cubicBezTo>
                    <a:pt x="1996" y="2364"/>
                    <a:pt x="2403" y="2770"/>
                    <a:pt x="2403" y="3269"/>
                  </a:cubicBezTo>
                  <a:lnTo>
                    <a:pt x="2403" y="3584"/>
                  </a:lnTo>
                  <a:lnTo>
                    <a:pt x="591" y="3584"/>
                  </a:lnTo>
                  <a:lnTo>
                    <a:pt x="591" y="3269"/>
                  </a:lnTo>
                  <a:cubicBezTo>
                    <a:pt x="591" y="2770"/>
                    <a:pt x="998" y="2364"/>
                    <a:pt x="1496" y="2364"/>
                  </a:cubicBezTo>
                  <a:close/>
                  <a:moveTo>
                    <a:pt x="1496" y="1"/>
                  </a:moveTo>
                  <a:cubicBezTo>
                    <a:pt x="846" y="1"/>
                    <a:pt x="316" y="531"/>
                    <a:pt x="316" y="1182"/>
                  </a:cubicBezTo>
                  <a:cubicBezTo>
                    <a:pt x="316" y="1511"/>
                    <a:pt x="451" y="1809"/>
                    <a:pt x="668" y="2024"/>
                  </a:cubicBezTo>
                  <a:cubicBezTo>
                    <a:pt x="267" y="2292"/>
                    <a:pt x="1" y="2750"/>
                    <a:pt x="1" y="3269"/>
                  </a:cubicBezTo>
                  <a:lnTo>
                    <a:pt x="1" y="4175"/>
                  </a:lnTo>
                  <a:lnTo>
                    <a:pt x="2993" y="4175"/>
                  </a:lnTo>
                  <a:lnTo>
                    <a:pt x="2993" y="3269"/>
                  </a:lnTo>
                  <a:cubicBezTo>
                    <a:pt x="2993" y="2750"/>
                    <a:pt x="2727" y="2292"/>
                    <a:pt x="2325" y="2024"/>
                  </a:cubicBezTo>
                  <a:cubicBezTo>
                    <a:pt x="2543" y="1809"/>
                    <a:pt x="2678" y="1511"/>
                    <a:pt x="2678" y="1182"/>
                  </a:cubicBezTo>
                  <a:cubicBezTo>
                    <a:pt x="2678" y="531"/>
                    <a:pt x="2148" y="1"/>
                    <a:pt x="1496"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8"/>
            <p:cNvSpPr/>
            <p:nvPr/>
          </p:nvSpPr>
          <p:spPr>
            <a:xfrm>
              <a:off x="6460701" y="2375554"/>
              <a:ext cx="22338" cy="22300"/>
            </a:xfrm>
            <a:custGeom>
              <a:rect b="b" l="l" r="r" t="t"/>
              <a:pathLst>
                <a:path extrusionOk="0" h="591" w="592">
                  <a:moveTo>
                    <a:pt x="1" y="0"/>
                  </a:moveTo>
                  <a:lnTo>
                    <a:pt x="1" y="591"/>
                  </a:lnTo>
                  <a:lnTo>
                    <a:pt x="592" y="591"/>
                  </a:lnTo>
                  <a:lnTo>
                    <a:pt x="592"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8"/>
            <p:cNvSpPr/>
            <p:nvPr/>
          </p:nvSpPr>
          <p:spPr>
            <a:xfrm>
              <a:off x="6505301" y="2375554"/>
              <a:ext cx="22338" cy="22300"/>
            </a:xfrm>
            <a:custGeom>
              <a:rect b="b" l="l" r="r" t="t"/>
              <a:pathLst>
                <a:path extrusionOk="0" h="591" w="592">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8"/>
            <p:cNvSpPr/>
            <p:nvPr/>
          </p:nvSpPr>
          <p:spPr>
            <a:xfrm>
              <a:off x="6460701" y="2330954"/>
              <a:ext cx="22338" cy="22338"/>
            </a:xfrm>
            <a:custGeom>
              <a:rect b="b" l="l" r="r" t="t"/>
              <a:pathLst>
                <a:path extrusionOk="0" h="592" w="592">
                  <a:moveTo>
                    <a:pt x="1" y="1"/>
                  </a:moveTo>
                  <a:lnTo>
                    <a:pt x="1" y="591"/>
                  </a:lnTo>
                  <a:lnTo>
                    <a:pt x="592" y="591"/>
                  </a:lnTo>
                  <a:lnTo>
                    <a:pt x="592"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8"/>
            <p:cNvSpPr/>
            <p:nvPr/>
          </p:nvSpPr>
          <p:spPr>
            <a:xfrm>
              <a:off x="6505301" y="2330954"/>
              <a:ext cx="22338" cy="22338"/>
            </a:xfrm>
            <a:custGeom>
              <a:rect b="b" l="l" r="r" t="t"/>
              <a:pathLst>
                <a:path extrusionOk="0" h="592" w="592">
                  <a:moveTo>
                    <a:pt x="0" y="1"/>
                  </a:moveTo>
                  <a:lnTo>
                    <a:pt x="0" y="591"/>
                  </a:lnTo>
                  <a:lnTo>
                    <a:pt x="591" y="591"/>
                  </a:lnTo>
                  <a:lnTo>
                    <a:pt x="591"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8"/>
            <p:cNvSpPr/>
            <p:nvPr/>
          </p:nvSpPr>
          <p:spPr>
            <a:xfrm>
              <a:off x="6460701" y="2286392"/>
              <a:ext cx="22338" cy="22300"/>
            </a:xfrm>
            <a:custGeom>
              <a:rect b="b" l="l" r="r" t="t"/>
              <a:pathLst>
                <a:path extrusionOk="0" h="591" w="592">
                  <a:moveTo>
                    <a:pt x="1" y="0"/>
                  </a:moveTo>
                  <a:lnTo>
                    <a:pt x="1" y="591"/>
                  </a:lnTo>
                  <a:lnTo>
                    <a:pt x="592" y="591"/>
                  </a:lnTo>
                  <a:lnTo>
                    <a:pt x="592"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8"/>
            <p:cNvSpPr/>
            <p:nvPr/>
          </p:nvSpPr>
          <p:spPr>
            <a:xfrm>
              <a:off x="6505301" y="2286392"/>
              <a:ext cx="22338" cy="22300"/>
            </a:xfrm>
            <a:custGeom>
              <a:rect b="b" l="l" r="r" t="t"/>
              <a:pathLst>
                <a:path extrusionOk="0" h="591" w="592">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8"/>
            <p:cNvSpPr/>
            <p:nvPr/>
          </p:nvSpPr>
          <p:spPr>
            <a:xfrm>
              <a:off x="6460701" y="2241830"/>
              <a:ext cx="22338" cy="22300"/>
            </a:xfrm>
            <a:custGeom>
              <a:rect b="b" l="l" r="r" t="t"/>
              <a:pathLst>
                <a:path extrusionOk="0" h="591" w="592">
                  <a:moveTo>
                    <a:pt x="1" y="1"/>
                  </a:moveTo>
                  <a:lnTo>
                    <a:pt x="1" y="591"/>
                  </a:lnTo>
                  <a:lnTo>
                    <a:pt x="592" y="591"/>
                  </a:lnTo>
                  <a:lnTo>
                    <a:pt x="592"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8"/>
            <p:cNvSpPr/>
            <p:nvPr/>
          </p:nvSpPr>
          <p:spPr>
            <a:xfrm>
              <a:off x="6505301" y="2241830"/>
              <a:ext cx="22338" cy="22300"/>
            </a:xfrm>
            <a:custGeom>
              <a:rect b="b" l="l" r="r" t="t"/>
              <a:pathLst>
                <a:path extrusionOk="0" h="591" w="592">
                  <a:moveTo>
                    <a:pt x="0" y="1"/>
                  </a:moveTo>
                  <a:lnTo>
                    <a:pt x="0" y="591"/>
                  </a:lnTo>
                  <a:lnTo>
                    <a:pt x="591" y="591"/>
                  </a:lnTo>
                  <a:lnTo>
                    <a:pt x="591"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8"/>
            <p:cNvSpPr/>
            <p:nvPr/>
          </p:nvSpPr>
          <p:spPr>
            <a:xfrm>
              <a:off x="6685059" y="2375554"/>
              <a:ext cx="22338" cy="22300"/>
            </a:xfrm>
            <a:custGeom>
              <a:rect b="b" l="l" r="r" t="t"/>
              <a:pathLst>
                <a:path extrusionOk="0" h="591" w="592">
                  <a:moveTo>
                    <a:pt x="1" y="0"/>
                  </a:moveTo>
                  <a:lnTo>
                    <a:pt x="1" y="591"/>
                  </a:lnTo>
                  <a:lnTo>
                    <a:pt x="592" y="591"/>
                  </a:lnTo>
                  <a:lnTo>
                    <a:pt x="592"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8"/>
            <p:cNvSpPr/>
            <p:nvPr/>
          </p:nvSpPr>
          <p:spPr>
            <a:xfrm>
              <a:off x="6729621" y="2375554"/>
              <a:ext cx="22338" cy="22300"/>
            </a:xfrm>
            <a:custGeom>
              <a:rect b="b" l="l" r="r" t="t"/>
              <a:pathLst>
                <a:path extrusionOk="0" h="591" w="592">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8"/>
            <p:cNvSpPr/>
            <p:nvPr/>
          </p:nvSpPr>
          <p:spPr>
            <a:xfrm>
              <a:off x="6685059" y="2330954"/>
              <a:ext cx="22338" cy="22338"/>
            </a:xfrm>
            <a:custGeom>
              <a:rect b="b" l="l" r="r" t="t"/>
              <a:pathLst>
                <a:path extrusionOk="0" h="592" w="592">
                  <a:moveTo>
                    <a:pt x="1" y="1"/>
                  </a:moveTo>
                  <a:lnTo>
                    <a:pt x="1" y="591"/>
                  </a:lnTo>
                  <a:lnTo>
                    <a:pt x="592" y="591"/>
                  </a:lnTo>
                  <a:lnTo>
                    <a:pt x="592"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8"/>
            <p:cNvSpPr/>
            <p:nvPr/>
          </p:nvSpPr>
          <p:spPr>
            <a:xfrm>
              <a:off x="6729621" y="2330954"/>
              <a:ext cx="22338" cy="22338"/>
            </a:xfrm>
            <a:custGeom>
              <a:rect b="b" l="l" r="r" t="t"/>
              <a:pathLst>
                <a:path extrusionOk="0" h="592" w="592">
                  <a:moveTo>
                    <a:pt x="0" y="1"/>
                  </a:moveTo>
                  <a:lnTo>
                    <a:pt x="0" y="591"/>
                  </a:lnTo>
                  <a:lnTo>
                    <a:pt x="591" y="591"/>
                  </a:lnTo>
                  <a:lnTo>
                    <a:pt x="591"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8"/>
            <p:cNvSpPr/>
            <p:nvPr/>
          </p:nvSpPr>
          <p:spPr>
            <a:xfrm>
              <a:off x="6685059" y="2286392"/>
              <a:ext cx="22338" cy="22300"/>
            </a:xfrm>
            <a:custGeom>
              <a:rect b="b" l="l" r="r" t="t"/>
              <a:pathLst>
                <a:path extrusionOk="0" h="591" w="592">
                  <a:moveTo>
                    <a:pt x="1" y="0"/>
                  </a:moveTo>
                  <a:lnTo>
                    <a:pt x="1" y="591"/>
                  </a:lnTo>
                  <a:lnTo>
                    <a:pt x="592" y="591"/>
                  </a:lnTo>
                  <a:lnTo>
                    <a:pt x="592"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8"/>
            <p:cNvSpPr/>
            <p:nvPr/>
          </p:nvSpPr>
          <p:spPr>
            <a:xfrm>
              <a:off x="6729621" y="2286392"/>
              <a:ext cx="22338" cy="22300"/>
            </a:xfrm>
            <a:custGeom>
              <a:rect b="b" l="l" r="r" t="t"/>
              <a:pathLst>
                <a:path extrusionOk="0" h="591" w="592">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8"/>
            <p:cNvSpPr/>
            <p:nvPr/>
          </p:nvSpPr>
          <p:spPr>
            <a:xfrm>
              <a:off x="6685059" y="2241830"/>
              <a:ext cx="22338" cy="22300"/>
            </a:xfrm>
            <a:custGeom>
              <a:rect b="b" l="l" r="r" t="t"/>
              <a:pathLst>
                <a:path extrusionOk="0" h="591" w="592">
                  <a:moveTo>
                    <a:pt x="1" y="1"/>
                  </a:moveTo>
                  <a:lnTo>
                    <a:pt x="1" y="591"/>
                  </a:lnTo>
                  <a:lnTo>
                    <a:pt x="592" y="591"/>
                  </a:lnTo>
                  <a:lnTo>
                    <a:pt x="592"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8"/>
            <p:cNvSpPr/>
            <p:nvPr/>
          </p:nvSpPr>
          <p:spPr>
            <a:xfrm>
              <a:off x="6729621" y="2241830"/>
              <a:ext cx="22338" cy="22300"/>
            </a:xfrm>
            <a:custGeom>
              <a:rect b="b" l="l" r="r" t="t"/>
              <a:pathLst>
                <a:path extrusionOk="0" h="591" w="592">
                  <a:moveTo>
                    <a:pt x="0" y="1"/>
                  </a:moveTo>
                  <a:lnTo>
                    <a:pt x="0" y="591"/>
                  </a:lnTo>
                  <a:lnTo>
                    <a:pt x="591" y="591"/>
                  </a:lnTo>
                  <a:lnTo>
                    <a:pt x="591"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 name="Google Shape;575;p48"/>
          <p:cNvGrpSpPr/>
          <p:nvPr/>
        </p:nvGrpSpPr>
        <p:grpSpPr>
          <a:xfrm>
            <a:off x="6903194" y="3143039"/>
            <a:ext cx="272315" cy="240386"/>
            <a:chOff x="7229879" y="2797366"/>
            <a:chExt cx="380381" cy="335782"/>
          </a:xfrm>
        </p:grpSpPr>
        <p:sp>
          <p:nvSpPr>
            <p:cNvPr id="576" name="Google Shape;576;p48"/>
            <p:cNvSpPr/>
            <p:nvPr/>
          </p:nvSpPr>
          <p:spPr>
            <a:xfrm>
              <a:off x="7229879" y="2797366"/>
              <a:ext cx="380381" cy="335782"/>
            </a:xfrm>
            <a:custGeom>
              <a:rect b="b" l="l" r="r" t="t"/>
              <a:pathLst>
                <a:path extrusionOk="0" h="8899" w="10081">
                  <a:moveTo>
                    <a:pt x="9489" y="591"/>
                  </a:moveTo>
                  <a:lnTo>
                    <a:pt x="9489" y="5946"/>
                  </a:lnTo>
                  <a:lnTo>
                    <a:pt x="592" y="5946"/>
                  </a:lnTo>
                  <a:lnTo>
                    <a:pt x="592" y="591"/>
                  </a:lnTo>
                  <a:close/>
                  <a:moveTo>
                    <a:pt x="9489" y="6537"/>
                  </a:moveTo>
                  <a:lnTo>
                    <a:pt x="9489" y="7126"/>
                  </a:lnTo>
                  <a:lnTo>
                    <a:pt x="592" y="7126"/>
                  </a:lnTo>
                  <a:lnTo>
                    <a:pt x="592" y="6537"/>
                  </a:lnTo>
                  <a:close/>
                  <a:moveTo>
                    <a:pt x="5631" y="7717"/>
                  </a:moveTo>
                  <a:lnTo>
                    <a:pt x="5631" y="8308"/>
                  </a:lnTo>
                  <a:lnTo>
                    <a:pt x="4451" y="8308"/>
                  </a:lnTo>
                  <a:lnTo>
                    <a:pt x="4451" y="7717"/>
                  </a:lnTo>
                  <a:close/>
                  <a:moveTo>
                    <a:pt x="0" y="0"/>
                  </a:moveTo>
                  <a:lnTo>
                    <a:pt x="0" y="7717"/>
                  </a:lnTo>
                  <a:lnTo>
                    <a:pt x="3859" y="7717"/>
                  </a:lnTo>
                  <a:lnTo>
                    <a:pt x="3859" y="8308"/>
                  </a:lnTo>
                  <a:lnTo>
                    <a:pt x="1182" y="8308"/>
                  </a:lnTo>
                  <a:lnTo>
                    <a:pt x="1182" y="8899"/>
                  </a:lnTo>
                  <a:lnTo>
                    <a:pt x="8899" y="8899"/>
                  </a:lnTo>
                  <a:lnTo>
                    <a:pt x="8899" y="8308"/>
                  </a:lnTo>
                  <a:lnTo>
                    <a:pt x="6222" y="8308"/>
                  </a:lnTo>
                  <a:lnTo>
                    <a:pt x="6222" y="7717"/>
                  </a:lnTo>
                  <a:lnTo>
                    <a:pt x="10080" y="7717"/>
                  </a:lnTo>
                  <a:lnTo>
                    <a:pt x="10080"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8"/>
            <p:cNvSpPr/>
            <p:nvPr/>
          </p:nvSpPr>
          <p:spPr>
            <a:xfrm>
              <a:off x="7274441" y="2843399"/>
              <a:ext cx="291257" cy="156062"/>
            </a:xfrm>
            <a:custGeom>
              <a:rect b="b" l="l" r="r" t="t"/>
              <a:pathLst>
                <a:path extrusionOk="0" h="4136" w="7719">
                  <a:moveTo>
                    <a:pt x="887" y="591"/>
                  </a:moveTo>
                  <a:cubicBezTo>
                    <a:pt x="1050" y="591"/>
                    <a:pt x="1182" y="724"/>
                    <a:pt x="1182" y="887"/>
                  </a:cubicBezTo>
                  <a:cubicBezTo>
                    <a:pt x="1182" y="1050"/>
                    <a:pt x="1050" y="1182"/>
                    <a:pt x="887" y="1182"/>
                  </a:cubicBezTo>
                  <a:cubicBezTo>
                    <a:pt x="724" y="1182"/>
                    <a:pt x="591" y="1050"/>
                    <a:pt x="591" y="887"/>
                  </a:cubicBezTo>
                  <a:cubicBezTo>
                    <a:pt x="591" y="724"/>
                    <a:pt x="724" y="591"/>
                    <a:pt x="887" y="591"/>
                  </a:cubicBezTo>
                  <a:close/>
                  <a:moveTo>
                    <a:pt x="6833" y="591"/>
                  </a:moveTo>
                  <a:cubicBezTo>
                    <a:pt x="6995" y="591"/>
                    <a:pt x="7128" y="724"/>
                    <a:pt x="7128" y="887"/>
                  </a:cubicBezTo>
                  <a:cubicBezTo>
                    <a:pt x="7128" y="1050"/>
                    <a:pt x="6995" y="1182"/>
                    <a:pt x="6833" y="1182"/>
                  </a:cubicBezTo>
                  <a:cubicBezTo>
                    <a:pt x="6669" y="1182"/>
                    <a:pt x="6537" y="1050"/>
                    <a:pt x="6537" y="887"/>
                  </a:cubicBezTo>
                  <a:cubicBezTo>
                    <a:pt x="6537" y="724"/>
                    <a:pt x="6669" y="591"/>
                    <a:pt x="6833" y="591"/>
                  </a:cubicBezTo>
                  <a:close/>
                  <a:moveTo>
                    <a:pt x="887" y="2954"/>
                  </a:moveTo>
                  <a:cubicBezTo>
                    <a:pt x="1050" y="2954"/>
                    <a:pt x="1182" y="3086"/>
                    <a:pt x="1182" y="3249"/>
                  </a:cubicBezTo>
                  <a:cubicBezTo>
                    <a:pt x="1182" y="3412"/>
                    <a:pt x="1050" y="3545"/>
                    <a:pt x="887" y="3545"/>
                  </a:cubicBezTo>
                  <a:cubicBezTo>
                    <a:pt x="724" y="3545"/>
                    <a:pt x="591" y="3412"/>
                    <a:pt x="591" y="3249"/>
                  </a:cubicBezTo>
                  <a:cubicBezTo>
                    <a:pt x="591" y="3086"/>
                    <a:pt x="724" y="2954"/>
                    <a:pt x="887" y="2954"/>
                  </a:cubicBezTo>
                  <a:close/>
                  <a:moveTo>
                    <a:pt x="6833" y="2954"/>
                  </a:moveTo>
                  <a:cubicBezTo>
                    <a:pt x="6995" y="2954"/>
                    <a:pt x="7128" y="3087"/>
                    <a:pt x="7128" y="3249"/>
                  </a:cubicBezTo>
                  <a:cubicBezTo>
                    <a:pt x="7128" y="3412"/>
                    <a:pt x="6995" y="3545"/>
                    <a:pt x="6833" y="3545"/>
                  </a:cubicBezTo>
                  <a:cubicBezTo>
                    <a:pt x="6669" y="3545"/>
                    <a:pt x="6537" y="3412"/>
                    <a:pt x="6537" y="3249"/>
                  </a:cubicBezTo>
                  <a:cubicBezTo>
                    <a:pt x="6537" y="3087"/>
                    <a:pt x="6669" y="2954"/>
                    <a:pt x="6833" y="2954"/>
                  </a:cubicBezTo>
                  <a:close/>
                  <a:moveTo>
                    <a:pt x="887" y="1"/>
                  </a:moveTo>
                  <a:cubicBezTo>
                    <a:pt x="398" y="1"/>
                    <a:pt x="1" y="398"/>
                    <a:pt x="1" y="887"/>
                  </a:cubicBezTo>
                  <a:cubicBezTo>
                    <a:pt x="1" y="1375"/>
                    <a:pt x="398" y="1773"/>
                    <a:pt x="887" y="1773"/>
                  </a:cubicBezTo>
                  <a:cubicBezTo>
                    <a:pt x="1272" y="1773"/>
                    <a:pt x="1600" y="1526"/>
                    <a:pt x="1722" y="1182"/>
                  </a:cubicBezTo>
                  <a:lnTo>
                    <a:pt x="2364" y="1182"/>
                  </a:lnTo>
                  <a:lnTo>
                    <a:pt x="2364" y="2954"/>
                  </a:lnTo>
                  <a:lnTo>
                    <a:pt x="1722" y="2954"/>
                  </a:lnTo>
                  <a:cubicBezTo>
                    <a:pt x="1600" y="2610"/>
                    <a:pt x="1272" y="2363"/>
                    <a:pt x="887" y="2363"/>
                  </a:cubicBezTo>
                  <a:cubicBezTo>
                    <a:pt x="398" y="2363"/>
                    <a:pt x="1" y="2761"/>
                    <a:pt x="1" y="3249"/>
                  </a:cubicBezTo>
                  <a:cubicBezTo>
                    <a:pt x="1" y="3738"/>
                    <a:pt x="398" y="4135"/>
                    <a:pt x="887" y="4135"/>
                  </a:cubicBezTo>
                  <a:cubicBezTo>
                    <a:pt x="1272" y="4135"/>
                    <a:pt x="1600" y="3889"/>
                    <a:pt x="1722" y="3545"/>
                  </a:cubicBezTo>
                  <a:lnTo>
                    <a:pt x="2954" y="3545"/>
                  </a:lnTo>
                  <a:lnTo>
                    <a:pt x="2954" y="2363"/>
                  </a:lnTo>
                  <a:lnTo>
                    <a:pt x="4765" y="2363"/>
                  </a:lnTo>
                  <a:lnTo>
                    <a:pt x="4765" y="3545"/>
                  </a:lnTo>
                  <a:lnTo>
                    <a:pt x="5997" y="3545"/>
                  </a:lnTo>
                  <a:cubicBezTo>
                    <a:pt x="6120" y="3889"/>
                    <a:pt x="6448" y="4135"/>
                    <a:pt x="6833" y="4135"/>
                  </a:cubicBezTo>
                  <a:cubicBezTo>
                    <a:pt x="7321" y="4135"/>
                    <a:pt x="7719" y="3738"/>
                    <a:pt x="7719" y="3249"/>
                  </a:cubicBezTo>
                  <a:cubicBezTo>
                    <a:pt x="7719" y="2761"/>
                    <a:pt x="7321" y="2363"/>
                    <a:pt x="6833" y="2363"/>
                  </a:cubicBezTo>
                  <a:cubicBezTo>
                    <a:pt x="6448" y="2363"/>
                    <a:pt x="6120" y="2610"/>
                    <a:pt x="5997" y="2954"/>
                  </a:cubicBezTo>
                  <a:lnTo>
                    <a:pt x="5356" y="2954"/>
                  </a:lnTo>
                  <a:lnTo>
                    <a:pt x="5356" y="1182"/>
                  </a:lnTo>
                  <a:lnTo>
                    <a:pt x="5997" y="1182"/>
                  </a:lnTo>
                  <a:cubicBezTo>
                    <a:pt x="6120" y="1526"/>
                    <a:pt x="6448" y="1773"/>
                    <a:pt x="6833" y="1773"/>
                  </a:cubicBezTo>
                  <a:cubicBezTo>
                    <a:pt x="7321" y="1773"/>
                    <a:pt x="7719" y="1375"/>
                    <a:pt x="7719" y="887"/>
                  </a:cubicBezTo>
                  <a:cubicBezTo>
                    <a:pt x="7719" y="398"/>
                    <a:pt x="7321" y="1"/>
                    <a:pt x="6833" y="1"/>
                  </a:cubicBezTo>
                  <a:cubicBezTo>
                    <a:pt x="6448" y="1"/>
                    <a:pt x="6120" y="247"/>
                    <a:pt x="5997" y="591"/>
                  </a:cubicBezTo>
                  <a:lnTo>
                    <a:pt x="4765" y="591"/>
                  </a:lnTo>
                  <a:lnTo>
                    <a:pt x="4765" y="1773"/>
                  </a:lnTo>
                  <a:lnTo>
                    <a:pt x="2954" y="1773"/>
                  </a:lnTo>
                  <a:lnTo>
                    <a:pt x="2954" y="591"/>
                  </a:lnTo>
                  <a:lnTo>
                    <a:pt x="1722" y="591"/>
                  </a:lnTo>
                  <a:cubicBezTo>
                    <a:pt x="1600" y="247"/>
                    <a:pt x="1272" y="1"/>
                    <a:pt x="887"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 name="Google Shape;578;p48"/>
          <p:cNvGrpSpPr/>
          <p:nvPr/>
        </p:nvGrpSpPr>
        <p:grpSpPr>
          <a:xfrm>
            <a:off x="1966170" y="3142946"/>
            <a:ext cx="272087" cy="240185"/>
            <a:chOff x="1533702" y="2797366"/>
            <a:chExt cx="380381" cy="335782"/>
          </a:xfrm>
        </p:grpSpPr>
        <p:sp>
          <p:nvSpPr>
            <p:cNvPr id="579" name="Google Shape;579;p48"/>
            <p:cNvSpPr/>
            <p:nvPr/>
          </p:nvSpPr>
          <p:spPr>
            <a:xfrm>
              <a:off x="1533702" y="2797366"/>
              <a:ext cx="380381" cy="335782"/>
            </a:xfrm>
            <a:custGeom>
              <a:rect b="b" l="l" r="r" t="t"/>
              <a:pathLst>
                <a:path extrusionOk="0" h="8899" w="10081">
                  <a:moveTo>
                    <a:pt x="9490" y="591"/>
                  </a:moveTo>
                  <a:lnTo>
                    <a:pt x="9490" y="2363"/>
                  </a:lnTo>
                  <a:lnTo>
                    <a:pt x="592" y="2363"/>
                  </a:lnTo>
                  <a:lnTo>
                    <a:pt x="592" y="591"/>
                  </a:lnTo>
                  <a:close/>
                  <a:moveTo>
                    <a:pt x="9490" y="2954"/>
                  </a:moveTo>
                  <a:lnTo>
                    <a:pt x="9490" y="8308"/>
                  </a:lnTo>
                  <a:lnTo>
                    <a:pt x="592" y="8308"/>
                  </a:lnTo>
                  <a:lnTo>
                    <a:pt x="592" y="2954"/>
                  </a:lnTo>
                  <a:close/>
                  <a:moveTo>
                    <a:pt x="1" y="0"/>
                  </a:moveTo>
                  <a:lnTo>
                    <a:pt x="1" y="8899"/>
                  </a:lnTo>
                  <a:lnTo>
                    <a:pt x="10081" y="8899"/>
                  </a:lnTo>
                  <a:lnTo>
                    <a:pt x="1008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8"/>
            <p:cNvSpPr/>
            <p:nvPr/>
          </p:nvSpPr>
          <p:spPr>
            <a:xfrm>
              <a:off x="1678595" y="2975652"/>
              <a:ext cx="22338" cy="22300"/>
            </a:xfrm>
            <a:custGeom>
              <a:rect b="b" l="l" r="r" t="t"/>
              <a:pathLst>
                <a:path extrusionOk="0" h="591" w="592">
                  <a:moveTo>
                    <a:pt x="1" y="1"/>
                  </a:moveTo>
                  <a:lnTo>
                    <a:pt x="1" y="590"/>
                  </a:lnTo>
                  <a:lnTo>
                    <a:pt x="591" y="590"/>
                  </a:lnTo>
                  <a:lnTo>
                    <a:pt x="591"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8"/>
            <p:cNvSpPr/>
            <p:nvPr/>
          </p:nvSpPr>
          <p:spPr>
            <a:xfrm>
              <a:off x="1746928" y="2975652"/>
              <a:ext cx="22338" cy="22300"/>
            </a:xfrm>
            <a:custGeom>
              <a:rect b="b" l="l" r="r" t="t"/>
              <a:pathLst>
                <a:path extrusionOk="0" h="591" w="592">
                  <a:moveTo>
                    <a:pt x="1" y="1"/>
                  </a:moveTo>
                  <a:lnTo>
                    <a:pt x="1" y="590"/>
                  </a:lnTo>
                  <a:lnTo>
                    <a:pt x="591" y="590"/>
                  </a:lnTo>
                  <a:lnTo>
                    <a:pt x="591"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8"/>
            <p:cNvSpPr/>
            <p:nvPr/>
          </p:nvSpPr>
          <p:spPr>
            <a:xfrm>
              <a:off x="1678595" y="3020214"/>
              <a:ext cx="90671" cy="22300"/>
            </a:xfrm>
            <a:custGeom>
              <a:rect b="b" l="l" r="r" t="t"/>
              <a:pathLst>
                <a:path extrusionOk="0" h="591" w="2403">
                  <a:moveTo>
                    <a:pt x="1" y="0"/>
                  </a:moveTo>
                  <a:lnTo>
                    <a:pt x="1" y="591"/>
                  </a:lnTo>
                  <a:lnTo>
                    <a:pt x="2402" y="591"/>
                  </a:lnTo>
                  <a:lnTo>
                    <a:pt x="2402"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8"/>
            <p:cNvSpPr/>
            <p:nvPr/>
          </p:nvSpPr>
          <p:spPr>
            <a:xfrm>
              <a:off x="1589433" y="2931090"/>
              <a:ext cx="268957" cy="157495"/>
            </a:xfrm>
            <a:custGeom>
              <a:rect b="b" l="l" r="r" t="t"/>
              <a:pathLst>
                <a:path extrusionOk="0" h="4174" w="7128">
                  <a:moveTo>
                    <a:pt x="5355" y="591"/>
                  </a:moveTo>
                  <a:lnTo>
                    <a:pt x="5355" y="3582"/>
                  </a:lnTo>
                  <a:lnTo>
                    <a:pt x="1773" y="3582"/>
                  </a:lnTo>
                  <a:lnTo>
                    <a:pt x="1773" y="591"/>
                  </a:lnTo>
                  <a:close/>
                  <a:moveTo>
                    <a:pt x="1182" y="0"/>
                  </a:moveTo>
                  <a:lnTo>
                    <a:pt x="1182" y="1791"/>
                  </a:lnTo>
                  <a:lnTo>
                    <a:pt x="591" y="1791"/>
                  </a:lnTo>
                  <a:lnTo>
                    <a:pt x="591" y="1201"/>
                  </a:lnTo>
                  <a:lnTo>
                    <a:pt x="1" y="1201"/>
                  </a:lnTo>
                  <a:lnTo>
                    <a:pt x="1" y="2973"/>
                  </a:lnTo>
                  <a:lnTo>
                    <a:pt x="591" y="2973"/>
                  </a:lnTo>
                  <a:lnTo>
                    <a:pt x="591" y="2382"/>
                  </a:lnTo>
                  <a:lnTo>
                    <a:pt x="1182" y="2382"/>
                  </a:lnTo>
                  <a:lnTo>
                    <a:pt x="1182" y="4173"/>
                  </a:lnTo>
                  <a:lnTo>
                    <a:pt x="5946" y="4173"/>
                  </a:lnTo>
                  <a:lnTo>
                    <a:pt x="5946" y="2382"/>
                  </a:lnTo>
                  <a:lnTo>
                    <a:pt x="6536" y="2382"/>
                  </a:lnTo>
                  <a:lnTo>
                    <a:pt x="6536" y="2973"/>
                  </a:lnTo>
                  <a:lnTo>
                    <a:pt x="7127" y="2973"/>
                  </a:lnTo>
                  <a:lnTo>
                    <a:pt x="7127" y="1201"/>
                  </a:lnTo>
                  <a:lnTo>
                    <a:pt x="6536" y="1201"/>
                  </a:lnTo>
                  <a:lnTo>
                    <a:pt x="6536" y="1791"/>
                  </a:lnTo>
                  <a:lnTo>
                    <a:pt x="5946" y="1791"/>
                  </a:lnTo>
                  <a:lnTo>
                    <a:pt x="5946"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8"/>
            <p:cNvSpPr/>
            <p:nvPr/>
          </p:nvSpPr>
          <p:spPr>
            <a:xfrm>
              <a:off x="1578302" y="2841928"/>
              <a:ext cx="22338" cy="22338"/>
            </a:xfrm>
            <a:custGeom>
              <a:rect b="b" l="l" r="r" t="t"/>
              <a:pathLst>
                <a:path extrusionOk="0" h="592" w="592">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8"/>
            <p:cNvSpPr/>
            <p:nvPr/>
          </p:nvSpPr>
          <p:spPr>
            <a:xfrm>
              <a:off x="1622864" y="2841928"/>
              <a:ext cx="22338" cy="22338"/>
            </a:xfrm>
            <a:custGeom>
              <a:rect b="b" l="l" r="r" t="t"/>
              <a:pathLst>
                <a:path extrusionOk="0" h="592" w="592">
                  <a:moveTo>
                    <a:pt x="1" y="0"/>
                  </a:moveTo>
                  <a:lnTo>
                    <a:pt x="1"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8"/>
            <p:cNvSpPr/>
            <p:nvPr/>
          </p:nvSpPr>
          <p:spPr>
            <a:xfrm>
              <a:off x="1667464" y="2841928"/>
              <a:ext cx="22300" cy="22338"/>
            </a:xfrm>
            <a:custGeom>
              <a:rect b="b" l="l" r="r" t="t"/>
              <a:pathLst>
                <a:path extrusionOk="0" h="592" w="591">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 name="Google Shape;587;p48"/>
          <p:cNvGrpSpPr/>
          <p:nvPr/>
        </p:nvGrpSpPr>
        <p:grpSpPr>
          <a:xfrm>
            <a:off x="4435932" y="3142907"/>
            <a:ext cx="272087" cy="240185"/>
            <a:chOff x="1533702" y="4000542"/>
            <a:chExt cx="380381" cy="335782"/>
          </a:xfrm>
        </p:grpSpPr>
        <p:sp>
          <p:nvSpPr>
            <p:cNvPr id="588" name="Google Shape;588;p48"/>
            <p:cNvSpPr/>
            <p:nvPr/>
          </p:nvSpPr>
          <p:spPr>
            <a:xfrm>
              <a:off x="1533702" y="4000542"/>
              <a:ext cx="380381" cy="335782"/>
            </a:xfrm>
            <a:custGeom>
              <a:rect b="b" l="l" r="r" t="t"/>
              <a:pathLst>
                <a:path extrusionOk="0" h="8899" w="10081">
                  <a:moveTo>
                    <a:pt x="9490" y="591"/>
                  </a:moveTo>
                  <a:lnTo>
                    <a:pt x="9490" y="2363"/>
                  </a:lnTo>
                  <a:lnTo>
                    <a:pt x="592" y="2363"/>
                  </a:lnTo>
                  <a:lnTo>
                    <a:pt x="592" y="591"/>
                  </a:lnTo>
                  <a:close/>
                  <a:moveTo>
                    <a:pt x="9490" y="2953"/>
                  </a:moveTo>
                  <a:lnTo>
                    <a:pt x="9490" y="8308"/>
                  </a:lnTo>
                  <a:lnTo>
                    <a:pt x="592" y="8308"/>
                  </a:lnTo>
                  <a:lnTo>
                    <a:pt x="592" y="2953"/>
                  </a:lnTo>
                  <a:close/>
                  <a:moveTo>
                    <a:pt x="1" y="0"/>
                  </a:moveTo>
                  <a:lnTo>
                    <a:pt x="1" y="8899"/>
                  </a:lnTo>
                  <a:lnTo>
                    <a:pt x="10081" y="8899"/>
                  </a:lnTo>
                  <a:lnTo>
                    <a:pt x="1008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8"/>
            <p:cNvSpPr/>
            <p:nvPr/>
          </p:nvSpPr>
          <p:spPr>
            <a:xfrm>
              <a:off x="1578302" y="4045105"/>
              <a:ext cx="22338" cy="22338"/>
            </a:xfrm>
            <a:custGeom>
              <a:rect b="b" l="l" r="r" t="t"/>
              <a:pathLst>
                <a:path extrusionOk="0" h="592" w="592">
                  <a:moveTo>
                    <a:pt x="0" y="1"/>
                  </a:moveTo>
                  <a:lnTo>
                    <a:pt x="0" y="591"/>
                  </a:lnTo>
                  <a:lnTo>
                    <a:pt x="591" y="591"/>
                  </a:lnTo>
                  <a:lnTo>
                    <a:pt x="591"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8"/>
            <p:cNvSpPr/>
            <p:nvPr/>
          </p:nvSpPr>
          <p:spPr>
            <a:xfrm>
              <a:off x="1622864" y="4045105"/>
              <a:ext cx="22338" cy="22338"/>
            </a:xfrm>
            <a:custGeom>
              <a:rect b="b" l="l" r="r" t="t"/>
              <a:pathLst>
                <a:path extrusionOk="0" h="592" w="592">
                  <a:moveTo>
                    <a:pt x="1" y="1"/>
                  </a:moveTo>
                  <a:lnTo>
                    <a:pt x="1" y="591"/>
                  </a:lnTo>
                  <a:lnTo>
                    <a:pt x="591" y="591"/>
                  </a:lnTo>
                  <a:lnTo>
                    <a:pt x="591"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8"/>
            <p:cNvSpPr/>
            <p:nvPr/>
          </p:nvSpPr>
          <p:spPr>
            <a:xfrm>
              <a:off x="1667464" y="4045105"/>
              <a:ext cx="22300" cy="22338"/>
            </a:xfrm>
            <a:custGeom>
              <a:rect b="b" l="l" r="r" t="t"/>
              <a:pathLst>
                <a:path extrusionOk="0" h="592" w="591">
                  <a:moveTo>
                    <a:pt x="0" y="1"/>
                  </a:moveTo>
                  <a:lnTo>
                    <a:pt x="0" y="591"/>
                  </a:lnTo>
                  <a:lnTo>
                    <a:pt x="591" y="591"/>
                  </a:lnTo>
                  <a:lnTo>
                    <a:pt x="591"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8"/>
            <p:cNvSpPr/>
            <p:nvPr/>
          </p:nvSpPr>
          <p:spPr>
            <a:xfrm>
              <a:off x="1690443" y="4179546"/>
              <a:ext cx="66900" cy="66937"/>
            </a:xfrm>
            <a:custGeom>
              <a:rect b="b" l="l" r="r" t="t"/>
              <a:pathLst>
                <a:path extrusionOk="0" h="1774" w="1773">
                  <a:moveTo>
                    <a:pt x="887" y="592"/>
                  </a:moveTo>
                  <a:cubicBezTo>
                    <a:pt x="1049" y="592"/>
                    <a:pt x="1182" y="724"/>
                    <a:pt x="1182" y="887"/>
                  </a:cubicBezTo>
                  <a:cubicBezTo>
                    <a:pt x="1182" y="1049"/>
                    <a:pt x="1049" y="1182"/>
                    <a:pt x="887" y="1182"/>
                  </a:cubicBezTo>
                  <a:cubicBezTo>
                    <a:pt x="724" y="1182"/>
                    <a:pt x="592" y="1049"/>
                    <a:pt x="592" y="887"/>
                  </a:cubicBezTo>
                  <a:cubicBezTo>
                    <a:pt x="592" y="724"/>
                    <a:pt x="724" y="592"/>
                    <a:pt x="887" y="592"/>
                  </a:cubicBezTo>
                  <a:close/>
                  <a:moveTo>
                    <a:pt x="887" y="1"/>
                  </a:moveTo>
                  <a:cubicBezTo>
                    <a:pt x="399" y="1"/>
                    <a:pt x="1" y="399"/>
                    <a:pt x="1" y="887"/>
                  </a:cubicBezTo>
                  <a:cubicBezTo>
                    <a:pt x="1" y="1375"/>
                    <a:pt x="399" y="1773"/>
                    <a:pt x="887" y="1773"/>
                  </a:cubicBezTo>
                  <a:cubicBezTo>
                    <a:pt x="1375" y="1773"/>
                    <a:pt x="1773" y="1375"/>
                    <a:pt x="1773" y="887"/>
                  </a:cubicBezTo>
                  <a:cubicBezTo>
                    <a:pt x="1773" y="399"/>
                    <a:pt x="1375" y="1"/>
                    <a:pt x="887"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8"/>
            <p:cNvSpPr/>
            <p:nvPr/>
          </p:nvSpPr>
          <p:spPr>
            <a:xfrm>
              <a:off x="1622675" y="4134983"/>
              <a:ext cx="202473" cy="156024"/>
            </a:xfrm>
            <a:custGeom>
              <a:rect b="b" l="l" r="r" t="t"/>
              <a:pathLst>
                <a:path extrusionOk="0" h="4135" w="5366">
                  <a:moveTo>
                    <a:pt x="2683" y="591"/>
                  </a:moveTo>
                  <a:cubicBezTo>
                    <a:pt x="3261" y="591"/>
                    <a:pt x="3785" y="851"/>
                    <a:pt x="4239" y="1364"/>
                  </a:cubicBezTo>
                  <a:cubicBezTo>
                    <a:pt x="4481" y="1638"/>
                    <a:pt x="4641" y="1917"/>
                    <a:pt x="4719" y="2068"/>
                  </a:cubicBezTo>
                  <a:cubicBezTo>
                    <a:pt x="4532" y="2433"/>
                    <a:pt x="3866" y="3545"/>
                    <a:pt x="2683" y="3545"/>
                  </a:cubicBezTo>
                  <a:cubicBezTo>
                    <a:pt x="2105" y="3545"/>
                    <a:pt x="1581" y="3284"/>
                    <a:pt x="1127" y="2772"/>
                  </a:cubicBezTo>
                  <a:cubicBezTo>
                    <a:pt x="884" y="2497"/>
                    <a:pt x="725" y="2218"/>
                    <a:pt x="647" y="2068"/>
                  </a:cubicBezTo>
                  <a:cubicBezTo>
                    <a:pt x="834" y="1703"/>
                    <a:pt x="1499" y="591"/>
                    <a:pt x="2683" y="591"/>
                  </a:cubicBezTo>
                  <a:close/>
                  <a:moveTo>
                    <a:pt x="2683" y="1"/>
                  </a:moveTo>
                  <a:cubicBezTo>
                    <a:pt x="1933" y="1"/>
                    <a:pt x="1237" y="342"/>
                    <a:pt x="671" y="987"/>
                  </a:cubicBezTo>
                  <a:cubicBezTo>
                    <a:pt x="257" y="1461"/>
                    <a:pt x="56" y="1934"/>
                    <a:pt x="48" y="1954"/>
                  </a:cubicBezTo>
                  <a:lnTo>
                    <a:pt x="1" y="2068"/>
                  </a:lnTo>
                  <a:lnTo>
                    <a:pt x="48" y="2182"/>
                  </a:lnTo>
                  <a:cubicBezTo>
                    <a:pt x="56" y="2202"/>
                    <a:pt x="257" y="2675"/>
                    <a:pt x="671" y="3148"/>
                  </a:cubicBezTo>
                  <a:cubicBezTo>
                    <a:pt x="1237" y="3794"/>
                    <a:pt x="1933" y="4134"/>
                    <a:pt x="2683" y="4134"/>
                  </a:cubicBezTo>
                  <a:cubicBezTo>
                    <a:pt x="3433" y="4134"/>
                    <a:pt x="4129" y="3794"/>
                    <a:pt x="4694" y="3148"/>
                  </a:cubicBezTo>
                  <a:cubicBezTo>
                    <a:pt x="5109" y="2675"/>
                    <a:pt x="5309" y="2202"/>
                    <a:pt x="5318" y="2182"/>
                  </a:cubicBezTo>
                  <a:lnTo>
                    <a:pt x="5365" y="2068"/>
                  </a:lnTo>
                  <a:lnTo>
                    <a:pt x="5318" y="1954"/>
                  </a:lnTo>
                  <a:cubicBezTo>
                    <a:pt x="5309" y="1934"/>
                    <a:pt x="5109" y="1461"/>
                    <a:pt x="4694" y="987"/>
                  </a:cubicBezTo>
                  <a:cubicBezTo>
                    <a:pt x="4129" y="342"/>
                    <a:pt x="3433" y="1"/>
                    <a:pt x="2683"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594" name="Google Shape;594;p48"/>
          <p:cNvCxnSpPr>
            <a:stCxn id="532" idx="4"/>
            <a:endCxn id="519" idx="0"/>
          </p:cNvCxnSpPr>
          <p:nvPr/>
        </p:nvCxnSpPr>
        <p:spPr>
          <a:xfrm flipH="1">
            <a:off x="2102226" y="1809088"/>
            <a:ext cx="300" cy="216900"/>
          </a:xfrm>
          <a:prstGeom prst="straightConnector1">
            <a:avLst/>
          </a:prstGeom>
          <a:noFill/>
          <a:ln cap="flat" cmpd="sng" w="19050">
            <a:solidFill>
              <a:schemeClr val="accent5"/>
            </a:solidFill>
            <a:prstDash val="solid"/>
            <a:round/>
            <a:headEnd len="med" w="med" type="none"/>
            <a:tailEnd len="med" w="med" type="oval"/>
          </a:ln>
        </p:spPr>
      </p:cxnSp>
      <p:cxnSp>
        <p:nvCxnSpPr>
          <p:cNvPr id="595" name="Google Shape;595;p48"/>
          <p:cNvCxnSpPr>
            <a:stCxn id="535" idx="4"/>
            <a:endCxn id="523" idx="0"/>
          </p:cNvCxnSpPr>
          <p:nvPr/>
        </p:nvCxnSpPr>
        <p:spPr>
          <a:xfrm>
            <a:off x="2102526" y="3492176"/>
            <a:ext cx="0" cy="219600"/>
          </a:xfrm>
          <a:prstGeom prst="straightConnector1">
            <a:avLst/>
          </a:prstGeom>
          <a:noFill/>
          <a:ln cap="flat" cmpd="sng" w="19050">
            <a:solidFill>
              <a:schemeClr val="accent5"/>
            </a:solidFill>
            <a:prstDash val="solid"/>
            <a:round/>
            <a:headEnd len="med" w="med" type="none"/>
            <a:tailEnd len="med" w="med" type="oval"/>
          </a:ln>
        </p:spPr>
      </p:cxnSp>
      <p:cxnSp>
        <p:nvCxnSpPr>
          <p:cNvPr id="596" name="Google Shape;596;p48"/>
          <p:cNvCxnSpPr>
            <a:stCxn id="536" idx="4"/>
            <a:endCxn id="525" idx="0"/>
          </p:cNvCxnSpPr>
          <p:nvPr/>
        </p:nvCxnSpPr>
        <p:spPr>
          <a:xfrm>
            <a:off x="4572013" y="3492176"/>
            <a:ext cx="0" cy="219600"/>
          </a:xfrm>
          <a:prstGeom prst="straightConnector1">
            <a:avLst/>
          </a:prstGeom>
          <a:noFill/>
          <a:ln cap="flat" cmpd="sng" w="19050">
            <a:solidFill>
              <a:schemeClr val="accent5"/>
            </a:solidFill>
            <a:prstDash val="solid"/>
            <a:round/>
            <a:headEnd len="med" w="med" type="none"/>
            <a:tailEnd len="med" w="med" type="oval"/>
          </a:ln>
        </p:spPr>
      </p:cxnSp>
      <p:cxnSp>
        <p:nvCxnSpPr>
          <p:cNvPr id="597" name="Google Shape;597;p48"/>
          <p:cNvCxnSpPr>
            <a:stCxn id="537" idx="4"/>
            <a:endCxn id="529" idx="0"/>
          </p:cNvCxnSpPr>
          <p:nvPr/>
        </p:nvCxnSpPr>
        <p:spPr>
          <a:xfrm>
            <a:off x="7039101" y="3492176"/>
            <a:ext cx="900" cy="219600"/>
          </a:xfrm>
          <a:prstGeom prst="straightConnector1">
            <a:avLst/>
          </a:prstGeom>
          <a:noFill/>
          <a:ln cap="flat" cmpd="sng" w="19050">
            <a:solidFill>
              <a:schemeClr val="accent5"/>
            </a:solidFill>
            <a:prstDash val="solid"/>
            <a:round/>
            <a:headEnd len="med" w="med" type="none"/>
            <a:tailEnd len="med" w="med" type="oval"/>
          </a:ln>
        </p:spPr>
      </p:cxnSp>
      <p:cxnSp>
        <p:nvCxnSpPr>
          <p:cNvPr id="598" name="Google Shape;598;p48"/>
          <p:cNvCxnSpPr>
            <a:stCxn id="533" idx="4"/>
            <a:endCxn id="521" idx="0"/>
          </p:cNvCxnSpPr>
          <p:nvPr/>
        </p:nvCxnSpPr>
        <p:spPr>
          <a:xfrm flipH="1">
            <a:off x="4571713" y="1809088"/>
            <a:ext cx="300" cy="216900"/>
          </a:xfrm>
          <a:prstGeom prst="straightConnector1">
            <a:avLst/>
          </a:prstGeom>
          <a:noFill/>
          <a:ln cap="flat" cmpd="sng" w="19050">
            <a:solidFill>
              <a:schemeClr val="accent5"/>
            </a:solidFill>
            <a:prstDash val="solid"/>
            <a:round/>
            <a:headEnd len="med" w="med" type="none"/>
            <a:tailEnd len="med" w="med" type="oval"/>
          </a:ln>
        </p:spPr>
      </p:cxnSp>
      <p:cxnSp>
        <p:nvCxnSpPr>
          <p:cNvPr id="599" name="Google Shape;599;p48"/>
          <p:cNvCxnSpPr>
            <a:stCxn id="534" idx="4"/>
            <a:endCxn id="527" idx="0"/>
          </p:cNvCxnSpPr>
          <p:nvPr/>
        </p:nvCxnSpPr>
        <p:spPr>
          <a:xfrm flipH="1">
            <a:off x="7038801" y="1809088"/>
            <a:ext cx="300" cy="216900"/>
          </a:xfrm>
          <a:prstGeom prst="straightConnector1">
            <a:avLst/>
          </a:prstGeom>
          <a:noFill/>
          <a:ln cap="flat" cmpd="sng" w="19050">
            <a:solidFill>
              <a:schemeClr val="accent5"/>
            </a:solidFill>
            <a:prstDash val="solid"/>
            <a:round/>
            <a:headEnd len="med" w="med" type="none"/>
            <a:tailEnd len="med" w="med" type="oval"/>
          </a:ln>
        </p:spPr>
      </p:cxn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 name="Shape 603"/>
        <p:cNvGrpSpPr/>
        <p:nvPr/>
      </p:nvGrpSpPr>
      <p:grpSpPr>
        <a:xfrm>
          <a:off x="0" y="0"/>
          <a:ext cx="0" cy="0"/>
          <a:chOff x="0" y="0"/>
          <a:chExt cx="0" cy="0"/>
        </a:xfrm>
      </p:grpSpPr>
      <p:sp>
        <p:nvSpPr>
          <p:cNvPr id="604" name="Google Shape;604;p49"/>
          <p:cNvSpPr txBox="1"/>
          <p:nvPr>
            <p:ph type="title"/>
          </p:nvPr>
        </p:nvSpPr>
        <p:spPr>
          <a:xfrm>
            <a:off x="1296225" y="1385975"/>
            <a:ext cx="6551700" cy="2371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a:t>
            </a:r>
            <a:r>
              <a:rPr lang="en">
                <a:solidFill>
                  <a:schemeClr val="accent5"/>
                </a:solidFill>
              </a:rPr>
              <a:t>WORDS</a:t>
            </a:r>
            <a:endParaRPr>
              <a:solidFill>
                <a:schemeClr val="accent5"/>
              </a:solidFill>
            </a:endParaRPr>
          </a:p>
        </p:txBody>
      </p:sp>
      <p:cxnSp>
        <p:nvCxnSpPr>
          <p:cNvPr id="605" name="Google Shape;605;p49"/>
          <p:cNvCxnSpPr/>
          <p:nvPr/>
        </p:nvCxnSpPr>
        <p:spPr>
          <a:xfrm>
            <a:off x="1802100" y="1209650"/>
            <a:ext cx="5539800" cy="0"/>
          </a:xfrm>
          <a:prstGeom prst="straightConnector1">
            <a:avLst/>
          </a:prstGeom>
          <a:noFill/>
          <a:ln cap="flat" cmpd="sng" w="19050">
            <a:solidFill>
              <a:schemeClr val="accent5"/>
            </a:solidFill>
            <a:prstDash val="solid"/>
            <a:round/>
            <a:headEnd len="med" w="med" type="oval"/>
            <a:tailEnd len="med" w="med" type="oval"/>
          </a:ln>
        </p:spPr>
      </p:cxnSp>
      <p:cxnSp>
        <p:nvCxnSpPr>
          <p:cNvPr id="606" name="Google Shape;606;p49"/>
          <p:cNvCxnSpPr/>
          <p:nvPr/>
        </p:nvCxnSpPr>
        <p:spPr>
          <a:xfrm>
            <a:off x="1802100" y="3933800"/>
            <a:ext cx="5539800" cy="0"/>
          </a:xfrm>
          <a:prstGeom prst="straightConnector1">
            <a:avLst/>
          </a:prstGeom>
          <a:noFill/>
          <a:ln cap="flat" cmpd="sng" w="19050">
            <a:solidFill>
              <a:schemeClr val="accent5"/>
            </a:solidFill>
            <a:prstDash val="solid"/>
            <a:round/>
            <a:headEnd len="med" w="med" type="oval"/>
            <a:tailEnd len="med" w="med" type="oval"/>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0" name="Shape 610"/>
        <p:cNvGrpSpPr/>
        <p:nvPr/>
      </p:nvGrpSpPr>
      <p:grpSpPr>
        <a:xfrm>
          <a:off x="0" y="0"/>
          <a:ext cx="0" cy="0"/>
          <a:chOff x="0" y="0"/>
          <a:chExt cx="0" cy="0"/>
        </a:xfrm>
      </p:grpSpPr>
      <p:sp>
        <p:nvSpPr>
          <p:cNvPr id="611" name="Google Shape;611;p50"/>
          <p:cNvSpPr txBox="1"/>
          <p:nvPr>
            <p:ph type="title"/>
          </p:nvPr>
        </p:nvSpPr>
        <p:spPr>
          <a:xfrm rot="-742">
            <a:off x="1199750" y="3164749"/>
            <a:ext cx="4171800" cy="604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612" name="Google Shape;612;p50"/>
          <p:cNvSpPr txBox="1"/>
          <p:nvPr>
            <p:ph idx="1" type="subTitle"/>
          </p:nvPr>
        </p:nvSpPr>
        <p:spPr>
          <a:xfrm>
            <a:off x="1199750" y="1205003"/>
            <a:ext cx="4563900" cy="195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16" name="Shape 616"/>
        <p:cNvGrpSpPr/>
        <p:nvPr/>
      </p:nvGrpSpPr>
      <p:grpSpPr>
        <a:xfrm>
          <a:off x="0" y="0"/>
          <a:ext cx="0" cy="0"/>
          <a:chOff x="0" y="0"/>
          <a:chExt cx="0" cy="0"/>
        </a:xfrm>
      </p:grpSpPr>
      <p:sp>
        <p:nvSpPr>
          <p:cNvPr id="617" name="Google Shape;617;p51"/>
          <p:cNvSpPr txBox="1"/>
          <p:nvPr>
            <p:ph type="title"/>
          </p:nvPr>
        </p:nvSpPr>
        <p:spPr>
          <a:xfrm>
            <a:off x="1235775" y="709675"/>
            <a:ext cx="4049700" cy="254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IS WORTH A</a:t>
            </a:r>
            <a:r>
              <a:rPr lang="en">
                <a:solidFill>
                  <a:schemeClr val="accent3"/>
                </a:solidFill>
              </a:rPr>
              <a:t> </a:t>
            </a:r>
            <a:r>
              <a:rPr lang="en">
                <a:solidFill>
                  <a:schemeClr val="accent4"/>
                </a:solidFill>
              </a:rPr>
              <a:t>THOUSAND WORDS</a:t>
            </a:r>
            <a:endParaRPr>
              <a:solidFill>
                <a:schemeClr val="accent4"/>
              </a:solidFill>
            </a:endParaRPr>
          </a:p>
        </p:txBody>
      </p:sp>
      <p:cxnSp>
        <p:nvCxnSpPr>
          <p:cNvPr id="618" name="Google Shape;618;p51"/>
          <p:cNvCxnSpPr/>
          <p:nvPr/>
        </p:nvCxnSpPr>
        <p:spPr>
          <a:xfrm>
            <a:off x="1329925" y="3231750"/>
            <a:ext cx="2876400" cy="0"/>
          </a:xfrm>
          <a:prstGeom prst="straightConnector1">
            <a:avLst/>
          </a:prstGeom>
          <a:noFill/>
          <a:ln cap="flat" cmpd="sng" w="19050">
            <a:solidFill>
              <a:schemeClr val="accent4"/>
            </a:solidFill>
            <a:prstDash val="solid"/>
            <a:round/>
            <a:headEnd len="med" w="med" type="oval"/>
            <a:tailEnd len="med" w="med" type="oval"/>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2" name="Shape 622"/>
        <p:cNvGrpSpPr/>
        <p:nvPr/>
      </p:nvGrpSpPr>
      <p:grpSpPr>
        <a:xfrm>
          <a:off x="0" y="0"/>
          <a:ext cx="0" cy="0"/>
          <a:chOff x="0" y="0"/>
          <a:chExt cx="0" cy="0"/>
        </a:xfrm>
      </p:grpSpPr>
      <p:sp>
        <p:nvSpPr>
          <p:cNvPr id="623" name="Google Shape;623;p52"/>
          <p:cNvSpPr/>
          <p:nvPr/>
        </p:nvSpPr>
        <p:spPr>
          <a:xfrm>
            <a:off x="5069225" y="1255675"/>
            <a:ext cx="3131400" cy="3131400"/>
          </a:xfrm>
          <a:prstGeom prst="ellipse">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2"/>
          <p:cNvSpPr txBox="1"/>
          <p:nvPr>
            <p:ph type="title"/>
          </p:nvPr>
        </p:nvSpPr>
        <p:spPr>
          <a:xfrm>
            <a:off x="894875" y="1434500"/>
            <a:ext cx="4100100" cy="138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ALWAYS REINFORCES</a:t>
            </a:r>
            <a:endParaRPr/>
          </a:p>
          <a:p>
            <a:pPr indent="0" lvl="0" marL="0" rtl="0" algn="l">
              <a:spcBef>
                <a:spcPts val="0"/>
              </a:spcBef>
              <a:spcAft>
                <a:spcPts val="0"/>
              </a:spcAft>
              <a:buNone/>
            </a:pPr>
            <a:r>
              <a:rPr lang="en"/>
              <a:t>THE CONCEPT</a:t>
            </a:r>
            <a:endParaRPr/>
          </a:p>
        </p:txBody>
      </p:sp>
      <p:sp>
        <p:nvSpPr>
          <p:cNvPr id="625" name="Google Shape;625;p52"/>
          <p:cNvSpPr txBox="1"/>
          <p:nvPr>
            <p:ph idx="1" type="subTitle"/>
          </p:nvPr>
        </p:nvSpPr>
        <p:spPr>
          <a:xfrm rot="-288">
            <a:off x="894800" y="2823477"/>
            <a:ext cx="3579600" cy="83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626" name="Google Shape;626;p52"/>
          <p:cNvPicPr preferRelativeResize="0"/>
          <p:nvPr/>
        </p:nvPicPr>
        <p:blipFill rotWithShape="1">
          <a:blip r:embed="rId3">
            <a:alphaModFix/>
          </a:blip>
          <a:srcRect b="0" l="18530" r="18524" t="0"/>
          <a:stretch/>
        </p:blipFill>
        <p:spPr>
          <a:xfrm>
            <a:off x="5295825" y="1506750"/>
            <a:ext cx="2678100" cy="2688300"/>
          </a:xfrm>
          <a:prstGeom prst="ellipse">
            <a:avLst/>
          </a:prstGeom>
          <a:noFill/>
          <a:ln>
            <a:noFill/>
          </a:ln>
        </p:spPr>
      </p:pic>
      <p:sp>
        <p:nvSpPr>
          <p:cNvPr id="627" name="Google Shape;627;p52"/>
          <p:cNvSpPr/>
          <p:nvPr/>
        </p:nvSpPr>
        <p:spPr>
          <a:xfrm>
            <a:off x="5295825" y="1434500"/>
            <a:ext cx="755700" cy="7557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2"/>
          <p:cNvSpPr/>
          <p:nvPr/>
        </p:nvSpPr>
        <p:spPr>
          <a:xfrm>
            <a:off x="7298750" y="3876850"/>
            <a:ext cx="217200" cy="2172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2"/>
          <p:cNvSpPr/>
          <p:nvPr/>
        </p:nvSpPr>
        <p:spPr>
          <a:xfrm>
            <a:off x="5249675" y="3613175"/>
            <a:ext cx="161700" cy="1617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0" name="Google Shape;630;p52"/>
          <p:cNvCxnSpPr>
            <a:endCxn id="623" idx="2"/>
          </p:cNvCxnSpPr>
          <p:nvPr/>
        </p:nvCxnSpPr>
        <p:spPr>
          <a:xfrm>
            <a:off x="906125" y="2821375"/>
            <a:ext cx="4163100" cy="0"/>
          </a:xfrm>
          <a:prstGeom prst="straightConnector1">
            <a:avLst/>
          </a:prstGeom>
          <a:noFill/>
          <a:ln cap="flat" cmpd="sng" w="19050">
            <a:solidFill>
              <a:schemeClr val="accent5"/>
            </a:solidFill>
            <a:prstDash val="solid"/>
            <a:round/>
            <a:headEnd len="med" w="med" type="oval"/>
            <a:tailEnd len="med" w="med" type="oval"/>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4" name="Shape 634"/>
        <p:cNvGrpSpPr/>
        <p:nvPr/>
      </p:nvGrpSpPr>
      <p:grpSpPr>
        <a:xfrm>
          <a:off x="0" y="0"/>
          <a:ext cx="0" cy="0"/>
          <a:chOff x="0" y="0"/>
          <a:chExt cx="0" cy="0"/>
        </a:xfrm>
      </p:grpSpPr>
      <p:sp>
        <p:nvSpPr>
          <p:cNvPr id="635" name="Google Shape;635;p53"/>
          <p:cNvSpPr txBox="1"/>
          <p:nvPr>
            <p:ph type="title"/>
          </p:nvPr>
        </p:nvSpPr>
        <p:spPr>
          <a:xfrm>
            <a:off x="1797763" y="1761300"/>
            <a:ext cx="3639000" cy="1257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BENEFITS</a:t>
            </a:r>
            <a:endParaRPr/>
          </a:p>
          <a:p>
            <a:pPr indent="0" lvl="0" marL="0" rtl="0" algn="r">
              <a:spcBef>
                <a:spcPts val="0"/>
              </a:spcBef>
              <a:spcAft>
                <a:spcPts val="0"/>
              </a:spcAft>
              <a:buNone/>
            </a:pPr>
            <a:r>
              <a:rPr lang="en"/>
              <a:t>OF IPA</a:t>
            </a:r>
            <a:endParaRPr/>
          </a:p>
        </p:txBody>
      </p:sp>
      <p:sp>
        <p:nvSpPr>
          <p:cNvPr id="636" name="Google Shape;636;p53"/>
          <p:cNvSpPr txBox="1"/>
          <p:nvPr>
            <p:ph idx="2" type="title"/>
          </p:nvPr>
        </p:nvSpPr>
        <p:spPr>
          <a:xfrm>
            <a:off x="5549531" y="1761300"/>
            <a:ext cx="1796700" cy="162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637" name="Google Shape;637;p53"/>
          <p:cNvSpPr txBox="1"/>
          <p:nvPr>
            <p:ph idx="1" type="subTitle"/>
          </p:nvPr>
        </p:nvSpPr>
        <p:spPr>
          <a:xfrm rot="567">
            <a:off x="1797773" y="3067750"/>
            <a:ext cx="3639000" cy="314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can enter a subtitle here if you need it</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4"/>
          <p:cNvSpPr txBox="1"/>
          <p:nvPr>
            <p:ph type="title"/>
          </p:nvPr>
        </p:nvSpPr>
        <p:spPr>
          <a:xfrm rot="350">
            <a:off x="1625221" y="1688503"/>
            <a:ext cx="5893500" cy="1511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14,000</a:t>
            </a:r>
            <a:r>
              <a:rPr lang="en">
                <a:solidFill>
                  <a:schemeClr val="accent5"/>
                </a:solidFill>
              </a:rPr>
              <a:t>+</a:t>
            </a:r>
            <a:endParaRPr>
              <a:solidFill>
                <a:schemeClr val="accent5"/>
              </a:solidFill>
            </a:endParaRPr>
          </a:p>
        </p:txBody>
      </p:sp>
      <p:sp>
        <p:nvSpPr>
          <p:cNvPr id="643" name="Google Shape;643;p54"/>
          <p:cNvSpPr txBox="1"/>
          <p:nvPr>
            <p:ph idx="1" type="subTitle"/>
          </p:nvPr>
        </p:nvSpPr>
        <p:spPr>
          <a:xfrm>
            <a:off x="2189825" y="3199902"/>
            <a:ext cx="4764300" cy="65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Automation practitioners with extensive IBM domain knowledge and depth of industry expertise</a:t>
            </a:r>
            <a:endParaRPr/>
          </a:p>
        </p:txBody>
      </p:sp>
      <p:cxnSp>
        <p:nvCxnSpPr>
          <p:cNvPr id="644" name="Google Shape;644;p54"/>
          <p:cNvCxnSpPr/>
          <p:nvPr/>
        </p:nvCxnSpPr>
        <p:spPr>
          <a:xfrm>
            <a:off x="1802100" y="3199900"/>
            <a:ext cx="5539800" cy="0"/>
          </a:xfrm>
          <a:prstGeom prst="straightConnector1">
            <a:avLst/>
          </a:prstGeom>
          <a:noFill/>
          <a:ln cap="flat" cmpd="sng" w="19050">
            <a:solidFill>
              <a:schemeClr val="accent5"/>
            </a:solidFill>
            <a:prstDash val="solid"/>
            <a:round/>
            <a:headEnd len="med" w="med" type="oval"/>
            <a:tailEnd len="med" w="med" type="oval"/>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8" name="Shape 648"/>
        <p:cNvGrpSpPr/>
        <p:nvPr/>
      </p:nvGrpSpPr>
      <p:grpSpPr>
        <a:xfrm>
          <a:off x="0" y="0"/>
          <a:ext cx="0" cy="0"/>
          <a:chOff x="0" y="0"/>
          <a:chExt cx="0" cy="0"/>
        </a:xfrm>
      </p:grpSpPr>
      <p:sp>
        <p:nvSpPr>
          <p:cNvPr id="649" name="Google Shape;649;p55"/>
          <p:cNvSpPr/>
          <p:nvPr/>
        </p:nvSpPr>
        <p:spPr>
          <a:xfrm>
            <a:off x="2666050" y="2019450"/>
            <a:ext cx="3813000" cy="11046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5"/>
          <p:cNvSpPr/>
          <p:nvPr/>
        </p:nvSpPr>
        <p:spPr>
          <a:xfrm>
            <a:off x="2666050" y="3498900"/>
            <a:ext cx="3813000" cy="11046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5"/>
          <p:cNvSpPr/>
          <p:nvPr/>
        </p:nvSpPr>
        <p:spPr>
          <a:xfrm>
            <a:off x="2666050" y="540000"/>
            <a:ext cx="3813000" cy="11046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5"/>
          <p:cNvSpPr txBox="1"/>
          <p:nvPr>
            <p:ph type="title"/>
          </p:nvPr>
        </p:nvSpPr>
        <p:spPr>
          <a:xfrm rot="-270">
            <a:off x="2665475" y="611525"/>
            <a:ext cx="3813000" cy="64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653" name="Google Shape;653;p55"/>
          <p:cNvSpPr txBox="1"/>
          <p:nvPr>
            <p:ph idx="1" type="subTitle"/>
          </p:nvPr>
        </p:nvSpPr>
        <p:spPr>
          <a:xfrm>
            <a:off x="2665522" y="1228327"/>
            <a:ext cx="3813000" cy="34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654" name="Google Shape;654;p55"/>
          <p:cNvSpPr txBox="1"/>
          <p:nvPr>
            <p:ph idx="2" type="title"/>
          </p:nvPr>
        </p:nvSpPr>
        <p:spPr>
          <a:xfrm>
            <a:off x="2667932" y="3572563"/>
            <a:ext cx="3808200" cy="64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655" name="Google Shape;655;p55"/>
          <p:cNvSpPr txBox="1"/>
          <p:nvPr>
            <p:ph idx="3" type="subTitle"/>
          </p:nvPr>
        </p:nvSpPr>
        <p:spPr>
          <a:xfrm>
            <a:off x="2670351" y="4203750"/>
            <a:ext cx="3808200" cy="33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a:t>
            </a:r>
            <a:r>
              <a:rPr lang="en"/>
              <a:t>istance between Earth and the Moon</a:t>
            </a:r>
            <a:endParaRPr/>
          </a:p>
        </p:txBody>
      </p:sp>
      <p:sp>
        <p:nvSpPr>
          <p:cNvPr id="656" name="Google Shape;656;p55"/>
          <p:cNvSpPr txBox="1"/>
          <p:nvPr>
            <p:ph idx="4" type="title"/>
          </p:nvPr>
        </p:nvSpPr>
        <p:spPr>
          <a:xfrm>
            <a:off x="2667874" y="2082458"/>
            <a:ext cx="3808200" cy="64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657" name="Google Shape;657;p55"/>
          <p:cNvSpPr txBox="1"/>
          <p:nvPr>
            <p:ph idx="5" type="subTitle"/>
          </p:nvPr>
        </p:nvSpPr>
        <p:spPr>
          <a:xfrm>
            <a:off x="2667885" y="2722645"/>
            <a:ext cx="3808200" cy="33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 name="Shape 661"/>
        <p:cNvGrpSpPr/>
        <p:nvPr/>
      </p:nvGrpSpPr>
      <p:grpSpPr>
        <a:xfrm>
          <a:off x="0" y="0"/>
          <a:ext cx="0" cy="0"/>
          <a:chOff x="0" y="0"/>
          <a:chExt cx="0" cy="0"/>
        </a:xfrm>
      </p:grpSpPr>
      <p:sp>
        <p:nvSpPr>
          <p:cNvPr id="662" name="Google Shape;662;p56"/>
          <p:cNvSpPr/>
          <p:nvPr/>
        </p:nvSpPr>
        <p:spPr>
          <a:xfrm>
            <a:off x="5689800" y="1428400"/>
            <a:ext cx="1419300" cy="1419300"/>
          </a:xfrm>
          <a:prstGeom prst="donut">
            <a:avLst>
              <a:gd fmla="val 26039" name="adj"/>
            </a:avLst>
          </a:prstGeom>
          <a:solidFill>
            <a:srgbClr val="C4B9C8">
              <a:alpha val="1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6"/>
          <p:cNvSpPr/>
          <p:nvPr/>
        </p:nvSpPr>
        <p:spPr>
          <a:xfrm>
            <a:off x="2034925" y="1428400"/>
            <a:ext cx="1419300" cy="1419300"/>
          </a:xfrm>
          <a:prstGeom prst="donut">
            <a:avLst>
              <a:gd fmla="val 26039" name="adj"/>
            </a:avLst>
          </a:prstGeom>
          <a:solidFill>
            <a:srgbClr val="C4B9C8">
              <a:alpha val="1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6"/>
          <p:cNvSpPr txBox="1"/>
          <p:nvPr>
            <p:ph idx="1" type="subTitle"/>
          </p:nvPr>
        </p:nvSpPr>
        <p:spPr>
          <a:xfrm>
            <a:off x="1290775" y="3998325"/>
            <a:ext cx="2907600" cy="397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IA for healthcare purposes</a:t>
            </a:r>
            <a:endParaRPr/>
          </a:p>
        </p:txBody>
      </p:sp>
      <p:sp>
        <p:nvSpPr>
          <p:cNvPr id="665" name="Google Shape;665;p56"/>
          <p:cNvSpPr txBox="1"/>
          <p:nvPr>
            <p:ph idx="2" type="subTitle"/>
          </p:nvPr>
        </p:nvSpPr>
        <p:spPr>
          <a:xfrm>
            <a:off x="4945650" y="3998325"/>
            <a:ext cx="2907600" cy="397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IA for insurance purposes</a:t>
            </a:r>
            <a:endParaRPr/>
          </a:p>
        </p:txBody>
      </p:sp>
      <p:sp>
        <p:nvSpPr>
          <p:cNvPr id="666" name="Google Shape;666;p56"/>
          <p:cNvSpPr txBox="1"/>
          <p:nvPr>
            <p:ph type="title"/>
          </p:nvPr>
        </p:nvSpPr>
        <p:spPr>
          <a:xfrm>
            <a:off x="1290775" y="3147525"/>
            <a:ext cx="2907600" cy="85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
        <p:nvSpPr>
          <p:cNvPr id="667" name="Google Shape;667;p56"/>
          <p:cNvSpPr txBox="1"/>
          <p:nvPr>
            <p:ph idx="3" type="title"/>
          </p:nvPr>
        </p:nvSpPr>
        <p:spPr>
          <a:xfrm>
            <a:off x="4945650" y="3147525"/>
            <a:ext cx="2907600" cy="85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668" name="Google Shape;668;p56"/>
          <p:cNvSpPr/>
          <p:nvPr/>
        </p:nvSpPr>
        <p:spPr>
          <a:xfrm flipH="1">
            <a:off x="2035789" y="1429289"/>
            <a:ext cx="1417500" cy="1417500"/>
          </a:xfrm>
          <a:prstGeom prst="blockArc">
            <a:avLst>
              <a:gd fmla="val 21551149" name="adj1"/>
              <a:gd fmla="val 16141283" name="adj2"/>
              <a:gd fmla="val 25997" name="adj3"/>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6"/>
          <p:cNvSpPr/>
          <p:nvPr/>
        </p:nvSpPr>
        <p:spPr>
          <a:xfrm flipH="1">
            <a:off x="5690664" y="1429289"/>
            <a:ext cx="1417500" cy="1417500"/>
          </a:xfrm>
          <a:prstGeom prst="blockArc">
            <a:avLst>
              <a:gd fmla="val 10790224" name="adj1"/>
              <a:gd fmla="val 16193117" name="adj2"/>
              <a:gd fmla="val 25830" name="adj3"/>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0" name="Google Shape;670;p56"/>
          <p:cNvCxnSpPr/>
          <p:nvPr/>
        </p:nvCxnSpPr>
        <p:spPr>
          <a:xfrm>
            <a:off x="2689050" y="1059050"/>
            <a:ext cx="3765900" cy="0"/>
          </a:xfrm>
          <a:prstGeom prst="straightConnector1">
            <a:avLst/>
          </a:prstGeom>
          <a:noFill/>
          <a:ln cap="flat" cmpd="sng" w="19050">
            <a:solidFill>
              <a:schemeClr val="accent5"/>
            </a:solidFill>
            <a:prstDash val="solid"/>
            <a:round/>
            <a:headEnd len="med" w="med" type="oval"/>
            <a:tailEnd len="med" w="med" type="oval"/>
          </a:ln>
        </p:spPr>
      </p:cxnSp>
      <p:cxnSp>
        <p:nvCxnSpPr>
          <p:cNvPr id="671" name="Google Shape;671;p56"/>
          <p:cNvCxnSpPr>
            <a:stCxn id="663" idx="4"/>
            <a:endCxn id="666" idx="0"/>
          </p:cNvCxnSpPr>
          <p:nvPr/>
        </p:nvCxnSpPr>
        <p:spPr>
          <a:xfrm>
            <a:off x="2744575" y="2847700"/>
            <a:ext cx="0" cy="299700"/>
          </a:xfrm>
          <a:prstGeom prst="straightConnector1">
            <a:avLst/>
          </a:prstGeom>
          <a:noFill/>
          <a:ln cap="flat" cmpd="sng" w="19050">
            <a:solidFill>
              <a:schemeClr val="accent5"/>
            </a:solidFill>
            <a:prstDash val="solid"/>
            <a:round/>
            <a:headEnd len="med" w="med" type="none"/>
            <a:tailEnd len="med" w="med" type="oval"/>
          </a:ln>
        </p:spPr>
      </p:cxnSp>
      <p:cxnSp>
        <p:nvCxnSpPr>
          <p:cNvPr id="672" name="Google Shape;672;p56"/>
          <p:cNvCxnSpPr>
            <a:stCxn id="662" idx="4"/>
            <a:endCxn id="667" idx="0"/>
          </p:cNvCxnSpPr>
          <p:nvPr/>
        </p:nvCxnSpPr>
        <p:spPr>
          <a:xfrm>
            <a:off x="6399450" y="2847700"/>
            <a:ext cx="0" cy="299700"/>
          </a:xfrm>
          <a:prstGeom prst="straightConnector1">
            <a:avLst/>
          </a:prstGeom>
          <a:noFill/>
          <a:ln cap="flat" cmpd="sng" w="19050">
            <a:solidFill>
              <a:schemeClr val="accent5"/>
            </a:solidFill>
            <a:prstDash val="solid"/>
            <a:round/>
            <a:headEnd len="med" w="med" type="none"/>
            <a:tailEnd len="med" w="med" type="oval"/>
          </a:ln>
        </p:spPr>
      </p:cxnSp>
      <p:sp>
        <p:nvSpPr>
          <p:cNvPr id="673" name="Google Shape;673;p56"/>
          <p:cNvSpPr txBox="1"/>
          <p:nvPr>
            <p:ph idx="4" type="title"/>
          </p:nvPr>
        </p:nvSpPr>
        <p:spPr>
          <a:xfrm>
            <a:off x="720000" y="584500"/>
            <a:ext cx="7704000" cy="32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 PERCENTAGES</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7" name="Shape 677"/>
        <p:cNvGrpSpPr/>
        <p:nvPr/>
      </p:nvGrpSpPr>
      <p:grpSpPr>
        <a:xfrm>
          <a:off x="0" y="0"/>
          <a:ext cx="0" cy="0"/>
          <a:chOff x="0" y="0"/>
          <a:chExt cx="0" cy="0"/>
        </a:xfrm>
      </p:grpSpPr>
      <p:sp>
        <p:nvSpPr>
          <p:cNvPr id="678" name="Google Shape;678;p57"/>
          <p:cNvSpPr txBox="1"/>
          <p:nvPr>
            <p:ph type="title"/>
          </p:nvPr>
        </p:nvSpPr>
        <p:spPr>
          <a:xfrm>
            <a:off x="4823800" y="2104475"/>
            <a:ext cx="3579600" cy="524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DESKTOP</a:t>
            </a:r>
            <a:endParaRPr/>
          </a:p>
        </p:txBody>
      </p:sp>
      <p:sp>
        <p:nvSpPr>
          <p:cNvPr id="679" name="Google Shape;679;p57"/>
          <p:cNvSpPr txBox="1"/>
          <p:nvPr>
            <p:ph idx="1" type="subTitle"/>
          </p:nvPr>
        </p:nvSpPr>
        <p:spPr>
          <a:xfrm rot="-288">
            <a:off x="4823725" y="2571902"/>
            <a:ext cx="3579600" cy="83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680" name="Google Shape;680;p57"/>
          <p:cNvGrpSpPr/>
          <p:nvPr/>
        </p:nvGrpSpPr>
        <p:grpSpPr>
          <a:xfrm>
            <a:off x="913486" y="1460989"/>
            <a:ext cx="3477013" cy="2221531"/>
            <a:chOff x="3134000" y="1972250"/>
            <a:chExt cx="3747993" cy="2394923"/>
          </a:xfrm>
        </p:grpSpPr>
        <p:sp>
          <p:nvSpPr>
            <p:cNvPr id="681" name="Google Shape;681;p57"/>
            <p:cNvSpPr/>
            <p:nvPr/>
          </p:nvSpPr>
          <p:spPr>
            <a:xfrm>
              <a:off x="3377364" y="1972250"/>
              <a:ext cx="3253499" cy="2174839"/>
            </a:xfrm>
            <a:custGeom>
              <a:rect b="b" l="l" r="r" t="t"/>
              <a:pathLst>
                <a:path extrusionOk="0" fill="none" h="54497" w="81526">
                  <a:moveTo>
                    <a:pt x="2879" y="54496"/>
                  </a:moveTo>
                  <a:lnTo>
                    <a:pt x="78695" y="54496"/>
                  </a:lnTo>
                  <a:cubicBezTo>
                    <a:pt x="80305" y="54496"/>
                    <a:pt x="81525" y="53277"/>
                    <a:pt x="81525" y="51667"/>
                  </a:cubicBezTo>
                  <a:lnTo>
                    <a:pt x="81525" y="2879"/>
                  </a:lnTo>
                  <a:cubicBezTo>
                    <a:pt x="81525" y="1220"/>
                    <a:pt x="80305" y="1"/>
                    <a:pt x="78695" y="1"/>
                  </a:cubicBezTo>
                  <a:lnTo>
                    <a:pt x="2879" y="1"/>
                  </a:lnTo>
                  <a:cubicBezTo>
                    <a:pt x="1220" y="1"/>
                    <a:pt x="1" y="1220"/>
                    <a:pt x="1" y="2879"/>
                  </a:cubicBezTo>
                  <a:lnTo>
                    <a:pt x="1" y="51667"/>
                  </a:lnTo>
                  <a:cubicBezTo>
                    <a:pt x="1" y="53277"/>
                    <a:pt x="1220" y="54496"/>
                    <a:pt x="2879" y="54496"/>
                  </a:cubicBezTo>
                  <a:close/>
                </a:path>
              </a:pathLst>
            </a:custGeom>
            <a:noFill/>
            <a:ln cap="flat" cmpd="sng" w="28575">
              <a:solidFill>
                <a:schemeClr val="accent5"/>
              </a:solidFill>
              <a:prstDash val="solid"/>
              <a:miter lim="487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7"/>
            <p:cNvSpPr/>
            <p:nvPr/>
          </p:nvSpPr>
          <p:spPr>
            <a:xfrm>
              <a:off x="3134000" y="4236676"/>
              <a:ext cx="3747993" cy="130498"/>
            </a:xfrm>
            <a:custGeom>
              <a:rect b="b" l="l" r="r" t="t"/>
              <a:pathLst>
                <a:path extrusionOk="0" fill="none" h="3270" w="93917">
                  <a:moveTo>
                    <a:pt x="93917" y="1"/>
                  </a:moveTo>
                  <a:lnTo>
                    <a:pt x="93917" y="2245"/>
                  </a:lnTo>
                  <a:cubicBezTo>
                    <a:pt x="93917" y="2830"/>
                    <a:pt x="93331" y="3269"/>
                    <a:pt x="92697" y="3269"/>
                  </a:cubicBezTo>
                  <a:lnTo>
                    <a:pt x="1025" y="3269"/>
                  </a:lnTo>
                  <a:cubicBezTo>
                    <a:pt x="439" y="3269"/>
                    <a:pt x="0" y="2830"/>
                    <a:pt x="0" y="2245"/>
                  </a:cubicBezTo>
                  <a:lnTo>
                    <a:pt x="0" y="1"/>
                  </a:lnTo>
                  <a:lnTo>
                    <a:pt x="38640" y="1"/>
                  </a:lnTo>
                  <a:cubicBezTo>
                    <a:pt x="38640" y="586"/>
                    <a:pt x="39274" y="1025"/>
                    <a:pt x="40055" y="1025"/>
                  </a:cubicBezTo>
                  <a:lnTo>
                    <a:pt x="53911" y="1025"/>
                  </a:lnTo>
                  <a:cubicBezTo>
                    <a:pt x="54496" y="1025"/>
                    <a:pt x="55130" y="586"/>
                    <a:pt x="55326" y="1"/>
                  </a:cubicBezTo>
                  <a:close/>
                </a:path>
              </a:pathLst>
            </a:custGeom>
            <a:noFill/>
            <a:ln cap="flat" cmpd="sng" w="28575">
              <a:solidFill>
                <a:schemeClr val="accent5"/>
              </a:solidFill>
              <a:prstDash val="solid"/>
              <a:miter lim="487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83" name="Google Shape;683;p57"/>
          <p:cNvPicPr preferRelativeResize="0"/>
          <p:nvPr/>
        </p:nvPicPr>
        <p:blipFill rotWithShape="1">
          <a:blip r:embed="rId3">
            <a:alphaModFix/>
          </a:blip>
          <a:srcRect b="119" l="0" r="0" t="129"/>
          <a:stretch/>
        </p:blipFill>
        <p:spPr>
          <a:xfrm rot="-359">
            <a:off x="1193123" y="1561186"/>
            <a:ext cx="2871300" cy="1611000"/>
          </a:xfrm>
          <a:prstGeom prst="roundRect">
            <a:avLst>
              <a:gd fmla="val 6013" name="adj"/>
            </a:avLst>
          </a:prstGeom>
          <a:noFill/>
          <a:ln cap="flat" cmpd="sng" w="19050">
            <a:solidFill>
              <a:schemeClr val="accent5"/>
            </a:solidFill>
            <a:prstDash val="solid"/>
            <a:round/>
            <a:headEnd len="sm" w="sm" type="none"/>
            <a:tailEnd len="sm" w="sm" type="none"/>
          </a:ln>
        </p:spPr>
      </p:pic>
      <p:cxnSp>
        <p:nvCxnSpPr>
          <p:cNvPr id="684" name="Google Shape;684;p57"/>
          <p:cNvCxnSpPr>
            <a:stCxn id="678" idx="1"/>
          </p:cNvCxnSpPr>
          <p:nvPr/>
        </p:nvCxnSpPr>
        <p:spPr>
          <a:xfrm rot="10800000">
            <a:off x="4162300" y="2366675"/>
            <a:ext cx="661500" cy="0"/>
          </a:xfrm>
          <a:prstGeom prst="straightConnector1">
            <a:avLst/>
          </a:prstGeom>
          <a:noFill/>
          <a:ln cap="flat" cmpd="sng" w="19050">
            <a:solidFill>
              <a:schemeClr val="accent5"/>
            </a:solidFill>
            <a:prstDash val="solid"/>
            <a:round/>
            <a:headEnd len="med" w="med" type="oval"/>
            <a:tailEnd len="med" w="med" type="none"/>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8" name="Shape 688"/>
        <p:cNvGrpSpPr/>
        <p:nvPr/>
      </p:nvGrpSpPr>
      <p:grpSpPr>
        <a:xfrm>
          <a:off x="0" y="0"/>
          <a:ext cx="0" cy="0"/>
          <a:chOff x="0" y="0"/>
          <a:chExt cx="0" cy="0"/>
        </a:xfrm>
      </p:grpSpPr>
      <p:pic>
        <p:nvPicPr>
          <p:cNvPr id="689" name="Google Shape;689;p58"/>
          <p:cNvPicPr preferRelativeResize="0"/>
          <p:nvPr/>
        </p:nvPicPr>
        <p:blipFill rotWithShape="1">
          <a:blip r:embed="rId3">
            <a:alphaModFix/>
          </a:blip>
          <a:srcRect b="0" l="30051" r="30051" t="0"/>
          <a:stretch/>
        </p:blipFill>
        <p:spPr>
          <a:xfrm rot="604">
            <a:off x="5851555" y="1339691"/>
            <a:ext cx="1707000" cy="2406600"/>
          </a:xfrm>
          <a:prstGeom prst="roundRect">
            <a:avLst>
              <a:gd fmla="val 5532" name="adj"/>
            </a:avLst>
          </a:prstGeom>
          <a:noFill/>
          <a:ln cap="flat" cmpd="sng" w="28575">
            <a:solidFill>
              <a:schemeClr val="accent5"/>
            </a:solidFill>
            <a:prstDash val="solid"/>
            <a:round/>
            <a:headEnd len="sm" w="sm" type="none"/>
            <a:tailEnd len="sm" w="sm" type="none"/>
          </a:ln>
        </p:spPr>
      </p:pic>
      <p:grpSp>
        <p:nvGrpSpPr>
          <p:cNvPr id="690" name="Google Shape;690;p58"/>
          <p:cNvGrpSpPr/>
          <p:nvPr/>
        </p:nvGrpSpPr>
        <p:grpSpPr>
          <a:xfrm>
            <a:off x="5635447" y="1071240"/>
            <a:ext cx="2128586" cy="3001275"/>
            <a:chOff x="5864575" y="1825625"/>
            <a:chExt cx="1463650" cy="2063725"/>
          </a:xfrm>
        </p:grpSpPr>
        <p:sp>
          <p:nvSpPr>
            <p:cNvPr id="691" name="Google Shape;691;p58"/>
            <p:cNvSpPr/>
            <p:nvPr/>
          </p:nvSpPr>
          <p:spPr>
            <a:xfrm>
              <a:off x="5864575" y="1825625"/>
              <a:ext cx="1463650" cy="2063725"/>
            </a:xfrm>
            <a:custGeom>
              <a:rect b="b" l="l" r="r" t="t"/>
              <a:pathLst>
                <a:path extrusionOk="0" fill="none" h="82549" w="58546">
                  <a:moveTo>
                    <a:pt x="55472" y="82549"/>
                  </a:moveTo>
                  <a:lnTo>
                    <a:pt x="3025" y="82549"/>
                  </a:lnTo>
                  <a:cubicBezTo>
                    <a:pt x="1415" y="82549"/>
                    <a:pt x="0" y="81134"/>
                    <a:pt x="0" y="79475"/>
                  </a:cubicBezTo>
                  <a:lnTo>
                    <a:pt x="0" y="3269"/>
                  </a:lnTo>
                  <a:cubicBezTo>
                    <a:pt x="0" y="1415"/>
                    <a:pt x="1415" y="0"/>
                    <a:pt x="3025" y="0"/>
                  </a:cubicBezTo>
                  <a:lnTo>
                    <a:pt x="55472" y="0"/>
                  </a:lnTo>
                  <a:cubicBezTo>
                    <a:pt x="57082" y="0"/>
                    <a:pt x="58545" y="1415"/>
                    <a:pt x="58545" y="3269"/>
                  </a:cubicBezTo>
                  <a:lnTo>
                    <a:pt x="58545" y="79475"/>
                  </a:lnTo>
                  <a:cubicBezTo>
                    <a:pt x="58545" y="81134"/>
                    <a:pt x="57082" y="82549"/>
                    <a:pt x="55472" y="82549"/>
                  </a:cubicBezTo>
                  <a:close/>
                </a:path>
              </a:pathLst>
            </a:custGeom>
            <a:noFill/>
            <a:ln cap="flat" cmpd="sng" w="28575">
              <a:solidFill>
                <a:schemeClr val="accent5"/>
              </a:solidFill>
              <a:prstDash val="solid"/>
              <a:miter lim="487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8"/>
            <p:cNvSpPr/>
            <p:nvPr/>
          </p:nvSpPr>
          <p:spPr>
            <a:xfrm>
              <a:off x="6535400" y="3716150"/>
              <a:ext cx="122000" cy="121975"/>
            </a:xfrm>
            <a:custGeom>
              <a:rect b="b" l="l" r="r" t="t"/>
              <a:pathLst>
                <a:path extrusionOk="0" fill="none" h="4879" w="4880">
                  <a:moveTo>
                    <a:pt x="2440" y="4879"/>
                  </a:moveTo>
                  <a:cubicBezTo>
                    <a:pt x="976" y="4879"/>
                    <a:pt x="0" y="3854"/>
                    <a:pt x="0" y="2439"/>
                  </a:cubicBezTo>
                  <a:cubicBezTo>
                    <a:pt x="0" y="1025"/>
                    <a:pt x="976" y="0"/>
                    <a:pt x="2440" y="0"/>
                  </a:cubicBezTo>
                  <a:cubicBezTo>
                    <a:pt x="3855" y="0"/>
                    <a:pt x="4879" y="1025"/>
                    <a:pt x="4879" y="2439"/>
                  </a:cubicBezTo>
                  <a:cubicBezTo>
                    <a:pt x="4879" y="3854"/>
                    <a:pt x="3855" y="4879"/>
                    <a:pt x="2440" y="4879"/>
                  </a:cubicBezTo>
                  <a:close/>
                </a:path>
              </a:pathLst>
            </a:custGeom>
            <a:noFill/>
            <a:ln cap="flat" cmpd="sng" w="28575">
              <a:solidFill>
                <a:schemeClr val="accent5"/>
              </a:solidFill>
              <a:prstDash val="solid"/>
              <a:miter lim="487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8"/>
            <p:cNvSpPr/>
            <p:nvPr/>
          </p:nvSpPr>
          <p:spPr>
            <a:xfrm>
              <a:off x="6535400" y="1917100"/>
              <a:ext cx="122000" cy="41500"/>
            </a:xfrm>
            <a:custGeom>
              <a:rect b="b" l="l" r="r" t="t"/>
              <a:pathLst>
                <a:path extrusionOk="0" fill="none" h="1660" w="4880">
                  <a:moveTo>
                    <a:pt x="4050" y="1659"/>
                  </a:moveTo>
                  <a:lnTo>
                    <a:pt x="781" y="1659"/>
                  </a:lnTo>
                  <a:cubicBezTo>
                    <a:pt x="391" y="1659"/>
                    <a:pt x="0" y="1220"/>
                    <a:pt x="0" y="830"/>
                  </a:cubicBezTo>
                  <a:cubicBezTo>
                    <a:pt x="0" y="439"/>
                    <a:pt x="391" y="0"/>
                    <a:pt x="781" y="0"/>
                  </a:cubicBezTo>
                  <a:lnTo>
                    <a:pt x="4050" y="0"/>
                  </a:lnTo>
                  <a:cubicBezTo>
                    <a:pt x="4440" y="0"/>
                    <a:pt x="4879" y="439"/>
                    <a:pt x="4879" y="830"/>
                  </a:cubicBezTo>
                  <a:cubicBezTo>
                    <a:pt x="4879" y="1220"/>
                    <a:pt x="4440" y="1659"/>
                    <a:pt x="4050" y="1659"/>
                  </a:cubicBezTo>
                  <a:close/>
                </a:path>
              </a:pathLst>
            </a:custGeom>
            <a:noFill/>
            <a:ln cap="flat" cmpd="sng" w="28575">
              <a:solidFill>
                <a:schemeClr val="accent5"/>
              </a:solidFill>
              <a:prstDash val="solid"/>
              <a:miter lim="487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94" name="Google Shape;694;p58"/>
          <p:cNvCxnSpPr>
            <a:stCxn id="695" idx="3"/>
          </p:cNvCxnSpPr>
          <p:nvPr/>
        </p:nvCxnSpPr>
        <p:spPr>
          <a:xfrm>
            <a:off x="4392700" y="2366675"/>
            <a:ext cx="1251600" cy="0"/>
          </a:xfrm>
          <a:prstGeom prst="straightConnector1">
            <a:avLst/>
          </a:prstGeom>
          <a:noFill/>
          <a:ln cap="flat" cmpd="sng" w="19050">
            <a:solidFill>
              <a:schemeClr val="accent5"/>
            </a:solidFill>
            <a:prstDash val="solid"/>
            <a:round/>
            <a:headEnd len="med" w="med" type="oval"/>
            <a:tailEnd len="med" w="med" type="none"/>
          </a:ln>
        </p:spPr>
      </p:cxnSp>
      <p:sp>
        <p:nvSpPr>
          <p:cNvPr id="695" name="Google Shape;695;p58"/>
          <p:cNvSpPr txBox="1"/>
          <p:nvPr>
            <p:ph type="title"/>
          </p:nvPr>
        </p:nvSpPr>
        <p:spPr>
          <a:xfrm>
            <a:off x="813100" y="2104475"/>
            <a:ext cx="3579600" cy="524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TABLET</a:t>
            </a:r>
            <a:endParaRPr/>
          </a:p>
        </p:txBody>
      </p:sp>
      <p:sp>
        <p:nvSpPr>
          <p:cNvPr id="696" name="Google Shape;696;p58"/>
          <p:cNvSpPr txBox="1"/>
          <p:nvPr>
            <p:ph idx="1" type="subTitle"/>
          </p:nvPr>
        </p:nvSpPr>
        <p:spPr>
          <a:xfrm rot="-288">
            <a:off x="813025" y="2571902"/>
            <a:ext cx="3579600" cy="831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0" name="Shape 700"/>
        <p:cNvGrpSpPr/>
        <p:nvPr/>
      </p:nvGrpSpPr>
      <p:grpSpPr>
        <a:xfrm>
          <a:off x="0" y="0"/>
          <a:ext cx="0" cy="0"/>
          <a:chOff x="0" y="0"/>
          <a:chExt cx="0" cy="0"/>
        </a:xfrm>
      </p:grpSpPr>
      <p:sp>
        <p:nvSpPr>
          <p:cNvPr id="701" name="Google Shape;701;p59"/>
          <p:cNvSpPr txBox="1"/>
          <p:nvPr>
            <p:ph type="title"/>
          </p:nvPr>
        </p:nvSpPr>
        <p:spPr>
          <a:xfrm>
            <a:off x="4823800" y="2104475"/>
            <a:ext cx="3579600" cy="524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SMARTPHONE</a:t>
            </a:r>
            <a:endParaRPr/>
          </a:p>
        </p:txBody>
      </p:sp>
      <p:sp>
        <p:nvSpPr>
          <p:cNvPr id="702" name="Google Shape;702;p59"/>
          <p:cNvSpPr txBox="1"/>
          <p:nvPr>
            <p:ph idx="1" type="subTitle"/>
          </p:nvPr>
        </p:nvSpPr>
        <p:spPr>
          <a:xfrm rot="-288">
            <a:off x="4823725" y="2571902"/>
            <a:ext cx="3579600" cy="83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cxnSp>
        <p:nvCxnSpPr>
          <p:cNvPr id="703" name="Google Shape;703;p59"/>
          <p:cNvCxnSpPr>
            <a:stCxn id="701" idx="1"/>
          </p:cNvCxnSpPr>
          <p:nvPr/>
        </p:nvCxnSpPr>
        <p:spPr>
          <a:xfrm rot="10800000">
            <a:off x="3393700" y="2366675"/>
            <a:ext cx="1430100" cy="0"/>
          </a:xfrm>
          <a:prstGeom prst="straightConnector1">
            <a:avLst/>
          </a:prstGeom>
          <a:noFill/>
          <a:ln cap="flat" cmpd="sng" w="19050">
            <a:solidFill>
              <a:schemeClr val="accent5"/>
            </a:solidFill>
            <a:prstDash val="solid"/>
            <a:round/>
            <a:headEnd len="med" w="med" type="oval"/>
            <a:tailEnd len="med" w="med" type="none"/>
          </a:ln>
        </p:spPr>
      </p:cxnSp>
      <p:grpSp>
        <p:nvGrpSpPr>
          <p:cNvPr id="704" name="Google Shape;704;p59"/>
          <p:cNvGrpSpPr/>
          <p:nvPr/>
        </p:nvGrpSpPr>
        <p:grpSpPr>
          <a:xfrm rot="-223">
            <a:off x="1769733" y="1027239"/>
            <a:ext cx="1629727" cy="2984625"/>
            <a:chOff x="3547150" y="1932950"/>
            <a:chExt cx="1056275" cy="1813700"/>
          </a:xfrm>
        </p:grpSpPr>
        <p:sp>
          <p:nvSpPr>
            <p:cNvPr id="705" name="Google Shape;705;p59"/>
            <p:cNvSpPr/>
            <p:nvPr/>
          </p:nvSpPr>
          <p:spPr>
            <a:xfrm>
              <a:off x="4028925" y="2013450"/>
              <a:ext cx="86625" cy="36625"/>
            </a:xfrm>
            <a:custGeom>
              <a:rect b="b" l="l" r="r" t="t"/>
              <a:pathLst>
                <a:path extrusionOk="0" fill="none" h="1465" w="3465">
                  <a:moveTo>
                    <a:pt x="3074" y="1464"/>
                  </a:moveTo>
                  <a:lnTo>
                    <a:pt x="635" y="1464"/>
                  </a:lnTo>
                  <a:cubicBezTo>
                    <a:pt x="440" y="1464"/>
                    <a:pt x="0" y="1025"/>
                    <a:pt x="0" y="635"/>
                  </a:cubicBezTo>
                  <a:cubicBezTo>
                    <a:pt x="0" y="244"/>
                    <a:pt x="440" y="0"/>
                    <a:pt x="635" y="0"/>
                  </a:cubicBezTo>
                  <a:lnTo>
                    <a:pt x="3074" y="0"/>
                  </a:lnTo>
                  <a:cubicBezTo>
                    <a:pt x="3269" y="0"/>
                    <a:pt x="3464" y="244"/>
                    <a:pt x="3464" y="635"/>
                  </a:cubicBezTo>
                  <a:cubicBezTo>
                    <a:pt x="3464" y="1025"/>
                    <a:pt x="3269" y="1464"/>
                    <a:pt x="3074" y="1464"/>
                  </a:cubicBezTo>
                  <a:close/>
                </a:path>
              </a:pathLst>
            </a:custGeom>
            <a:noFill/>
            <a:ln cap="flat" cmpd="sng" w="28575">
              <a:solidFill>
                <a:schemeClr val="accent5"/>
              </a:solidFill>
              <a:prstDash val="solid"/>
              <a:miter lim="487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9"/>
            <p:cNvSpPr/>
            <p:nvPr/>
          </p:nvSpPr>
          <p:spPr>
            <a:xfrm>
              <a:off x="4024050" y="3568550"/>
              <a:ext cx="96375" cy="97600"/>
            </a:xfrm>
            <a:custGeom>
              <a:rect b="b" l="l" r="r" t="t"/>
              <a:pathLst>
                <a:path extrusionOk="0" fill="none" h="3904" w="3855">
                  <a:moveTo>
                    <a:pt x="0" y="1855"/>
                  </a:moveTo>
                  <a:cubicBezTo>
                    <a:pt x="0" y="3074"/>
                    <a:pt x="1025" y="3904"/>
                    <a:pt x="2049" y="3904"/>
                  </a:cubicBezTo>
                  <a:cubicBezTo>
                    <a:pt x="3074" y="3904"/>
                    <a:pt x="3854" y="3074"/>
                    <a:pt x="3854" y="1855"/>
                  </a:cubicBezTo>
                  <a:cubicBezTo>
                    <a:pt x="3854" y="830"/>
                    <a:pt x="3074" y="1"/>
                    <a:pt x="2049" y="1"/>
                  </a:cubicBezTo>
                  <a:cubicBezTo>
                    <a:pt x="1025" y="1"/>
                    <a:pt x="0" y="830"/>
                    <a:pt x="0" y="1855"/>
                  </a:cubicBezTo>
                  <a:close/>
                </a:path>
              </a:pathLst>
            </a:custGeom>
            <a:noFill/>
            <a:ln cap="flat" cmpd="sng" w="28575">
              <a:solidFill>
                <a:schemeClr val="accent5"/>
              </a:solidFill>
              <a:prstDash val="solid"/>
              <a:miter lim="487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9"/>
            <p:cNvSpPr/>
            <p:nvPr/>
          </p:nvSpPr>
          <p:spPr>
            <a:xfrm>
              <a:off x="3547150" y="1932950"/>
              <a:ext cx="1056275" cy="1813700"/>
            </a:xfrm>
            <a:custGeom>
              <a:rect b="b" l="l" r="r" t="t"/>
              <a:pathLst>
                <a:path extrusionOk="0" fill="none" h="72548" w="42251">
                  <a:moveTo>
                    <a:pt x="40006" y="72548"/>
                  </a:moveTo>
                  <a:lnTo>
                    <a:pt x="2196" y="72548"/>
                  </a:lnTo>
                  <a:cubicBezTo>
                    <a:pt x="976" y="72548"/>
                    <a:pt x="0" y="71328"/>
                    <a:pt x="0" y="69718"/>
                  </a:cubicBezTo>
                  <a:lnTo>
                    <a:pt x="0" y="2830"/>
                  </a:lnTo>
                  <a:cubicBezTo>
                    <a:pt x="0" y="1220"/>
                    <a:pt x="976" y="0"/>
                    <a:pt x="2196" y="0"/>
                  </a:cubicBezTo>
                  <a:lnTo>
                    <a:pt x="40006" y="0"/>
                  </a:lnTo>
                  <a:cubicBezTo>
                    <a:pt x="41226" y="0"/>
                    <a:pt x="42250" y="1220"/>
                    <a:pt x="42250" y="2830"/>
                  </a:cubicBezTo>
                  <a:lnTo>
                    <a:pt x="42250" y="69718"/>
                  </a:lnTo>
                  <a:cubicBezTo>
                    <a:pt x="42250" y="71328"/>
                    <a:pt x="41226" y="72548"/>
                    <a:pt x="40006" y="72548"/>
                  </a:cubicBezTo>
                  <a:close/>
                </a:path>
              </a:pathLst>
            </a:custGeom>
            <a:noFill/>
            <a:ln cap="flat" cmpd="sng" w="28575">
              <a:solidFill>
                <a:schemeClr val="accent5"/>
              </a:solidFill>
              <a:prstDash val="solid"/>
              <a:miter lim="487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08" name="Google Shape;708;p59"/>
          <p:cNvPicPr preferRelativeResize="0"/>
          <p:nvPr/>
        </p:nvPicPr>
        <p:blipFill rotWithShape="1">
          <a:blip r:embed="rId3">
            <a:alphaModFix/>
          </a:blip>
          <a:srcRect b="0" l="25592" r="11076" t="0"/>
          <a:stretch/>
        </p:blipFill>
        <p:spPr>
          <a:xfrm rot="-783">
            <a:off x="1939842" y="1302552"/>
            <a:ext cx="1317600" cy="2342400"/>
          </a:xfrm>
          <a:prstGeom prst="roundRect">
            <a:avLst>
              <a:gd fmla="val 7538" name="adj"/>
            </a:avLst>
          </a:prstGeom>
          <a:noFill/>
          <a:ln cap="flat" cmpd="sng" w="28575">
            <a:solidFill>
              <a:schemeClr val="accent5"/>
            </a:solidFill>
            <a:prstDash val="solid"/>
            <a:round/>
            <a:headEnd len="sm" w="sm" type="none"/>
            <a:tailEnd len="sm" w="sm" type="none"/>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2" name="Shape 712"/>
        <p:cNvGrpSpPr/>
        <p:nvPr/>
      </p:nvGrpSpPr>
      <p:grpSpPr>
        <a:xfrm>
          <a:off x="0" y="0"/>
          <a:ext cx="0" cy="0"/>
          <a:chOff x="0" y="0"/>
          <a:chExt cx="0" cy="0"/>
        </a:xfrm>
      </p:grpSpPr>
      <p:sp>
        <p:nvSpPr>
          <p:cNvPr id="713" name="Google Shape;713;p60"/>
          <p:cNvSpPr txBox="1"/>
          <p:nvPr>
            <p:ph idx="1" type="subTitle"/>
          </p:nvPr>
        </p:nvSpPr>
        <p:spPr>
          <a:xfrm>
            <a:off x="1760250" y="3634150"/>
            <a:ext cx="2086500" cy="36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Phil Jones</a:t>
            </a:r>
            <a:endParaRPr/>
          </a:p>
        </p:txBody>
      </p:sp>
      <p:sp>
        <p:nvSpPr>
          <p:cNvPr id="714" name="Google Shape;714;p60"/>
          <p:cNvSpPr txBox="1"/>
          <p:nvPr>
            <p:ph idx="2" type="subTitle"/>
          </p:nvPr>
        </p:nvSpPr>
        <p:spPr>
          <a:xfrm>
            <a:off x="5289725" y="3592475"/>
            <a:ext cx="20847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Lucy Stone</a:t>
            </a:r>
            <a:endParaRPr/>
          </a:p>
        </p:txBody>
      </p:sp>
      <p:sp>
        <p:nvSpPr>
          <p:cNvPr id="715" name="Google Shape;715;p60"/>
          <p:cNvSpPr txBox="1"/>
          <p:nvPr>
            <p:ph idx="3" type="subTitle"/>
          </p:nvPr>
        </p:nvSpPr>
        <p:spPr>
          <a:xfrm>
            <a:off x="1761150" y="3999251"/>
            <a:ext cx="2084700" cy="61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716" name="Google Shape;716;p60"/>
          <p:cNvSpPr txBox="1"/>
          <p:nvPr>
            <p:ph idx="4" type="subTitle"/>
          </p:nvPr>
        </p:nvSpPr>
        <p:spPr>
          <a:xfrm>
            <a:off x="5289625" y="3958175"/>
            <a:ext cx="2084700" cy="61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717" name="Google Shape;717;p60"/>
          <p:cNvSpPr txBox="1"/>
          <p:nvPr>
            <p:ph type="title"/>
          </p:nvPr>
        </p:nvSpPr>
        <p:spPr>
          <a:xfrm>
            <a:off x="720000" y="595950"/>
            <a:ext cx="7704000" cy="32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718" name="Google Shape;718;p60"/>
          <p:cNvSpPr/>
          <p:nvPr/>
        </p:nvSpPr>
        <p:spPr>
          <a:xfrm>
            <a:off x="5387525" y="1334600"/>
            <a:ext cx="1889100" cy="1889100"/>
          </a:xfrm>
          <a:prstGeom prst="ellipse">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19" name="Google Shape;719;p60"/>
          <p:cNvPicPr preferRelativeResize="0"/>
          <p:nvPr/>
        </p:nvPicPr>
        <p:blipFill rotWithShape="1">
          <a:blip r:embed="rId3">
            <a:alphaModFix/>
          </a:blip>
          <a:srcRect b="0" l="31970" r="16472" t="0"/>
          <a:stretch/>
        </p:blipFill>
        <p:spPr>
          <a:xfrm>
            <a:off x="5524224" y="1486064"/>
            <a:ext cx="1615500" cy="1621800"/>
          </a:xfrm>
          <a:prstGeom prst="ellipse">
            <a:avLst/>
          </a:prstGeom>
          <a:noFill/>
          <a:ln>
            <a:noFill/>
          </a:ln>
        </p:spPr>
      </p:pic>
      <p:sp>
        <p:nvSpPr>
          <p:cNvPr id="720" name="Google Shape;720;p60"/>
          <p:cNvSpPr/>
          <p:nvPr/>
        </p:nvSpPr>
        <p:spPr>
          <a:xfrm>
            <a:off x="1858950" y="1334600"/>
            <a:ext cx="1889100" cy="1889100"/>
          </a:xfrm>
          <a:prstGeom prst="ellipse">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21" name="Google Shape;721;p60"/>
          <p:cNvPicPr preferRelativeResize="0"/>
          <p:nvPr/>
        </p:nvPicPr>
        <p:blipFill rotWithShape="1">
          <a:blip r:embed="rId4">
            <a:alphaModFix/>
          </a:blip>
          <a:srcRect b="44404" l="29585" r="46056" t="18905"/>
          <a:stretch/>
        </p:blipFill>
        <p:spPr>
          <a:xfrm>
            <a:off x="1995649" y="1486064"/>
            <a:ext cx="1615500" cy="1621800"/>
          </a:xfrm>
          <a:prstGeom prst="ellipse">
            <a:avLst/>
          </a:prstGeom>
          <a:noFill/>
          <a:ln>
            <a:noFill/>
          </a:ln>
        </p:spPr>
      </p:pic>
      <p:cxnSp>
        <p:nvCxnSpPr>
          <p:cNvPr id="722" name="Google Shape;722;p60"/>
          <p:cNvCxnSpPr>
            <a:stCxn id="713" idx="0"/>
            <a:endCxn id="720" idx="4"/>
          </p:cNvCxnSpPr>
          <p:nvPr/>
        </p:nvCxnSpPr>
        <p:spPr>
          <a:xfrm rot="10800000">
            <a:off x="2803500" y="3223750"/>
            <a:ext cx="0" cy="410400"/>
          </a:xfrm>
          <a:prstGeom prst="straightConnector1">
            <a:avLst/>
          </a:prstGeom>
          <a:noFill/>
          <a:ln cap="flat" cmpd="sng" w="19050">
            <a:solidFill>
              <a:schemeClr val="accent5"/>
            </a:solidFill>
            <a:prstDash val="solid"/>
            <a:round/>
            <a:headEnd len="med" w="med" type="oval"/>
            <a:tailEnd len="med" w="med" type="none"/>
          </a:ln>
        </p:spPr>
      </p:cxnSp>
      <p:cxnSp>
        <p:nvCxnSpPr>
          <p:cNvPr id="723" name="Google Shape;723;p60"/>
          <p:cNvCxnSpPr>
            <a:stCxn id="714" idx="0"/>
            <a:endCxn id="718" idx="4"/>
          </p:cNvCxnSpPr>
          <p:nvPr/>
        </p:nvCxnSpPr>
        <p:spPr>
          <a:xfrm rot="10800000">
            <a:off x="6332075" y="3223775"/>
            <a:ext cx="0" cy="368700"/>
          </a:xfrm>
          <a:prstGeom prst="straightConnector1">
            <a:avLst/>
          </a:prstGeom>
          <a:noFill/>
          <a:ln cap="flat" cmpd="sng" w="19050">
            <a:solidFill>
              <a:schemeClr val="accent5"/>
            </a:solidFill>
            <a:prstDash val="solid"/>
            <a:round/>
            <a:headEnd len="med" w="med" type="oval"/>
            <a:tailEnd len="med" w="med" type="none"/>
          </a:ln>
        </p:spPr>
      </p:cxnSp>
      <p:cxnSp>
        <p:nvCxnSpPr>
          <p:cNvPr id="724" name="Google Shape;724;p60"/>
          <p:cNvCxnSpPr/>
          <p:nvPr/>
        </p:nvCxnSpPr>
        <p:spPr>
          <a:xfrm>
            <a:off x="2689050" y="1059050"/>
            <a:ext cx="3765900" cy="0"/>
          </a:xfrm>
          <a:prstGeom prst="straightConnector1">
            <a:avLst/>
          </a:prstGeom>
          <a:noFill/>
          <a:ln cap="flat" cmpd="sng" w="19050">
            <a:solidFill>
              <a:schemeClr val="accent5"/>
            </a:solidFill>
            <a:prstDash val="solid"/>
            <a:round/>
            <a:headEnd len="med" w="med" type="oval"/>
            <a:tailEnd len="med" w="med" type="oval"/>
          </a:ln>
        </p:spPr>
      </p:cxnSp>
      <p:sp>
        <p:nvSpPr>
          <p:cNvPr id="725" name="Google Shape;725;p60"/>
          <p:cNvSpPr/>
          <p:nvPr/>
        </p:nvSpPr>
        <p:spPr>
          <a:xfrm flipH="1" rot="7127248">
            <a:off x="5422197" y="1624606"/>
            <a:ext cx="193744" cy="193744"/>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60"/>
          <p:cNvSpPr/>
          <p:nvPr/>
        </p:nvSpPr>
        <p:spPr>
          <a:xfrm flipH="1" rot="7127248">
            <a:off x="2026572" y="2879456"/>
            <a:ext cx="193744" cy="193744"/>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60"/>
          <p:cNvSpPr/>
          <p:nvPr/>
        </p:nvSpPr>
        <p:spPr>
          <a:xfrm flipH="1" rot="7127248">
            <a:off x="3461872" y="1624606"/>
            <a:ext cx="193744" cy="193744"/>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60"/>
          <p:cNvSpPr/>
          <p:nvPr/>
        </p:nvSpPr>
        <p:spPr>
          <a:xfrm flipH="1" rot="7127248">
            <a:off x="6885347" y="2879456"/>
            <a:ext cx="193744" cy="193744"/>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 name="Shape 732"/>
        <p:cNvGrpSpPr/>
        <p:nvPr/>
      </p:nvGrpSpPr>
      <p:grpSpPr>
        <a:xfrm>
          <a:off x="0" y="0"/>
          <a:ext cx="0" cy="0"/>
          <a:chOff x="0" y="0"/>
          <a:chExt cx="0" cy="0"/>
        </a:xfrm>
      </p:grpSpPr>
      <p:sp>
        <p:nvSpPr>
          <p:cNvPr id="733" name="Google Shape;733;p61"/>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IMPROVE </a:t>
            </a:r>
            <a:r>
              <a:rPr lang="en"/>
              <a:t>CUSTOMER</a:t>
            </a:r>
            <a:r>
              <a:rPr lang="en"/>
              <a:t> EXPERIENCE</a:t>
            </a:r>
            <a:endParaRPr/>
          </a:p>
        </p:txBody>
      </p:sp>
      <p:graphicFrame>
        <p:nvGraphicFramePr>
          <p:cNvPr id="734" name="Google Shape;734;p61"/>
          <p:cNvGraphicFramePr/>
          <p:nvPr/>
        </p:nvGraphicFramePr>
        <p:xfrm>
          <a:off x="1528638" y="1458425"/>
          <a:ext cx="3000000" cy="3000000"/>
        </p:xfrm>
        <a:graphic>
          <a:graphicData uri="http://schemas.openxmlformats.org/drawingml/2006/table">
            <a:tbl>
              <a:tblPr>
                <a:noFill/>
                <a:tableStyleId>{DD61489F-13D1-4E5F-8757-272B2C28602A}</a:tableStyleId>
              </a:tblPr>
              <a:tblGrid>
                <a:gridCol w="1619625"/>
                <a:gridCol w="1489025"/>
                <a:gridCol w="1489025"/>
                <a:gridCol w="1489025"/>
              </a:tblGrid>
              <a:tr h="513175">
                <a:tc>
                  <a:txBody>
                    <a:bodyPr/>
                    <a:lstStyle/>
                    <a:p>
                      <a:pPr indent="0" lvl="0" marL="0" rtl="0" algn="l">
                        <a:spcBef>
                          <a:spcPts val="0"/>
                        </a:spcBef>
                        <a:spcAft>
                          <a:spcPts val="0"/>
                        </a:spcAft>
                        <a:buNone/>
                      </a:pPr>
                      <a:r>
                        <a:t/>
                      </a:r>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lt1"/>
                          </a:solidFill>
                          <a:latin typeface="Montserrat ExtraBold"/>
                          <a:ea typeface="Montserrat ExtraBold"/>
                          <a:cs typeface="Montserrat ExtraBold"/>
                          <a:sym typeface="Montserrat ExtraBold"/>
                        </a:rPr>
                        <a:t>MERCURY</a:t>
                      </a:r>
                      <a:endParaRPr sz="1800">
                        <a:solidFill>
                          <a:schemeClr val="lt1"/>
                        </a:solidFill>
                        <a:latin typeface="Montserrat ExtraBold"/>
                        <a:ea typeface="Montserrat ExtraBold"/>
                        <a:cs typeface="Montserrat ExtraBold"/>
                        <a:sym typeface="Montserrat ExtraBold"/>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lt1"/>
                          </a:solidFill>
                          <a:latin typeface="Montserrat ExtraBold"/>
                          <a:ea typeface="Montserrat ExtraBold"/>
                          <a:cs typeface="Montserrat ExtraBold"/>
                          <a:sym typeface="Montserrat ExtraBold"/>
                        </a:rPr>
                        <a:t>JUPITER</a:t>
                      </a:r>
                      <a:endParaRPr sz="1800">
                        <a:solidFill>
                          <a:schemeClr val="lt1"/>
                        </a:solidFill>
                        <a:latin typeface="Montserrat ExtraBold"/>
                        <a:ea typeface="Montserrat ExtraBold"/>
                        <a:cs typeface="Montserrat ExtraBold"/>
                        <a:sym typeface="Montserrat ExtraBold"/>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sz="1800">
                          <a:solidFill>
                            <a:schemeClr val="lt1"/>
                          </a:solidFill>
                          <a:latin typeface="Montserrat ExtraBold"/>
                          <a:ea typeface="Montserrat ExtraBold"/>
                          <a:cs typeface="Montserrat ExtraBold"/>
                          <a:sym typeface="Montserrat ExtraBold"/>
                        </a:rPr>
                        <a:t>NEPTUNE</a:t>
                      </a:r>
                      <a:endParaRPr sz="1800">
                        <a:solidFill>
                          <a:schemeClr val="lt1"/>
                        </a:solidFill>
                        <a:latin typeface="Montserrat ExtraBold"/>
                        <a:ea typeface="Montserrat ExtraBold"/>
                        <a:cs typeface="Montserrat ExtraBold"/>
                        <a:sym typeface="Montserrat ExtraBold"/>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r>
              <a:tr h="696225">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Higher </a:t>
                      </a:r>
                      <a:r>
                        <a:rPr lang="en">
                          <a:solidFill>
                            <a:schemeClr val="lt1"/>
                          </a:solidFill>
                          <a:latin typeface="Oxygen"/>
                          <a:ea typeface="Oxygen"/>
                          <a:cs typeface="Oxygen"/>
                          <a:sym typeface="Oxygen"/>
                        </a:rPr>
                        <a:t>product </a:t>
                      </a:r>
                      <a:r>
                        <a:rPr lang="en">
                          <a:solidFill>
                            <a:schemeClr val="lt1"/>
                          </a:solidFill>
                          <a:latin typeface="Oxygen"/>
                          <a:ea typeface="Oxygen"/>
                          <a:cs typeface="Oxygen"/>
                          <a:sym typeface="Oxygen"/>
                        </a:rPr>
                        <a:t>quality </a:t>
                      </a:r>
                      <a:endParaRPr>
                        <a:solidFill>
                          <a:schemeClr val="lt1"/>
                        </a:solidFill>
                        <a:latin typeface="Oxygen"/>
                        <a:ea typeface="Oxygen"/>
                        <a:cs typeface="Oxygen"/>
                        <a:sym typeface="Oxygen"/>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t/>
                      </a:r>
                      <a:endParaRPr sz="1600">
                        <a:solidFill>
                          <a:srgbClr val="000000"/>
                        </a:solidFill>
                        <a:latin typeface="Mako"/>
                        <a:ea typeface="Mako"/>
                        <a:cs typeface="Mako"/>
                        <a:sym typeface="Mako"/>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t/>
                      </a:r>
                      <a:endParaRPr sz="1600">
                        <a:solidFill>
                          <a:srgbClr val="000000"/>
                        </a:solidFill>
                        <a:latin typeface="Mako"/>
                        <a:ea typeface="Mako"/>
                        <a:cs typeface="Mako"/>
                        <a:sym typeface="Mako"/>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t/>
                      </a:r>
                      <a:endParaRPr sz="1600">
                        <a:solidFill>
                          <a:srgbClr val="000000"/>
                        </a:solidFill>
                        <a:latin typeface="Mako"/>
                        <a:ea typeface="Mako"/>
                        <a:cs typeface="Mako"/>
                        <a:sym typeface="Mako"/>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r>
              <a:tr h="696225">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Positive experience</a:t>
                      </a:r>
                      <a:endParaRPr>
                        <a:solidFill>
                          <a:schemeClr val="lt1"/>
                        </a:solidFill>
                        <a:latin typeface="Oxygen"/>
                        <a:ea typeface="Oxygen"/>
                        <a:cs typeface="Oxygen"/>
                        <a:sym typeface="Oxygen"/>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t/>
                      </a:r>
                      <a:endParaRPr sz="1600">
                        <a:solidFill>
                          <a:srgbClr val="000000"/>
                        </a:solidFill>
                        <a:latin typeface="Mako"/>
                        <a:ea typeface="Mako"/>
                        <a:cs typeface="Mako"/>
                        <a:sym typeface="Mako"/>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t/>
                      </a:r>
                      <a:endParaRPr sz="1600">
                        <a:solidFill>
                          <a:srgbClr val="000000"/>
                        </a:solidFill>
                        <a:latin typeface="Mako"/>
                        <a:ea typeface="Mako"/>
                        <a:cs typeface="Mako"/>
                        <a:sym typeface="Mako"/>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t/>
                      </a:r>
                      <a:endParaRPr sz="1600">
                        <a:solidFill>
                          <a:srgbClr val="000000"/>
                        </a:solidFill>
                        <a:latin typeface="Mako"/>
                        <a:ea typeface="Mako"/>
                        <a:cs typeface="Mako"/>
                        <a:sym typeface="Mako"/>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r>
              <a:tr h="696225">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Competitive advantage</a:t>
                      </a:r>
                      <a:endParaRPr>
                        <a:solidFill>
                          <a:schemeClr val="lt1"/>
                        </a:solidFill>
                        <a:latin typeface="Oxygen"/>
                        <a:ea typeface="Oxygen"/>
                        <a:cs typeface="Oxygen"/>
                        <a:sym typeface="Oxygen"/>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t/>
                      </a:r>
                      <a:endParaRPr sz="1600">
                        <a:solidFill>
                          <a:srgbClr val="000000"/>
                        </a:solidFill>
                        <a:latin typeface="Mako"/>
                        <a:ea typeface="Mako"/>
                        <a:cs typeface="Mako"/>
                        <a:sym typeface="Mako"/>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t/>
                      </a:r>
                      <a:endParaRPr sz="1600">
                        <a:solidFill>
                          <a:srgbClr val="000000"/>
                        </a:solidFill>
                        <a:latin typeface="Mako"/>
                        <a:ea typeface="Mako"/>
                        <a:cs typeface="Mako"/>
                        <a:sym typeface="Mako"/>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t/>
                      </a:r>
                      <a:endParaRPr sz="1600">
                        <a:solidFill>
                          <a:srgbClr val="000000"/>
                        </a:solidFill>
                        <a:latin typeface="Mako"/>
                        <a:ea typeface="Mako"/>
                        <a:cs typeface="Mako"/>
                        <a:sym typeface="Mako"/>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r>
            </a:tbl>
          </a:graphicData>
        </a:graphic>
      </p:graphicFrame>
      <p:grpSp>
        <p:nvGrpSpPr>
          <p:cNvPr id="735" name="Google Shape;735;p61"/>
          <p:cNvGrpSpPr/>
          <p:nvPr/>
        </p:nvGrpSpPr>
        <p:grpSpPr>
          <a:xfrm>
            <a:off x="3624088" y="2057313"/>
            <a:ext cx="513300" cy="513300"/>
            <a:chOff x="3624088" y="2014563"/>
            <a:chExt cx="513300" cy="513300"/>
          </a:xfrm>
        </p:grpSpPr>
        <p:sp>
          <p:nvSpPr>
            <p:cNvPr id="736" name="Google Shape;736;p61"/>
            <p:cNvSpPr/>
            <p:nvPr/>
          </p:nvSpPr>
          <p:spPr>
            <a:xfrm>
              <a:off x="3624088" y="2014563"/>
              <a:ext cx="513300" cy="5133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61"/>
            <p:cNvSpPr/>
            <p:nvPr/>
          </p:nvSpPr>
          <p:spPr>
            <a:xfrm>
              <a:off x="3759750" y="2152212"/>
              <a:ext cx="241963" cy="238028"/>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8" name="Google Shape;738;p61"/>
          <p:cNvGrpSpPr/>
          <p:nvPr/>
        </p:nvGrpSpPr>
        <p:grpSpPr>
          <a:xfrm>
            <a:off x="3624088" y="2764300"/>
            <a:ext cx="513300" cy="513300"/>
            <a:chOff x="3624088" y="2721550"/>
            <a:chExt cx="513300" cy="513300"/>
          </a:xfrm>
        </p:grpSpPr>
        <p:sp>
          <p:nvSpPr>
            <p:cNvPr id="739" name="Google Shape;739;p61"/>
            <p:cNvSpPr/>
            <p:nvPr/>
          </p:nvSpPr>
          <p:spPr>
            <a:xfrm>
              <a:off x="3624088" y="2721550"/>
              <a:ext cx="513300" cy="5133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61"/>
            <p:cNvSpPr/>
            <p:nvPr/>
          </p:nvSpPr>
          <p:spPr>
            <a:xfrm>
              <a:off x="3740921" y="2908102"/>
              <a:ext cx="279618" cy="184966"/>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1" name="Google Shape;741;p61"/>
          <p:cNvGrpSpPr/>
          <p:nvPr/>
        </p:nvGrpSpPr>
        <p:grpSpPr>
          <a:xfrm>
            <a:off x="3624088" y="3471275"/>
            <a:ext cx="513300" cy="513300"/>
            <a:chOff x="3624088" y="2721550"/>
            <a:chExt cx="513300" cy="513300"/>
          </a:xfrm>
        </p:grpSpPr>
        <p:sp>
          <p:nvSpPr>
            <p:cNvPr id="742" name="Google Shape;742;p61"/>
            <p:cNvSpPr/>
            <p:nvPr/>
          </p:nvSpPr>
          <p:spPr>
            <a:xfrm>
              <a:off x="3624088" y="2721550"/>
              <a:ext cx="513300" cy="5133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61"/>
            <p:cNvSpPr/>
            <p:nvPr/>
          </p:nvSpPr>
          <p:spPr>
            <a:xfrm>
              <a:off x="3740921" y="2908102"/>
              <a:ext cx="279618" cy="184966"/>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4" name="Google Shape;744;p61"/>
          <p:cNvGrpSpPr/>
          <p:nvPr/>
        </p:nvGrpSpPr>
        <p:grpSpPr>
          <a:xfrm>
            <a:off x="5130988" y="2764288"/>
            <a:ext cx="513300" cy="513300"/>
            <a:chOff x="3624088" y="2014563"/>
            <a:chExt cx="513300" cy="513300"/>
          </a:xfrm>
        </p:grpSpPr>
        <p:sp>
          <p:nvSpPr>
            <p:cNvPr id="745" name="Google Shape;745;p61"/>
            <p:cNvSpPr/>
            <p:nvPr/>
          </p:nvSpPr>
          <p:spPr>
            <a:xfrm>
              <a:off x="3624088" y="2014563"/>
              <a:ext cx="513300" cy="5133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61"/>
            <p:cNvSpPr/>
            <p:nvPr/>
          </p:nvSpPr>
          <p:spPr>
            <a:xfrm>
              <a:off x="3759750" y="2152212"/>
              <a:ext cx="241963" cy="238028"/>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7" name="Google Shape;747;p61"/>
          <p:cNvGrpSpPr/>
          <p:nvPr/>
        </p:nvGrpSpPr>
        <p:grpSpPr>
          <a:xfrm>
            <a:off x="5130988" y="3471275"/>
            <a:ext cx="513300" cy="513300"/>
            <a:chOff x="3624088" y="2721550"/>
            <a:chExt cx="513300" cy="513300"/>
          </a:xfrm>
        </p:grpSpPr>
        <p:sp>
          <p:nvSpPr>
            <p:cNvPr id="748" name="Google Shape;748;p61"/>
            <p:cNvSpPr/>
            <p:nvPr/>
          </p:nvSpPr>
          <p:spPr>
            <a:xfrm>
              <a:off x="3624088" y="2721550"/>
              <a:ext cx="513300" cy="5133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61"/>
            <p:cNvSpPr/>
            <p:nvPr/>
          </p:nvSpPr>
          <p:spPr>
            <a:xfrm>
              <a:off x="3740921" y="2908102"/>
              <a:ext cx="279618" cy="184966"/>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0" name="Google Shape;750;p61"/>
          <p:cNvGrpSpPr/>
          <p:nvPr/>
        </p:nvGrpSpPr>
        <p:grpSpPr>
          <a:xfrm>
            <a:off x="6637888" y="2764300"/>
            <a:ext cx="513300" cy="513300"/>
            <a:chOff x="3624088" y="2721550"/>
            <a:chExt cx="513300" cy="513300"/>
          </a:xfrm>
        </p:grpSpPr>
        <p:sp>
          <p:nvSpPr>
            <p:cNvPr id="751" name="Google Shape;751;p61"/>
            <p:cNvSpPr/>
            <p:nvPr/>
          </p:nvSpPr>
          <p:spPr>
            <a:xfrm>
              <a:off x="3624088" y="2721550"/>
              <a:ext cx="513300" cy="5133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61"/>
            <p:cNvSpPr/>
            <p:nvPr/>
          </p:nvSpPr>
          <p:spPr>
            <a:xfrm>
              <a:off x="3740921" y="2908102"/>
              <a:ext cx="279618" cy="184966"/>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3" name="Google Shape;753;p61"/>
          <p:cNvGrpSpPr/>
          <p:nvPr/>
        </p:nvGrpSpPr>
        <p:grpSpPr>
          <a:xfrm>
            <a:off x="5130988" y="2057325"/>
            <a:ext cx="513300" cy="513300"/>
            <a:chOff x="3624088" y="2721550"/>
            <a:chExt cx="513300" cy="513300"/>
          </a:xfrm>
        </p:grpSpPr>
        <p:sp>
          <p:nvSpPr>
            <p:cNvPr id="754" name="Google Shape;754;p61"/>
            <p:cNvSpPr/>
            <p:nvPr/>
          </p:nvSpPr>
          <p:spPr>
            <a:xfrm>
              <a:off x="3624088" y="2721550"/>
              <a:ext cx="513300" cy="5133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61"/>
            <p:cNvSpPr/>
            <p:nvPr/>
          </p:nvSpPr>
          <p:spPr>
            <a:xfrm>
              <a:off x="3740921" y="2908102"/>
              <a:ext cx="279618" cy="184966"/>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6" name="Google Shape;756;p61"/>
          <p:cNvGrpSpPr/>
          <p:nvPr/>
        </p:nvGrpSpPr>
        <p:grpSpPr>
          <a:xfrm>
            <a:off x="6637888" y="3471263"/>
            <a:ext cx="513300" cy="513300"/>
            <a:chOff x="3624088" y="2014563"/>
            <a:chExt cx="513300" cy="513300"/>
          </a:xfrm>
        </p:grpSpPr>
        <p:sp>
          <p:nvSpPr>
            <p:cNvPr id="757" name="Google Shape;757;p61"/>
            <p:cNvSpPr/>
            <p:nvPr/>
          </p:nvSpPr>
          <p:spPr>
            <a:xfrm>
              <a:off x="3624088" y="2014563"/>
              <a:ext cx="513300" cy="5133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61"/>
            <p:cNvSpPr/>
            <p:nvPr/>
          </p:nvSpPr>
          <p:spPr>
            <a:xfrm>
              <a:off x="3759750" y="2152212"/>
              <a:ext cx="241963" cy="238028"/>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9" name="Google Shape;759;p61"/>
          <p:cNvGrpSpPr/>
          <p:nvPr/>
        </p:nvGrpSpPr>
        <p:grpSpPr>
          <a:xfrm>
            <a:off x="6637888" y="2057313"/>
            <a:ext cx="513300" cy="513300"/>
            <a:chOff x="3624088" y="2014563"/>
            <a:chExt cx="513300" cy="513300"/>
          </a:xfrm>
        </p:grpSpPr>
        <p:sp>
          <p:nvSpPr>
            <p:cNvPr id="760" name="Google Shape;760;p61"/>
            <p:cNvSpPr/>
            <p:nvPr/>
          </p:nvSpPr>
          <p:spPr>
            <a:xfrm>
              <a:off x="3624088" y="2014563"/>
              <a:ext cx="513300" cy="5133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61"/>
            <p:cNvSpPr/>
            <p:nvPr/>
          </p:nvSpPr>
          <p:spPr>
            <a:xfrm>
              <a:off x="3759750" y="2152212"/>
              <a:ext cx="241963" cy="238028"/>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cxnSp>
        <p:nvCxnSpPr>
          <p:cNvPr id="762" name="Google Shape;762;p61"/>
          <p:cNvCxnSpPr/>
          <p:nvPr/>
        </p:nvCxnSpPr>
        <p:spPr>
          <a:xfrm>
            <a:off x="1427400" y="1059050"/>
            <a:ext cx="6289200" cy="0"/>
          </a:xfrm>
          <a:prstGeom prst="straightConnector1">
            <a:avLst/>
          </a:prstGeom>
          <a:noFill/>
          <a:ln cap="flat" cmpd="sng" w="19050">
            <a:solidFill>
              <a:schemeClr val="accent5"/>
            </a:solidFill>
            <a:prstDash val="solid"/>
            <a:round/>
            <a:headEnd len="med" w="med" type="oval"/>
            <a:tailEnd len="med" w="med" type="oval"/>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6" name="Shape 766"/>
        <p:cNvGrpSpPr/>
        <p:nvPr/>
      </p:nvGrpSpPr>
      <p:grpSpPr>
        <a:xfrm>
          <a:off x="0" y="0"/>
          <a:ext cx="0" cy="0"/>
          <a:chOff x="0" y="0"/>
          <a:chExt cx="0" cy="0"/>
        </a:xfrm>
      </p:grpSpPr>
      <p:sp>
        <p:nvSpPr>
          <p:cNvPr id="767" name="Google Shape;767;p62"/>
          <p:cNvSpPr/>
          <p:nvPr/>
        </p:nvSpPr>
        <p:spPr>
          <a:xfrm>
            <a:off x="2935788" y="1668869"/>
            <a:ext cx="768000" cy="7680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62"/>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COUNTRIES WITH IPA DEVELOPMENT</a:t>
            </a:r>
            <a:endParaRPr/>
          </a:p>
        </p:txBody>
      </p:sp>
      <p:grpSp>
        <p:nvGrpSpPr>
          <p:cNvPr id="769" name="Google Shape;769;p62"/>
          <p:cNvGrpSpPr/>
          <p:nvPr/>
        </p:nvGrpSpPr>
        <p:grpSpPr>
          <a:xfrm>
            <a:off x="4087813" y="1514196"/>
            <a:ext cx="4247990" cy="2699789"/>
            <a:chOff x="2447759" y="1631244"/>
            <a:chExt cx="4475337" cy="2606477"/>
          </a:xfrm>
        </p:grpSpPr>
        <p:sp>
          <p:nvSpPr>
            <p:cNvPr id="770" name="Google Shape;770;p62"/>
            <p:cNvSpPr/>
            <p:nvPr/>
          </p:nvSpPr>
          <p:spPr>
            <a:xfrm>
              <a:off x="5096650" y="2905880"/>
              <a:ext cx="1013786" cy="226284"/>
            </a:xfrm>
            <a:custGeom>
              <a:rect b="b" l="l" r="r" t="t"/>
              <a:pathLst>
                <a:path extrusionOk="0" h="13204" w="59156">
                  <a:moveTo>
                    <a:pt x="1" y="0"/>
                  </a:moveTo>
                  <a:lnTo>
                    <a:pt x="1" y="0"/>
                  </a:lnTo>
                  <a:close/>
                  <a:moveTo>
                    <a:pt x="59155" y="13203"/>
                  </a:move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62"/>
            <p:cNvSpPr/>
            <p:nvPr/>
          </p:nvSpPr>
          <p:spPr>
            <a:xfrm>
              <a:off x="4055342" y="1718217"/>
              <a:ext cx="2823335" cy="2131374"/>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62"/>
            <p:cNvSpPr/>
            <p:nvPr/>
          </p:nvSpPr>
          <p:spPr>
            <a:xfrm>
              <a:off x="6114858" y="3395584"/>
              <a:ext cx="760271" cy="557911"/>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62"/>
            <p:cNvSpPr/>
            <p:nvPr/>
          </p:nvSpPr>
          <p:spPr>
            <a:xfrm>
              <a:off x="6477059" y="3200662"/>
              <a:ext cx="391849" cy="213739"/>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62"/>
            <p:cNvSpPr/>
            <p:nvPr/>
          </p:nvSpPr>
          <p:spPr>
            <a:xfrm>
              <a:off x="6104490" y="3057067"/>
              <a:ext cx="193414" cy="218297"/>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62"/>
            <p:cNvSpPr/>
            <p:nvPr/>
          </p:nvSpPr>
          <p:spPr>
            <a:xfrm>
              <a:off x="5861634" y="3081745"/>
              <a:ext cx="371404" cy="295245"/>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62"/>
            <p:cNvSpPr/>
            <p:nvPr/>
          </p:nvSpPr>
          <p:spPr>
            <a:xfrm>
              <a:off x="5069402" y="3400759"/>
              <a:ext cx="155797" cy="271064"/>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62"/>
            <p:cNvSpPr/>
            <p:nvPr/>
          </p:nvSpPr>
          <p:spPr>
            <a:xfrm>
              <a:off x="6474403" y="2278767"/>
              <a:ext cx="183337" cy="286728"/>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62"/>
            <p:cNvSpPr/>
            <p:nvPr/>
          </p:nvSpPr>
          <p:spPr>
            <a:xfrm>
              <a:off x="6383779" y="2800416"/>
              <a:ext cx="159636" cy="264209"/>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62"/>
            <p:cNvSpPr/>
            <p:nvPr/>
          </p:nvSpPr>
          <p:spPr>
            <a:xfrm>
              <a:off x="6269746" y="3159429"/>
              <a:ext cx="127075" cy="155900"/>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62"/>
            <p:cNvSpPr/>
            <p:nvPr/>
          </p:nvSpPr>
          <p:spPr>
            <a:xfrm>
              <a:off x="5022308" y="1720342"/>
              <a:ext cx="178316" cy="111737"/>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62"/>
            <p:cNvSpPr/>
            <p:nvPr/>
          </p:nvSpPr>
          <p:spPr>
            <a:xfrm>
              <a:off x="4698608" y="1677841"/>
              <a:ext cx="168822" cy="6085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62"/>
            <p:cNvSpPr/>
            <p:nvPr/>
          </p:nvSpPr>
          <p:spPr>
            <a:xfrm>
              <a:off x="4228002" y="2086090"/>
              <a:ext cx="79398" cy="79398"/>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62"/>
            <p:cNvSpPr/>
            <p:nvPr/>
          </p:nvSpPr>
          <p:spPr>
            <a:xfrm>
              <a:off x="6230742" y="3351232"/>
              <a:ext cx="147622" cy="56468"/>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62"/>
            <p:cNvSpPr/>
            <p:nvPr/>
          </p:nvSpPr>
          <p:spPr>
            <a:xfrm>
              <a:off x="5986686" y="1737222"/>
              <a:ext cx="179721" cy="37583"/>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62"/>
            <p:cNvSpPr/>
            <p:nvPr/>
          </p:nvSpPr>
          <p:spPr>
            <a:xfrm>
              <a:off x="6515275" y="3990924"/>
              <a:ext cx="86184" cy="66751"/>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62"/>
            <p:cNvSpPr/>
            <p:nvPr/>
          </p:nvSpPr>
          <p:spPr>
            <a:xfrm>
              <a:off x="5718005" y="2972802"/>
              <a:ext cx="56280" cy="87778"/>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62"/>
            <p:cNvSpPr/>
            <p:nvPr/>
          </p:nvSpPr>
          <p:spPr>
            <a:xfrm>
              <a:off x="5398733" y="1664354"/>
              <a:ext cx="110194" cy="45346"/>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62"/>
            <p:cNvSpPr/>
            <p:nvPr/>
          </p:nvSpPr>
          <p:spPr>
            <a:xfrm>
              <a:off x="4806711" y="1664988"/>
              <a:ext cx="80872" cy="38199"/>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62"/>
            <p:cNvSpPr/>
            <p:nvPr/>
          </p:nvSpPr>
          <p:spPr>
            <a:xfrm>
              <a:off x="6341724" y="3354540"/>
              <a:ext cx="87675" cy="52544"/>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62"/>
            <p:cNvSpPr/>
            <p:nvPr/>
          </p:nvSpPr>
          <p:spPr>
            <a:xfrm>
              <a:off x="6370498" y="2669828"/>
              <a:ext cx="46460" cy="64334"/>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62"/>
            <p:cNvSpPr/>
            <p:nvPr/>
          </p:nvSpPr>
          <p:spPr>
            <a:xfrm>
              <a:off x="6365408" y="2942006"/>
              <a:ext cx="51841" cy="66682"/>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62"/>
            <p:cNvSpPr/>
            <p:nvPr/>
          </p:nvSpPr>
          <p:spPr>
            <a:xfrm>
              <a:off x="4902362" y="1662589"/>
              <a:ext cx="76433" cy="32441"/>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62"/>
            <p:cNvSpPr/>
            <p:nvPr/>
          </p:nvSpPr>
          <p:spPr>
            <a:xfrm>
              <a:off x="6545506" y="3118162"/>
              <a:ext cx="45294" cy="54703"/>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62"/>
            <p:cNvSpPr/>
            <p:nvPr/>
          </p:nvSpPr>
          <p:spPr>
            <a:xfrm>
              <a:off x="4993585" y="1657259"/>
              <a:ext cx="59793" cy="34378"/>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62"/>
            <p:cNvSpPr/>
            <p:nvPr/>
          </p:nvSpPr>
          <p:spPr>
            <a:xfrm>
              <a:off x="6582266" y="1805944"/>
              <a:ext cx="55577" cy="28654"/>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62"/>
            <p:cNvSpPr/>
            <p:nvPr/>
          </p:nvSpPr>
          <p:spPr>
            <a:xfrm>
              <a:off x="5516108" y="1689769"/>
              <a:ext cx="55903" cy="32201"/>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62"/>
            <p:cNvSpPr/>
            <p:nvPr/>
          </p:nvSpPr>
          <p:spPr>
            <a:xfrm>
              <a:off x="6435089" y="3244380"/>
              <a:ext cx="53332" cy="27574"/>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62"/>
            <p:cNvSpPr/>
            <p:nvPr/>
          </p:nvSpPr>
          <p:spPr>
            <a:xfrm>
              <a:off x="5066745" y="1663771"/>
              <a:ext cx="42518" cy="27266"/>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62"/>
            <p:cNvSpPr/>
            <p:nvPr/>
          </p:nvSpPr>
          <p:spPr>
            <a:xfrm>
              <a:off x="3727776" y="1669118"/>
              <a:ext cx="356597" cy="65157"/>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62"/>
            <p:cNvSpPr/>
            <p:nvPr/>
          </p:nvSpPr>
          <p:spPr>
            <a:xfrm>
              <a:off x="2447759" y="1631244"/>
              <a:ext cx="2215913" cy="2606477"/>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62"/>
            <p:cNvSpPr/>
            <p:nvPr/>
          </p:nvSpPr>
          <p:spPr>
            <a:xfrm>
              <a:off x="3371796" y="1701079"/>
              <a:ext cx="193996" cy="62843"/>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62"/>
            <p:cNvSpPr/>
            <p:nvPr/>
          </p:nvSpPr>
          <p:spPr>
            <a:xfrm>
              <a:off x="3283829" y="2700453"/>
              <a:ext cx="180681" cy="7753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62"/>
            <p:cNvSpPr/>
            <p:nvPr/>
          </p:nvSpPr>
          <p:spPr>
            <a:xfrm>
              <a:off x="3577035" y="1679983"/>
              <a:ext cx="111068" cy="76793"/>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62"/>
            <p:cNvSpPr/>
            <p:nvPr/>
          </p:nvSpPr>
          <p:spPr>
            <a:xfrm>
              <a:off x="3445539" y="2765198"/>
              <a:ext cx="113142" cy="50693"/>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62"/>
            <p:cNvSpPr/>
            <p:nvPr/>
          </p:nvSpPr>
          <p:spPr>
            <a:xfrm>
              <a:off x="3605466" y="1902479"/>
              <a:ext cx="88858" cy="44232"/>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62"/>
            <p:cNvSpPr/>
            <p:nvPr/>
          </p:nvSpPr>
          <p:spPr>
            <a:xfrm>
              <a:off x="3513352" y="1686975"/>
              <a:ext cx="64608" cy="30728"/>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62"/>
            <p:cNvSpPr/>
            <p:nvPr/>
          </p:nvSpPr>
          <p:spPr>
            <a:xfrm>
              <a:off x="3569923" y="2789756"/>
              <a:ext cx="40599" cy="3038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62"/>
            <p:cNvSpPr/>
            <p:nvPr/>
          </p:nvSpPr>
          <p:spPr>
            <a:xfrm>
              <a:off x="3840318" y="4154484"/>
              <a:ext cx="42964" cy="26889"/>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62"/>
            <p:cNvSpPr/>
            <p:nvPr/>
          </p:nvSpPr>
          <p:spPr>
            <a:xfrm>
              <a:off x="3387494" y="2793921"/>
              <a:ext cx="38508" cy="26238"/>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62"/>
            <p:cNvSpPr/>
            <p:nvPr/>
          </p:nvSpPr>
          <p:spPr>
            <a:xfrm>
              <a:off x="6890621" y="3300437"/>
              <a:ext cx="32476" cy="36709"/>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62"/>
            <p:cNvSpPr/>
            <p:nvPr/>
          </p:nvSpPr>
          <p:spPr>
            <a:xfrm>
              <a:off x="5002771" y="1837682"/>
              <a:ext cx="37634" cy="2598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62"/>
            <p:cNvSpPr/>
            <p:nvPr/>
          </p:nvSpPr>
          <p:spPr>
            <a:xfrm>
              <a:off x="6395621" y="3252880"/>
              <a:ext cx="34361" cy="25586"/>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62"/>
            <p:cNvSpPr/>
            <p:nvPr/>
          </p:nvSpPr>
          <p:spPr>
            <a:xfrm>
              <a:off x="6640242" y="2276642"/>
              <a:ext cx="31584" cy="28928"/>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62"/>
            <p:cNvSpPr/>
            <p:nvPr/>
          </p:nvSpPr>
          <p:spPr>
            <a:xfrm>
              <a:off x="4495141" y="2320960"/>
              <a:ext cx="36743" cy="86493"/>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62"/>
            <p:cNvSpPr/>
            <p:nvPr/>
          </p:nvSpPr>
          <p:spPr>
            <a:xfrm>
              <a:off x="4741253" y="2462224"/>
              <a:ext cx="64283" cy="31122"/>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62"/>
            <p:cNvSpPr/>
            <p:nvPr/>
          </p:nvSpPr>
          <p:spPr>
            <a:xfrm>
              <a:off x="4889047" y="2470725"/>
              <a:ext cx="34669" cy="25775"/>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62"/>
            <p:cNvSpPr/>
            <p:nvPr/>
          </p:nvSpPr>
          <p:spPr>
            <a:xfrm>
              <a:off x="4402462" y="2377805"/>
              <a:ext cx="30796" cy="26169"/>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818" name="Google Shape;818;p62"/>
          <p:cNvCxnSpPr/>
          <p:nvPr/>
        </p:nvCxnSpPr>
        <p:spPr>
          <a:xfrm>
            <a:off x="1427400" y="1059050"/>
            <a:ext cx="6289200" cy="0"/>
          </a:xfrm>
          <a:prstGeom prst="straightConnector1">
            <a:avLst/>
          </a:prstGeom>
          <a:noFill/>
          <a:ln cap="flat" cmpd="sng" w="19050">
            <a:solidFill>
              <a:schemeClr val="accent5"/>
            </a:solidFill>
            <a:prstDash val="solid"/>
            <a:round/>
            <a:headEnd len="med" w="med" type="oval"/>
            <a:tailEnd len="med" w="med" type="oval"/>
          </a:ln>
        </p:spPr>
      </p:cxnSp>
      <p:sp>
        <p:nvSpPr>
          <p:cNvPr id="819" name="Google Shape;819;p62"/>
          <p:cNvSpPr txBox="1"/>
          <p:nvPr/>
        </p:nvSpPr>
        <p:spPr>
          <a:xfrm>
            <a:off x="953450" y="1913800"/>
            <a:ext cx="1529700" cy="278100"/>
          </a:xfrm>
          <a:prstGeom prst="rect">
            <a:avLst/>
          </a:prstGeom>
          <a:noFill/>
          <a:ln>
            <a:noFill/>
          </a:ln>
        </p:spPr>
        <p:txBody>
          <a:bodyPr anchorCtr="0" anchor="ctr" bIns="0" lIns="0" spcFirstLastPara="1" rIns="91425" wrap="square" tIns="0">
            <a:noAutofit/>
          </a:bodyPr>
          <a:lstStyle/>
          <a:p>
            <a:pPr indent="0" lvl="0" marL="0" rtl="0" algn="r">
              <a:spcBef>
                <a:spcPts val="0"/>
              </a:spcBef>
              <a:spcAft>
                <a:spcPts val="0"/>
              </a:spcAft>
              <a:buNone/>
            </a:pPr>
            <a:r>
              <a:rPr lang="en" sz="2000">
                <a:solidFill>
                  <a:schemeClr val="lt1"/>
                </a:solidFill>
                <a:latin typeface="Montserrat ExtraBold"/>
                <a:ea typeface="Montserrat ExtraBold"/>
                <a:cs typeface="Montserrat ExtraBold"/>
                <a:sym typeface="Montserrat ExtraBold"/>
              </a:rPr>
              <a:t>MARS</a:t>
            </a:r>
            <a:endParaRPr sz="2000">
              <a:solidFill>
                <a:schemeClr val="lt1"/>
              </a:solidFill>
              <a:latin typeface="Montserrat ExtraBold"/>
              <a:ea typeface="Montserrat ExtraBold"/>
              <a:cs typeface="Montserrat ExtraBold"/>
              <a:sym typeface="Montserrat ExtraBold"/>
            </a:endParaRPr>
          </a:p>
        </p:txBody>
      </p:sp>
      <p:sp>
        <p:nvSpPr>
          <p:cNvPr id="820" name="Google Shape;820;p62"/>
          <p:cNvSpPr txBox="1"/>
          <p:nvPr/>
        </p:nvSpPr>
        <p:spPr>
          <a:xfrm>
            <a:off x="1100450" y="2139628"/>
            <a:ext cx="1382700" cy="545400"/>
          </a:xfrm>
          <a:prstGeom prst="rect">
            <a:avLst/>
          </a:prstGeom>
          <a:noFill/>
          <a:ln>
            <a:noFill/>
          </a:ln>
        </p:spPr>
        <p:txBody>
          <a:bodyPr anchorCtr="0" anchor="ctr" bIns="0" lIns="0" spcFirstLastPara="1" rIns="91425" wrap="square" tIns="0">
            <a:noAutofit/>
          </a:bodyPr>
          <a:lstStyle/>
          <a:p>
            <a:pPr indent="0" lvl="0" marL="0" rtl="0" algn="r">
              <a:spcBef>
                <a:spcPts val="0"/>
              </a:spcBef>
              <a:spcAft>
                <a:spcPts val="0"/>
              </a:spcAft>
              <a:buClr>
                <a:srgbClr val="000000"/>
              </a:buClr>
              <a:buSzPts val="1100"/>
              <a:buFont typeface="Arial"/>
              <a:buNone/>
            </a:pPr>
            <a:r>
              <a:rPr lang="en">
                <a:solidFill>
                  <a:schemeClr val="lt1"/>
                </a:solidFill>
                <a:latin typeface="Avenir"/>
                <a:ea typeface="Avenir"/>
                <a:cs typeface="Avenir"/>
                <a:sym typeface="Avenir"/>
              </a:rPr>
              <a:t>Mars is actually a cold place</a:t>
            </a:r>
            <a:endParaRPr>
              <a:solidFill>
                <a:schemeClr val="lt1"/>
              </a:solidFill>
              <a:latin typeface="Avenir"/>
              <a:ea typeface="Avenir"/>
              <a:cs typeface="Avenir"/>
              <a:sym typeface="Avenir"/>
            </a:endParaRPr>
          </a:p>
        </p:txBody>
      </p:sp>
      <p:sp>
        <p:nvSpPr>
          <p:cNvPr id="821" name="Google Shape;821;p62"/>
          <p:cNvSpPr txBox="1"/>
          <p:nvPr/>
        </p:nvSpPr>
        <p:spPr>
          <a:xfrm>
            <a:off x="2935800" y="1854111"/>
            <a:ext cx="768000" cy="397500"/>
          </a:xfrm>
          <a:prstGeom prst="rect">
            <a:avLst/>
          </a:prstGeom>
          <a:noFill/>
          <a:ln>
            <a:noFill/>
          </a:ln>
        </p:spPr>
        <p:txBody>
          <a:bodyPr anchorCtr="0" anchor="ctr" bIns="0" lIns="0" spcFirstLastPara="1" rIns="91425" wrap="square" tIns="0">
            <a:noAutofit/>
          </a:bodyPr>
          <a:lstStyle/>
          <a:p>
            <a:pPr indent="0" lvl="0" marL="0" rtl="0" algn="r">
              <a:spcBef>
                <a:spcPts val="0"/>
              </a:spcBef>
              <a:spcAft>
                <a:spcPts val="0"/>
              </a:spcAft>
              <a:buNone/>
            </a:pPr>
            <a:r>
              <a:rPr lang="en" sz="2000">
                <a:solidFill>
                  <a:schemeClr val="accent2"/>
                </a:solidFill>
                <a:latin typeface="Montserrat ExtraBold"/>
                <a:ea typeface="Montserrat ExtraBold"/>
                <a:cs typeface="Montserrat ExtraBold"/>
                <a:sym typeface="Montserrat ExtraBold"/>
              </a:rPr>
              <a:t>70%</a:t>
            </a:r>
            <a:endParaRPr sz="2000">
              <a:solidFill>
                <a:schemeClr val="accent2"/>
              </a:solidFill>
              <a:latin typeface="Montserrat ExtraBold"/>
              <a:ea typeface="Montserrat ExtraBold"/>
              <a:cs typeface="Montserrat ExtraBold"/>
              <a:sym typeface="Montserrat ExtraBold"/>
            </a:endParaRPr>
          </a:p>
        </p:txBody>
      </p:sp>
      <p:sp>
        <p:nvSpPr>
          <p:cNvPr id="822" name="Google Shape;822;p62"/>
          <p:cNvSpPr txBox="1"/>
          <p:nvPr/>
        </p:nvSpPr>
        <p:spPr>
          <a:xfrm>
            <a:off x="953450" y="3437075"/>
            <a:ext cx="1529700" cy="278100"/>
          </a:xfrm>
          <a:prstGeom prst="rect">
            <a:avLst/>
          </a:prstGeom>
          <a:noFill/>
          <a:ln>
            <a:noFill/>
          </a:ln>
        </p:spPr>
        <p:txBody>
          <a:bodyPr anchorCtr="0" anchor="ctr" bIns="0" lIns="0" spcFirstLastPara="1" rIns="91425" wrap="square" tIns="0">
            <a:noAutofit/>
          </a:bodyPr>
          <a:lstStyle/>
          <a:p>
            <a:pPr indent="0" lvl="0" marL="0" rtl="0" algn="r">
              <a:spcBef>
                <a:spcPts val="0"/>
              </a:spcBef>
              <a:spcAft>
                <a:spcPts val="0"/>
              </a:spcAft>
              <a:buNone/>
            </a:pPr>
            <a:r>
              <a:rPr lang="en" sz="2000">
                <a:solidFill>
                  <a:schemeClr val="lt1"/>
                </a:solidFill>
                <a:latin typeface="Montserrat ExtraBold"/>
                <a:ea typeface="Montserrat ExtraBold"/>
                <a:cs typeface="Montserrat ExtraBold"/>
                <a:sym typeface="Montserrat ExtraBold"/>
              </a:rPr>
              <a:t>NEPTUNE</a:t>
            </a:r>
            <a:endParaRPr sz="2000">
              <a:solidFill>
                <a:schemeClr val="lt1"/>
              </a:solidFill>
              <a:latin typeface="Montserrat ExtraBold"/>
              <a:ea typeface="Montserrat ExtraBold"/>
              <a:cs typeface="Montserrat ExtraBold"/>
              <a:sym typeface="Montserrat ExtraBold"/>
            </a:endParaRPr>
          </a:p>
        </p:txBody>
      </p:sp>
      <p:sp>
        <p:nvSpPr>
          <p:cNvPr id="823" name="Google Shape;823;p62"/>
          <p:cNvSpPr txBox="1"/>
          <p:nvPr/>
        </p:nvSpPr>
        <p:spPr>
          <a:xfrm>
            <a:off x="1100450" y="3668578"/>
            <a:ext cx="1382700" cy="545400"/>
          </a:xfrm>
          <a:prstGeom prst="rect">
            <a:avLst/>
          </a:prstGeom>
          <a:noFill/>
          <a:ln>
            <a:noFill/>
          </a:ln>
        </p:spPr>
        <p:txBody>
          <a:bodyPr anchorCtr="0" anchor="ctr" bIns="0" lIns="0" spcFirstLastPara="1" rIns="91425" wrap="square" tIns="0">
            <a:noAutofit/>
          </a:bodyPr>
          <a:lstStyle/>
          <a:p>
            <a:pPr indent="0" lvl="0" marL="0" rtl="0" algn="r">
              <a:spcBef>
                <a:spcPts val="0"/>
              </a:spcBef>
              <a:spcAft>
                <a:spcPts val="0"/>
              </a:spcAft>
              <a:buNone/>
            </a:pPr>
            <a:r>
              <a:rPr lang="en">
                <a:solidFill>
                  <a:schemeClr val="lt1"/>
                </a:solidFill>
                <a:latin typeface="Avenir"/>
                <a:ea typeface="Avenir"/>
                <a:cs typeface="Avenir"/>
                <a:sym typeface="Avenir"/>
              </a:rPr>
              <a:t>It’s far away from the Earth</a:t>
            </a:r>
            <a:endParaRPr>
              <a:solidFill>
                <a:schemeClr val="lt1"/>
              </a:solidFill>
              <a:latin typeface="Avenir"/>
              <a:ea typeface="Avenir"/>
              <a:cs typeface="Avenir"/>
              <a:sym typeface="Avenir"/>
            </a:endParaRPr>
          </a:p>
        </p:txBody>
      </p:sp>
      <p:sp>
        <p:nvSpPr>
          <p:cNvPr id="824" name="Google Shape;824;p62"/>
          <p:cNvSpPr/>
          <p:nvPr/>
        </p:nvSpPr>
        <p:spPr>
          <a:xfrm>
            <a:off x="2935788" y="3192125"/>
            <a:ext cx="768000" cy="7680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62"/>
          <p:cNvSpPr txBox="1"/>
          <p:nvPr/>
        </p:nvSpPr>
        <p:spPr>
          <a:xfrm>
            <a:off x="2935950" y="3377375"/>
            <a:ext cx="767700" cy="397500"/>
          </a:xfrm>
          <a:prstGeom prst="rect">
            <a:avLst/>
          </a:prstGeom>
          <a:noFill/>
          <a:ln>
            <a:noFill/>
          </a:ln>
        </p:spPr>
        <p:txBody>
          <a:bodyPr anchorCtr="0" anchor="ctr" bIns="0" lIns="0" spcFirstLastPara="1" rIns="91425" wrap="square" tIns="0">
            <a:noAutofit/>
          </a:bodyPr>
          <a:lstStyle/>
          <a:p>
            <a:pPr indent="0" lvl="0" marL="0" rtl="0" algn="r">
              <a:spcBef>
                <a:spcPts val="0"/>
              </a:spcBef>
              <a:spcAft>
                <a:spcPts val="0"/>
              </a:spcAft>
              <a:buNone/>
            </a:pPr>
            <a:r>
              <a:rPr lang="en" sz="2000">
                <a:solidFill>
                  <a:schemeClr val="accent2"/>
                </a:solidFill>
                <a:latin typeface="Montserrat ExtraBold"/>
                <a:ea typeface="Montserrat ExtraBold"/>
                <a:cs typeface="Montserrat ExtraBold"/>
                <a:sym typeface="Montserrat ExtraBold"/>
              </a:rPr>
              <a:t>30%</a:t>
            </a:r>
            <a:endParaRPr sz="2000">
              <a:solidFill>
                <a:schemeClr val="accent2"/>
              </a:solidFill>
              <a:latin typeface="Montserrat ExtraBold"/>
              <a:ea typeface="Montserrat ExtraBold"/>
              <a:cs typeface="Montserrat ExtraBold"/>
              <a:sym typeface="Montserrat ExtraBold"/>
            </a:endParaRPr>
          </a:p>
        </p:txBody>
      </p:sp>
      <p:cxnSp>
        <p:nvCxnSpPr>
          <p:cNvPr id="826" name="Google Shape;826;p62"/>
          <p:cNvCxnSpPr>
            <a:stCxn id="821" idx="3"/>
          </p:cNvCxnSpPr>
          <p:nvPr/>
        </p:nvCxnSpPr>
        <p:spPr>
          <a:xfrm>
            <a:off x="3703800" y="2052861"/>
            <a:ext cx="3364500" cy="393000"/>
          </a:xfrm>
          <a:prstGeom prst="bentConnector3">
            <a:avLst>
              <a:gd fmla="val 56765" name="adj1"/>
            </a:avLst>
          </a:prstGeom>
          <a:noFill/>
          <a:ln cap="flat" cmpd="sng" w="19050">
            <a:solidFill>
              <a:schemeClr val="accent5"/>
            </a:solidFill>
            <a:prstDash val="solid"/>
            <a:round/>
            <a:headEnd len="med" w="med" type="none"/>
            <a:tailEnd len="med" w="med" type="oval"/>
          </a:ln>
        </p:spPr>
      </p:cxnSp>
      <p:cxnSp>
        <p:nvCxnSpPr>
          <p:cNvPr id="827" name="Google Shape;827;p62"/>
          <p:cNvCxnSpPr>
            <a:stCxn id="825" idx="3"/>
          </p:cNvCxnSpPr>
          <p:nvPr/>
        </p:nvCxnSpPr>
        <p:spPr>
          <a:xfrm flipH="1" rot="10800000">
            <a:off x="3703650" y="2350625"/>
            <a:ext cx="1097100" cy="1225500"/>
          </a:xfrm>
          <a:prstGeom prst="bentConnector2">
            <a:avLst/>
          </a:prstGeom>
          <a:noFill/>
          <a:ln cap="flat" cmpd="sng" w="19050">
            <a:solidFill>
              <a:schemeClr val="accent5"/>
            </a:solidFill>
            <a:prstDash val="solid"/>
            <a:round/>
            <a:headEnd len="med" w="med" type="none"/>
            <a:tailEnd len="med" w="med" type="oval"/>
          </a:ln>
        </p:spPr>
      </p:cxnSp>
      <p:cxnSp>
        <p:nvCxnSpPr>
          <p:cNvPr id="828" name="Google Shape;828;p62"/>
          <p:cNvCxnSpPr>
            <a:endCxn id="822" idx="3"/>
          </p:cNvCxnSpPr>
          <p:nvPr/>
        </p:nvCxnSpPr>
        <p:spPr>
          <a:xfrm rot="10800000">
            <a:off x="2483150" y="3576125"/>
            <a:ext cx="452700" cy="0"/>
          </a:xfrm>
          <a:prstGeom prst="straightConnector1">
            <a:avLst/>
          </a:prstGeom>
          <a:noFill/>
          <a:ln cap="flat" cmpd="sng" w="19050">
            <a:solidFill>
              <a:schemeClr val="accent5"/>
            </a:solidFill>
            <a:prstDash val="solid"/>
            <a:round/>
            <a:headEnd len="med" w="med" type="none"/>
            <a:tailEnd len="med" w="med" type="oval"/>
          </a:ln>
        </p:spPr>
      </p:cxnSp>
      <p:cxnSp>
        <p:nvCxnSpPr>
          <p:cNvPr id="829" name="Google Shape;829;p62"/>
          <p:cNvCxnSpPr>
            <a:stCxn id="821" idx="1"/>
            <a:endCxn id="819" idx="3"/>
          </p:cNvCxnSpPr>
          <p:nvPr/>
        </p:nvCxnSpPr>
        <p:spPr>
          <a:xfrm rot="10800000">
            <a:off x="2483100" y="2052861"/>
            <a:ext cx="452700" cy="0"/>
          </a:xfrm>
          <a:prstGeom prst="straightConnector1">
            <a:avLst/>
          </a:prstGeom>
          <a:noFill/>
          <a:ln cap="flat" cmpd="sng" w="19050">
            <a:solidFill>
              <a:schemeClr val="accent5"/>
            </a:solidFill>
            <a:prstDash val="solid"/>
            <a:round/>
            <a:headEnd len="med" w="med" type="none"/>
            <a:tailEnd len="med" w="med" type="oval"/>
          </a:ln>
        </p:spPr>
      </p:cxn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3" name="Shape 833"/>
        <p:cNvGrpSpPr/>
        <p:nvPr/>
      </p:nvGrpSpPr>
      <p:grpSpPr>
        <a:xfrm>
          <a:off x="0" y="0"/>
          <a:ext cx="0" cy="0"/>
          <a:chOff x="0" y="0"/>
          <a:chExt cx="0" cy="0"/>
        </a:xfrm>
      </p:grpSpPr>
      <p:sp>
        <p:nvSpPr>
          <p:cNvPr id="834" name="Google Shape;834;p63"/>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FUTURE OF IPA</a:t>
            </a:r>
            <a:endParaRPr/>
          </a:p>
        </p:txBody>
      </p:sp>
      <p:cxnSp>
        <p:nvCxnSpPr>
          <p:cNvPr id="835" name="Google Shape;835;p63"/>
          <p:cNvCxnSpPr/>
          <p:nvPr/>
        </p:nvCxnSpPr>
        <p:spPr>
          <a:xfrm>
            <a:off x="2689050" y="1059050"/>
            <a:ext cx="3765900" cy="0"/>
          </a:xfrm>
          <a:prstGeom prst="straightConnector1">
            <a:avLst/>
          </a:prstGeom>
          <a:noFill/>
          <a:ln cap="flat" cmpd="sng" w="19050">
            <a:solidFill>
              <a:schemeClr val="accent5"/>
            </a:solidFill>
            <a:prstDash val="solid"/>
            <a:round/>
            <a:headEnd len="med" w="med" type="oval"/>
            <a:tailEnd len="med" w="med" type="oval"/>
          </a:ln>
        </p:spPr>
      </p:cxnSp>
      <p:cxnSp>
        <p:nvCxnSpPr>
          <p:cNvPr id="836" name="Google Shape;836;p63"/>
          <p:cNvCxnSpPr/>
          <p:nvPr/>
        </p:nvCxnSpPr>
        <p:spPr>
          <a:xfrm>
            <a:off x="712625" y="2187763"/>
            <a:ext cx="7710600" cy="0"/>
          </a:xfrm>
          <a:prstGeom prst="straightConnector1">
            <a:avLst/>
          </a:prstGeom>
          <a:noFill/>
          <a:ln cap="flat" cmpd="sng" w="19050">
            <a:solidFill>
              <a:schemeClr val="accent5"/>
            </a:solidFill>
            <a:prstDash val="solid"/>
            <a:round/>
            <a:headEnd len="med" w="med" type="oval"/>
            <a:tailEnd len="med" w="med" type="oval"/>
          </a:ln>
        </p:spPr>
      </p:cxnSp>
      <p:sp>
        <p:nvSpPr>
          <p:cNvPr id="837" name="Google Shape;837;p63"/>
          <p:cNvSpPr/>
          <p:nvPr/>
        </p:nvSpPr>
        <p:spPr>
          <a:xfrm rot="10800000">
            <a:off x="1733338" y="1803757"/>
            <a:ext cx="768000" cy="7680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63"/>
          <p:cNvSpPr/>
          <p:nvPr/>
        </p:nvSpPr>
        <p:spPr>
          <a:xfrm rot="10800000">
            <a:off x="3349613" y="1803757"/>
            <a:ext cx="768000" cy="7680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63"/>
          <p:cNvSpPr/>
          <p:nvPr/>
        </p:nvSpPr>
        <p:spPr>
          <a:xfrm rot="10800000">
            <a:off x="4991263" y="1803757"/>
            <a:ext cx="768000" cy="7680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63"/>
          <p:cNvSpPr/>
          <p:nvPr/>
        </p:nvSpPr>
        <p:spPr>
          <a:xfrm rot="10800000">
            <a:off x="6634513" y="1803757"/>
            <a:ext cx="768000" cy="7680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 name="Google Shape;841;p63"/>
          <p:cNvGrpSpPr/>
          <p:nvPr/>
        </p:nvGrpSpPr>
        <p:grpSpPr>
          <a:xfrm>
            <a:off x="1920782" y="1985821"/>
            <a:ext cx="440710" cy="440666"/>
            <a:chOff x="5602400" y="3376673"/>
            <a:chExt cx="380381" cy="380344"/>
          </a:xfrm>
        </p:grpSpPr>
        <p:sp>
          <p:nvSpPr>
            <p:cNvPr id="842" name="Google Shape;842;p63"/>
            <p:cNvSpPr/>
            <p:nvPr/>
          </p:nvSpPr>
          <p:spPr>
            <a:xfrm>
              <a:off x="5602400" y="3376673"/>
              <a:ext cx="380381" cy="380344"/>
            </a:xfrm>
            <a:custGeom>
              <a:rect b="b" l="l" r="r" t="t"/>
              <a:pathLst>
                <a:path extrusionOk="0" h="10080" w="10081">
                  <a:moveTo>
                    <a:pt x="9490" y="591"/>
                  </a:moveTo>
                  <a:lnTo>
                    <a:pt x="9490" y="2363"/>
                  </a:lnTo>
                  <a:lnTo>
                    <a:pt x="592" y="2363"/>
                  </a:lnTo>
                  <a:lnTo>
                    <a:pt x="592" y="591"/>
                  </a:lnTo>
                  <a:close/>
                  <a:moveTo>
                    <a:pt x="5943" y="2954"/>
                  </a:moveTo>
                  <a:lnTo>
                    <a:pt x="7458" y="4469"/>
                  </a:lnTo>
                  <a:lnTo>
                    <a:pt x="6206" y="4469"/>
                  </a:lnTo>
                  <a:lnTo>
                    <a:pt x="4689" y="2954"/>
                  </a:lnTo>
                  <a:close/>
                  <a:moveTo>
                    <a:pt x="7866" y="5060"/>
                  </a:moveTo>
                  <a:cubicBezTo>
                    <a:pt x="8110" y="5060"/>
                    <a:pt x="8309" y="5258"/>
                    <a:pt x="8309" y="5503"/>
                  </a:cubicBezTo>
                  <a:cubicBezTo>
                    <a:pt x="8309" y="5747"/>
                    <a:pt x="8110" y="5945"/>
                    <a:pt x="7866" y="5945"/>
                  </a:cubicBezTo>
                  <a:lnTo>
                    <a:pt x="3840" y="5945"/>
                  </a:lnTo>
                  <a:lnTo>
                    <a:pt x="3840" y="5503"/>
                  </a:lnTo>
                  <a:cubicBezTo>
                    <a:pt x="3840" y="5344"/>
                    <a:pt x="3804" y="5194"/>
                    <a:pt x="3740" y="5060"/>
                  </a:cubicBezTo>
                  <a:close/>
                  <a:moveTo>
                    <a:pt x="2807" y="5060"/>
                  </a:moveTo>
                  <a:cubicBezTo>
                    <a:pt x="3050" y="5060"/>
                    <a:pt x="3249" y="5258"/>
                    <a:pt x="3249" y="5503"/>
                  </a:cubicBezTo>
                  <a:lnTo>
                    <a:pt x="3249" y="7126"/>
                  </a:lnTo>
                  <a:lnTo>
                    <a:pt x="2364" y="7126"/>
                  </a:lnTo>
                  <a:lnTo>
                    <a:pt x="2364" y="5503"/>
                  </a:lnTo>
                  <a:cubicBezTo>
                    <a:pt x="2364" y="5258"/>
                    <a:pt x="2562" y="5060"/>
                    <a:pt x="2807" y="5060"/>
                  </a:cubicBezTo>
                  <a:close/>
                  <a:moveTo>
                    <a:pt x="1" y="0"/>
                  </a:moveTo>
                  <a:lnTo>
                    <a:pt x="1" y="2954"/>
                  </a:lnTo>
                  <a:lnTo>
                    <a:pt x="3855" y="2954"/>
                  </a:lnTo>
                  <a:lnTo>
                    <a:pt x="5371" y="4469"/>
                  </a:lnTo>
                  <a:lnTo>
                    <a:pt x="2807" y="4469"/>
                  </a:lnTo>
                  <a:cubicBezTo>
                    <a:pt x="2236" y="4469"/>
                    <a:pt x="1773" y="4931"/>
                    <a:pt x="1773" y="5503"/>
                  </a:cubicBezTo>
                  <a:lnTo>
                    <a:pt x="1773" y="7717"/>
                  </a:lnTo>
                  <a:lnTo>
                    <a:pt x="2521" y="7717"/>
                  </a:lnTo>
                  <a:lnTo>
                    <a:pt x="2521" y="8308"/>
                  </a:lnTo>
                  <a:lnTo>
                    <a:pt x="1182" y="8308"/>
                  </a:lnTo>
                  <a:lnTo>
                    <a:pt x="1182" y="10080"/>
                  </a:lnTo>
                  <a:lnTo>
                    <a:pt x="1773" y="10080"/>
                  </a:lnTo>
                  <a:lnTo>
                    <a:pt x="1773" y="8899"/>
                  </a:lnTo>
                  <a:lnTo>
                    <a:pt x="3840" y="8899"/>
                  </a:lnTo>
                  <a:lnTo>
                    <a:pt x="3840" y="10080"/>
                  </a:lnTo>
                  <a:lnTo>
                    <a:pt x="4430" y="10080"/>
                  </a:lnTo>
                  <a:lnTo>
                    <a:pt x="4430" y="8308"/>
                  </a:lnTo>
                  <a:lnTo>
                    <a:pt x="3091" y="8308"/>
                  </a:lnTo>
                  <a:lnTo>
                    <a:pt x="3091" y="7717"/>
                  </a:lnTo>
                  <a:lnTo>
                    <a:pt x="3840" y="7717"/>
                  </a:lnTo>
                  <a:lnTo>
                    <a:pt x="3840" y="6536"/>
                  </a:lnTo>
                  <a:lnTo>
                    <a:pt x="7848" y="6536"/>
                  </a:lnTo>
                  <a:cubicBezTo>
                    <a:pt x="8399" y="6536"/>
                    <a:pt x="8881" y="6086"/>
                    <a:pt x="8899" y="5536"/>
                  </a:cubicBezTo>
                  <a:cubicBezTo>
                    <a:pt x="8908" y="5237"/>
                    <a:pt x="8791" y="4966"/>
                    <a:pt x="8597" y="4772"/>
                  </a:cubicBezTo>
                  <a:lnTo>
                    <a:pt x="6778" y="2954"/>
                  </a:lnTo>
                  <a:lnTo>
                    <a:pt x="10081" y="2954"/>
                  </a:lnTo>
                  <a:lnTo>
                    <a:pt x="1008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63"/>
            <p:cNvSpPr/>
            <p:nvPr/>
          </p:nvSpPr>
          <p:spPr>
            <a:xfrm>
              <a:off x="5647000" y="3421235"/>
              <a:ext cx="22300" cy="22338"/>
            </a:xfrm>
            <a:custGeom>
              <a:rect b="b" l="l" r="r" t="t"/>
              <a:pathLst>
                <a:path extrusionOk="0" h="592" w="591">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63"/>
            <p:cNvSpPr/>
            <p:nvPr/>
          </p:nvSpPr>
          <p:spPr>
            <a:xfrm>
              <a:off x="5692316" y="3421235"/>
              <a:ext cx="22300" cy="22338"/>
            </a:xfrm>
            <a:custGeom>
              <a:rect b="b" l="l" r="r" t="t"/>
              <a:pathLst>
                <a:path extrusionOk="0" h="592" w="591">
                  <a:moveTo>
                    <a:pt x="1" y="0"/>
                  </a:moveTo>
                  <a:lnTo>
                    <a:pt x="1" y="591"/>
                  </a:lnTo>
                  <a:lnTo>
                    <a:pt x="590" y="591"/>
                  </a:lnTo>
                  <a:lnTo>
                    <a:pt x="590"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63"/>
            <p:cNvSpPr/>
            <p:nvPr/>
          </p:nvSpPr>
          <p:spPr>
            <a:xfrm>
              <a:off x="5736841" y="3421235"/>
              <a:ext cx="22338" cy="22338"/>
            </a:xfrm>
            <a:custGeom>
              <a:rect b="b" l="l" r="r" t="t"/>
              <a:pathLst>
                <a:path extrusionOk="0" h="592" w="592">
                  <a:moveTo>
                    <a:pt x="1" y="0"/>
                  </a:moveTo>
                  <a:lnTo>
                    <a:pt x="1" y="591"/>
                  </a:lnTo>
                  <a:lnTo>
                    <a:pt x="592" y="591"/>
                  </a:lnTo>
                  <a:lnTo>
                    <a:pt x="592"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63"/>
            <p:cNvSpPr/>
            <p:nvPr/>
          </p:nvSpPr>
          <p:spPr>
            <a:xfrm>
              <a:off x="5781441" y="3421235"/>
              <a:ext cx="22338" cy="22338"/>
            </a:xfrm>
            <a:custGeom>
              <a:rect b="b" l="l" r="r" t="t"/>
              <a:pathLst>
                <a:path extrusionOk="0" h="592" w="592">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63"/>
            <p:cNvSpPr/>
            <p:nvPr/>
          </p:nvSpPr>
          <p:spPr>
            <a:xfrm>
              <a:off x="5826003" y="3421235"/>
              <a:ext cx="22338" cy="22338"/>
            </a:xfrm>
            <a:custGeom>
              <a:rect b="b" l="l" r="r" t="t"/>
              <a:pathLst>
                <a:path extrusionOk="0" h="592" w="592">
                  <a:moveTo>
                    <a:pt x="1" y="0"/>
                  </a:moveTo>
                  <a:lnTo>
                    <a:pt x="1"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63"/>
            <p:cNvSpPr/>
            <p:nvPr/>
          </p:nvSpPr>
          <p:spPr>
            <a:xfrm>
              <a:off x="5871319" y="3421235"/>
              <a:ext cx="22300" cy="22338"/>
            </a:xfrm>
            <a:custGeom>
              <a:rect b="b" l="l" r="r" t="t"/>
              <a:pathLst>
                <a:path extrusionOk="0" h="592" w="591">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63"/>
            <p:cNvSpPr/>
            <p:nvPr/>
          </p:nvSpPr>
          <p:spPr>
            <a:xfrm>
              <a:off x="5915882" y="3421235"/>
              <a:ext cx="22338" cy="22338"/>
            </a:xfrm>
            <a:custGeom>
              <a:rect b="b" l="l" r="r" t="t"/>
              <a:pathLst>
                <a:path extrusionOk="0" h="592" w="592">
                  <a:moveTo>
                    <a:pt x="1" y="0"/>
                  </a:moveTo>
                  <a:lnTo>
                    <a:pt x="1"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 name="Google Shape;850;p63"/>
          <p:cNvGrpSpPr/>
          <p:nvPr/>
        </p:nvGrpSpPr>
        <p:grpSpPr>
          <a:xfrm>
            <a:off x="6805661" y="1946507"/>
            <a:ext cx="483084" cy="483046"/>
            <a:chOff x="5602400" y="3978243"/>
            <a:chExt cx="380381" cy="380381"/>
          </a:xfrm>
        </p:grpSpPr>
        <p:sp>
          <p:nvSpPr>
            <p:cNvPr id="851" name="Google Shape;851;p63"/>
            <p:cNvSpPr/>
            <p:nvPr/>
          </p:nvSpPr>
          <p:spPr>
            <a:xfrm>
              <a:off x="5714579" y="4291724"/>
              <a:ext cx="22300" cy="22338"/>
            </a:xfrm>
            <a:custGeom>
              <a:rect b="b" l="l" r="r" t="t"/>
              <a:pathLst>
                <a:path extrusionOk="0" h="592" w="591">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63"/>
            <p:cNvSpPr/>
            <p:nvPr/>
          </p:nvSpPr>
          <p:spPr>
            <a:xfrm>
              <a:off x="5669262" y="4089704"/>
              <a:ext cx="112971" cy="157495"/>
            </a:xfrm>
            <a:custGeom>
              <a:rect b="b" l="l" r="r" t="t"/>
              <a:pathLst>
                <a:path extrusionOk="0" h="4174" w="2994">
                  <a:moveTo>
                    <a:pt x="1497" y="590"/>
                  </a:moveTo>
                  <a:cubicBezTo>
                    <a:pt x="1823" y="590"/>
                    <a:pt x="2087" y="856"/>
                    <a:pt x="2087" y="1181"/>
                  </a:cubicBezTo>
                  <a:cubicBezTo>
                    <a:pt x="2087" y="1506"/>
                    <a:pt x="1823" y="1771"/>
                    <a:pt x="1497" y="1771"/>
                  </a:cubicBezTo>
                  <a:cubicBezTo>
                    <a:pt x="1172" y="1771"/>
                    <a:pt x="906" y="1506"/>
                    <a:pt x="906" y="1181"/>
                  </a:cubicBezTo>
                  <a:cubicBezTo>
                    <a:pt x="906" y="856"/>
                    <a:pt x="1172" y="590"/>
                    <a:pt x="1497" y="590"/>
                  </a:cubicBezTo>
                  <a:close/>
                  <a:moveTo>
                    <a:pt x="1497" y="2362"/>
                  </a:moveTo>
                  <a:cubicBezTo>
                    <a:pt x="1997" y="2362"/>
                    <a:pt x="2403" y="2768"/>
                    <a:pt x="2403" y="3268"/>
                  </a:cubicBezTo>
                  <a:lnTo>
                    <a:pt x="2403" y="3582"/>
                  </a:lnTo>
                  <a:lnTo>
                    <a:pt x="592" y="3582"/>
                  </a:lnTo>
                  <a:lnTo>
                    <a:pt x="592" y="3268"/>
                  </a:lnTo>
                  <a:cubicBezTo>
                    <a:pt x="592" y="2768"/>
                    <a:pt x="998" y="2362"/>
                    <a:pt x="1497" y="2362"/>
                  </a:cubicBezTo>
                  <a:close/>
                  <a:moveTo>
                    <a:pt x="1497" y="0"/>
                  </a:moveTo>
                  <a:cubicBezTo>
                    <a:pt x="846" y="0"/>
                    <a:pt x="316" y="530"/>
                    <a:pt x="316" y="1181"/>
                  </a:cubicBezTo>
                  <a:cubicBezTo>
                    <a:pt x="316" y="1510"/>
                    <a:pt x="451" y="1808"/>
                    <a:pt x="670" y="2022"/>
                  </a:cubicBezTo>
                  <a:cubicBezTo>
                    <a:pt x="267" y="2291"/>
                    <a:pt x="1" y="2749"/>
                    <a:pt x="1" y="3268"/>
                  </a:cubicBezTo>
                  <a:lnTo>
                    <a:pt x="1" y="4173"/>
                  </a:lnTo>
                  <a:lnTo>
                    <a:pt x="2993" y="4173"/>
                  </a:lnTo>
                  <a:lnTo>
                    <a:pt x="2993" y="3268"/>
                  </a:lnTo>
                  <a:cubicBezTo>
                    <a:pt x="2993" y="2749"/>
                    <a:pt x="2728" y="2291"/>
                    <a:pt x="2325" y="2022"/>
                  </a:cubicBezTo>
                  <a:cubicBezTo>
                    <a:pt x="2543" y="1808"/>
                    <a:pt x="2678" y="1510"/>
                    <a:pt x="2678" y="1181"/>
                  </a:cubicBezTo>
                  <a:cubicBezTo>
                    <a:pt x="2678" y="530"/>
                    <a:pt x="2149" y="0"/>
                    <a:pt x="1497" y="0"/>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3"/>
            <p:cNvSpPr/>
            <p:nvPr/>
          </p:nvSpPr>
          <p:spPr>
            <a:xfrm>
              <a:off x="5602400" y="3978243"/>
              <a:ext cx="380381" cy="380381"/>
            </a:xfrm>
            <a:custGeom>
              <a:rect b="b" l="l" r="r" t="t"/>
              <a:pathLst>
                <a:path extrusionOk="0" h="10081" w="10081">
                  <a:moveTo>
                    <a:pt x="4765" y="591"/>
                  </a:moveTo>
                  <a:lnTo>
                    <a:pt x="4765" y="1182"/>
                  </a:lnTo>
                  <a:lnTo>
                    <a:pt x="1773" y="1182"/>
                  </a:lnTo>
                  <a:lnTo>
                    <a:pt x="1773" y="591"/>
                  </a:lnTo>
                  <a:close/>
                  <a:moveTo>
                    <a:pt x="9490" y="2953"/>
                  </a:moveTo>
                  <a:lnTo>
                    <a:pt x="9490" y="5946"/>
                  </a:lnTo>
                  <a:lnTo>
                    <a:pt x="8186" y="5946"/>
                  </a:lnTo>
                  <a:lnTo>
                    <a:pt x="7718" y="6414"/>
                  </a:lnTo>
                  <a:lnTo>
                    <a:pt x="7250" y="5946"/>
                  </a:lnTo>
                  <a:lnTo>
                    <a:pt x="5946" y="5946"/>
                  </a:lnTo>
                  <a:lnTo>
                    <a:pt x="5946" y="2953"/>
                  </a:lnTo>
                  <a:close/>
                  <a:moveTo>
                    <a:pt x="5947" y="591"/>
                  </a:moveTo>
                  <a:lnTo>
                    <a:pt x="5947" y="2363"/>
                  </a:lnTo>
                  <a:lnTo>
                    <a:pt x="5356" y="2363"/>
                  </a:lnTo>
                  <a:lnTo>
                    <a:pt x="5356" y="6536"/>
                  </a:lnTo>
                  <a:lnTo>
                    <a:pt x="5947" y="6536"/>
                  </a:lnTo>
                  <a:lnTo>
                    <a:pt x="5947" y="9490"/>
                  </a:lnTo>
                  <a:lnTo>
                    <a:pt x="592" y="9490"/>
                  </a:lnTo>
                  <a:lnTo>
                    <a:pt x="592" y="591"/>
                  </a:lnTo>
                  <a:lnTo>
                    <a:pt x="1182" y="591"/>
                  </a:lnTo>
                  <a:lnTo>
                    <a:pt x="1182" y="1773"/>
                  </a:lnTo>
                  <a:lnTo>
                    <a:pt x="5356" y="1773"/>
                  </a:lnTo>
                  <a:lnTo>
                    <a:pt x="5356" y="591"/>
                  </a:lnTo>
                  <a:close/>
                  <a:moveTo>
                    <a:pt x="1" y="1"/>
                  </a:moveTo>
                  <a:lnTo>
                    <a:pt x="1" y="10081"/>
                  </a:lnTo>
                  <a:lnTo>
                    <a:pt x="6538" y="10081"/>
                  </a:lnTo>
                  <a:lnTo>
                    <a:pt x="6538" y="6536"/>
                  </a:lnTo>
                  <a:lnTo>
                    <a:pt x="7006" y="6536"/>
                  </a:lnTo>
                  <a:lnTo>
                    <a:pt x="7718" y="7249"/>
                  </a:lnTo>
                  <a:lnTo>
                    <a:pt x="8431" y="6536"/>
                  </a:lnTo>
                  <a:lnTo>
                    <a:pt x="10081" y="6536"/>
                  </a:lnTo>
                  <a:lnTo>
                    <a:pt x="10081" y="2363"/>
                  </a:lnTo>
                  <a:lnTo>
                    <a:pt x="6538" y="2363"/>
                  </a:lnTo>
                  <a:lnTo>
                    <a:pt x="6538"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3"/>
            <p:cNvSpPr/>
            <p:nvPr/>
          </p:nvSpPr>
          <p:spPr>
            <a:xfrm>
              <a:off x="5849057" y="4112684"/>
              <a:ext cx="89162" cy="22338"/>
            </a:xfrm>
            <a:custGeom>
              <a:rect b="b" l="l" r="r" t="t"/>
              <a:pathLst>
                <a:path extrusionOk="0" h="592" w="2363">
                  <a:moveTo>
                    <a:pt x="1" y="1"/>
                  </a:moveTo>
                  <a:lnTo>
                    <a:pt x="1" y="592"/>
                  </a:lnTo>
                  <a:lnTo>
                    <a:pt x="2362" y="592"/>
                  </a:lnTo>
                  <a:lnTo>
                    <a:pt x="2362"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63"/>
            <p:cNvSpPr/>
            <p:nvPr/>
          </p:nvSpPr>
          <p:spPr>
            <a:xfrm>
              <a:off x="5849057" y="4157283"/>
              <a:ext cx="89162" cy="22300"/>
            </a:xfrm>
            <a:custGeom>
              <a:rect b="b" l="l" r="r" t="t"/>
              <a:pathLst>
                <a:path extrusionOk="0" h="591" w="2363">
                  <a:moveTo>
                    <a:pt x="1" y="0"/>
                  </a:moveTo>
                  <a:lnTo>
                    <a:pt x="1" y="591"/>
                  </a:lnTo>
                  <a:lnTo>
                    <a:pt x="2362" y="591"/>
                  </a:lnTo>
                  <a:lnTo>
                    <a:pt x="2362"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 name="Google Shape;856;p63"/>
          <p:cNvGrpSpPr/>
          <p:nvPr/>
        </p:nvGrpSpPr>
        <p:grpSpPr>
          <a:xfrm>
            <a:off x="5133781" y="1948273"/>
            <a:ext cx="483074" cy="440662"/>
            <a:chOff x="4788698" y="3994958"/>
            <a:chExt cx="380344" cy="346950"/>
          </a:xfrm>
        </p:grpSpPr>
        <p:sp>
          <p:nvSpPr>
            <p:cNvPr id="857" name="Google Shape;857;p63"/>
            <p:cNvSpPr/>
            <p:nvPr/>
          </p:nvSpPr>
          <p:spPr>
            <a:xfrm>
              <a:off x="4788698" y="4095968"/>
              <a:ext cx="380344" cy="245940"/>
            </a:xfrm>
            <a:custGeom>
              <a:rect b="b" l="l" r="r" t="t"/>
              <a:pathLst>
                <a:path extrusionOk="0" h="6518" w="10080">
                  <a:moveTo>
                    <a:pt x="4327" y="592"/>
                  </a:moveTo>
                  <a:lnTo>
                    <a:pt x="2536" y="2384"/>
                  </a:lnTo>
                  <a:lnTo>
                    <a:pt x="591" y="2384"/>
                  </a:lnTo>
                  <a:lnTo>
                    <a:pt x="591" y="592"/>
                  </a:lnTo>
                  <a:close/>
                  <a:moveTo>
                    <a:pt x="9489" y="592"/>
                  </a:moveTo>
                  <a:lnTo>
                    <a:pt x="9489" y="2384"/>
                  </a:lnTo>
                  <a:lnTo>
                    <a:pt x="7544" y="2384"/>
                  </a:lnTo>
                  <a:lnTo>
                    <a:pt x="5753" y="592"/>
                  </a:lnTo>
                  <a:close/>
                  <a:moveTo>
                    <a:pt x="2363" y="2973"/>
                  </a:moveTo>
                  <a:lnTo>
                    <a:pt x="2363" y="5927"/>
                  </a:lnTo>
                  <a:lnTo>
                    <a:pt x="591" y="5927"/>
                  </a:lnTo>
                  <a:lnTo>
                    <a:pt x="591" y="2973"/>
                  </a:lnTo>
                  <a:close/>
                  <a:moveTo>
                    <a:pt x="5040" y="714"/>
                  </a:moveTo>
                  <a:lnTo>
                    <a:pt x="7126" y="2800"/>
                  </a:lnTo>
                  <a:lnTo>
                    <a:pt x="7126" y="5927"/>
                  </a:lnTo>
                  <a:lnTo>
                    <a:pt x="2954" y="5927"/>
                  </a:lnTo>
                  <a:lnTo>
                    <a:pt x="2954" y="2800"/>
                  </a:lnTo>
                  <a:lnTo>
                    <a:pt x="5040" y="714"/>
                  </a:lnTo>
                  <a:close/>
                  <a:moveTo>
                    <a:pt x="9489" y="2973"/>
                  </a:moveTo>
                  <a:lnTo>
                    <a:pt x="9489" y="5927"/>
                  </a:lnTo>
                  <a:lnTo>
                    <a:pt x="7717" y="5927"/>
                  </a:lnTo>
                  <a:lnTo>
                    <a:pt x="7717" y="2973"/>
                  </a:lnTo>
                  <a:close/>
                  <a:moveTo>
                    <a:pt x="0" y="1"/>
                  </a:moveTo>
                  <a:lnTo>
                    <a:pt x="0" y="6518"/>
                  </a:lnTo>
                  <a:lnTo>
                    <a:pt x="10080" y="6518"/>
                  </a:lnTo>
                  <a:lnTo>
                    <a:pt x="10080"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63"/>
            <p:cNvSpPr/>
            <p:nvPr/>
          </p:nvSpPr>
          <p:spPr>
            <a:xfrm>
              <a:off x="4939854" y="4179923"/>
              <a:ext cx="78031" cy="78031"/>
            </a:xfrm>
            <a:custGeom>
              <a:rect b="b" l="l" r="r" t="t"/>
              <a:pathLst>
                <a:path extrusionOk="0" h="2068" w="2068">
                  <a:moveTo>
                    <a:pt x="1034" y="591"/>
                  </a:moveTo>
                  <a:cubicBezTo>
                    <a:pt x="1279" y="591"/>
                    <a:pt x="1477" y="791"/>
                    <a:pt x="1477" y="1034"/>
                  </a:cubicBezTo>
                  <a:cubicBezTo>
                    <a:pt x="1477" y="1279"/>
                    <a:pt x="1278" y="1477"/>
                    <a:pt x="1034" y="1477"/>
                  </a:cubicBezTo>
                  <a:cubicBezTo>
                    <a:pt x="789" y="1477"/>
                    <a:pt x="591" y="1279"/>
                    <a:pt x="591" y="1034"/>
                  </a:cubicBezTo>
                  <a:cubicBezTo>
                    <a:pt x="591" y="791"/>
                    <a:pt x="789" y="591"/>
                    <a:pt x="1034" y="591"/>
                  </a:cubicBezTo>
                  <a:close/>
                  <a:moveTo>
                    <a:pt x="1034" y="0"/>
                  </a:moveTo>
                  <a:cubicBezTo>
                    <a:pt x="464" y="0"/>
                    <a:pt x="0" y="465"/>
                    <a:pt x="0" y="1034"/>
                  </a:cubicBezTo>
                  <a:cubicBezTo>
                    <a:pt x="0" y="1604"/>
                    <a:pt x="464" y="2068"/>
                    <a:pt x="1034" y="2068"/>
                  </a:cubicBezTo>
                  <a:cubicBezTo>
                    <a:pt x="1604" y="2068"/>
                    <a:pt x="2068" y="1604"/>
                    <a:pt x="2068" y="1034"/>
                  </a:cubicBezTo>
                  <a:cubicBezTo>
                    <a:pt x="2068" y="465"/>
                    <a:pt x="1604" y="0"/>
                    <a:pt x="1034" y="0"/>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3"/>
            <p:cNvSpPr/>
            <p:nvPr/>
          </p:nvSpPr>
          <p:spPr>
            <a:xfrm>
              <a:off x="4833260" y="4275009"/>
              <a:ext cx="22338" cy="22338"/>
            </a:xfrm>
            <a:custGeom>
              <a:rect b="b" l="l" r="r" t="t"/>
              <a:pathLst>
                <a:path extrusionOk="0" h="592" w="592">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63"/>
            <p:cNvSpPr/>
            <p:nvPr/>
          </p:nvSpPr>
          <p:spPr>
            <a:xfrm>
              <a:off x="5102142" y="4275009"/>
              <a:ext cx="22338" cy="22338"/>
            </a:xfrm>
            <a:custGeom>
              <a:rect b="b" l="l" r="r" t="t"/>
              <a:pathLst>
                <a:path extrusionOk="0" h="592" w="592">
                  <a:moveTo>
                    <a:pt x="1" y="0"/>
                  </a:moveTo>
                  <a:lnTo>
                    <a:pt x="1" y="591"/>
                  </a:lnTo>
                  <a:lnTo>
                    <a:pt x="592" y="591"/>
                  </a:lnTo>
                  <a:lnTo>
                    <a:pt x="592"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63"/>
            <p:cNvSpPr/>
            <p:nvPr/>
          </p:nvSpPr>
          <p:spPr>
            <a:xfrm>
              <a:off x="4833260" y="4230447"/>
              <a:ext cx="22338" cy="22300"/>
            </a:xfrm>
            <a:custGeom>
              <a:rect b="b" l="l" r="r" t="t"/>
              <a:pathLst>
                <a:path extrusionOk="0" h="591" w="592">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3"/>
            <p:cNvSpPr/>
            <p:nvPr/>
          </p:nvSpPr>
          <p:spPr>
            <a:xfrm>
              <a:off x="5102142" y="4230447"/>
              <a:ext cx="22338" cy="22300"/>
            </a:xfrm>
            <a:custGeom>
              <a:rect b="b" l="l" r="r" t="t"/>
              <a:pathLst>
                <a:path extrusionOk="0" h="591" w="592">
                  <a:moveTo>
                    <a:pt x="1" y="0"/>
                  </a:moveTo>
                  <a:lnTo>
                    <a:pt x="1" y="591"/>
                  </a:lnTo>
                  <a:lnTo>
                    <a:pt x="592" y="591"/>
                  </a:lnTo>
                  <a:lnTo>
                    <a:pt x="592"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63"/>
            <p:cNvSpPr/>
            <p:nvPr/>
          </p:nvSpPr>
          <p:spPr>
            <a:xfrm>
              <a:off x="4900047" y="3994958"/>
              <a:ext cx="157609" cy="48449"/>
            </a:xfrm>
            <a:custGeom>
              <a:rect b="b" l="l" r="r" t="t"/>
              <a:pathLst>
                <a:path extrusionOk="0" h="1284" w="4177">
                  <a:moveTo>
                    <a:pt x="2089" y="1"/>
                  </a:moveTo>
                  <a:cubicBezTo>
                    <a:pt x="1300" y="1"/>
                    <a:pt x="558" y="308"/>
                    <a:pt x="0" y="866"/>
                  </a:cubicBezTo>
                  <a:lnTo>
                    <a:pt x="418" y="1283"/>
                  </a:lnTo>
                  <a:cubicBezTo>
                    <a:pt x="864" y="837"/>
                    <a:pt x="1458" y="591"/>
                    <a:pt x="2089" y="591"/>
                  </a:cubicBezTo>
                  <a:cubicBezTo>
                    <a:pt x="2720" y="591"/>
                    <a:pt x="3314" y="837"/>
                    <a:pt x="3760" y="1283"/>
                  </a:cubicBezTo>
                  <a:lnTo>
                    <a:pt x="4176" y="866"/>
                  </a:lnTo>
                  <a:cubicBezTo>
                    <a:pt x="3620" y="308"/>
                    <a:pt x="2878" y="1"/>
                    <a:pt x="2089"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63"/>
            <p:cNvSpPr/>
            <p:nvPr/>
          </p:nvSpPr>
          <p:spPr>
            <a:xfrm>
              <a:off x="4931553" y="4039558"/>
              <a:ext cx="94633" cy="35355"/>
            </a:xfrm>
            <a:custGeom>
              <a:rect b="b" l="l" r="r" t="t"/>
              <a:pathLst>
                <a:path extrusionOk="0" h="937" w="2508">
                  <a:moveTo>
                    <a:pt x="1254" y="0"/>
                  </a:moveTo>
                  <a:cubicBezTo>
                    <a:pt x="780" y="0"/>
                    <a:pt x="335" y="185"/>
                    <a:pt x="1" y="519"/>
                  </a:cubicBezTo>
                  <a:lnTo>
                    <a:pt x="419" y="937"/>
                  </a:lnTo>
                  <a:cubicBezTo>
                    <a:pt x="642" y="713"/>
                    <a:pt x="939" y="591"/>
                    <a:pt x="1254" y="591"/>
                  </a:cubicBezTo>
                  <a:cubicBezTo>
                    <a:pt x="1569" y="591"/>
                    <a:pt x="1866" y="713"/>
                    <a:pt x="2089" y="937"/>
                  </a:cubicBezTo>
                  <a:lnTo>
                    <a:pt x="2507" y="519"/>
                  </a:lnTo>
                  <a:cubicBezTo>
                    <a:pt x="2172" y="185"/>
                    <a:pt x="1728" y="0"/>
                    <a:pt x="1254" y="0"/>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 name="Google Shape;865;p63"/>
          <p:cNvGrpSpPr/>
          <p:nvPr/>
        </p:nvGrpSpPr>
        <p:grpSpPr>
          <a:xfrm>
            <a:off x="3492071" y="1967676"/>
            <a:ext cx="483074" cy="440662"/>
            <a:chOff x="2347479" y="3994958"/>
            <a:chExt cx="380344" cy="346950"/>
          </a:xfrm>
        </p:grpSpPr>
        <p:sp>
          <p:nvSpPr>
            <p:cNvPr id="866" name="Google Shape;866;p63"/>
            <p:cNvSpPr/>
            <p:nvPr/>
          </p:nvSpPr>
          <p:spPr>
            <a:xfrm>
              <a:off x="2347479" y="4107891"/>
              <a:ext cx="380344" cy="234017"/>
            </a:xfrm>
            <a:custGeom>
              <a:rect b="b" l="l" r="r" t="t"/>
              <a:pathLst>
                <a:path extrusionOk="0" h="6202" w="10080">
                  <a:moveTo>
                    <a:pt x="6684" y="591"/>
                  </a:moveTo>
                  <a:cubicBezTo>
                    <a:pt x="6972" y="1004"/>
                    <a:pt x="7072" y="1528"/>
                    <a:pt x="7108" y="1838"/>
                  </a:cubicBezTo>
                  <a:lnTo>
                    <a:pt x="5926" y="1967"/>
                  </a:lnTo>
                  <a:lnTo>
                    <a:pt x="5926" y="591"/>
                  </a:lnTo>
                  <a:close/>
                  <a:moveTo>
                    <a:pt x="5335" y="619"/>
                  </a:moveTo>
                  <a:lnTo>
                    <a:pt x="5335" y="2033"/>
                  </a:lnTo>
                  <a:lnTo>
                    <a:pt x="1514" y="2454"/>
                  </a:lnTo>
                  <a:lnTo>
                    <a:pt x="1514" y="2454"/>
                  </a:lnTo>
                  <a:lnTo>
                    <a:pt x="2411" y="1770"/>
                  </a:lnTo>
                  <a:cubicBezTo>
                    <a:pt x="3258" y="1125"/>
                    <a:pt x="4279" y="726"/>
                    <a:pt x="5335" y="619"/>
                  </a:cubicBezTo>
                  <a:close/>
                  <a:moveTo>
                    <a:pt x="8741" y="591"/>
                  </a:moveTo>
                  <a:lnTo>
                    <a:pt x="8809" y="692"/>
                  </a:lnTo>
                  <a:cubicBezTo>
                    <a:pt x="9199" y="1276"/>
                    <a:pt x="9428" y="1943"/>
                    <a:pt x="9478" y="2637"/>
                  </a:cubicBezTo>
                  <a:lnTo>
                    <a:pt x="8898" y="2637"/>
                  </a:lnTo>
                  <a:lnTo>
                    <a:pt x="8898" y="3228"/>
                  </a:lnTo>
                  <a:lnTo>
                    <a:pt x="9489" y="3228"/>
                  </a:lnTo>
                  <a:lnTo>
                    <a:pt x="9489" y="4725"/>
                  </a:lnTo>
                  <a:lnTo>
                    <a:pt x="8861" y="4725"/>
                  </a:lnTo>
                  <a:cubicBezTo>
                    <a:pt x="8729" y="4213"/>
                    <a:pt x="8266" y="3835"/>
                    <a:pt x="7718" y="3835"/>
                  </a:cubicBezTo>
                  <a:cubicBezTo>
                    <a:pt x="7168" y="3835"/>
                    <a:pt x="6705" y="4213"/>
                    <a:pt x="6573" y="4725"/>
                  </a:cubicBezTo>
                  <a:lnTo>
                    <a:pt x="3506" y="4725"/>
                  </a:lnTo>
                  <a:cubicBezTo>
                    <a:pt x="3375" y="4216"/>
                    <a:pt x="2912" y="3839"/>
                    <a:pt x="2363" y="3839"/>
                  </a:cubicBezTo>
                  <a:cubicBezTo>
                    <a:pt x="1813" y="3839"/>
                    <a:pt x="1350" y="4215"/>
                    <a:pt x="1219" y="4725"/>
                  </a:cubicBezTo>
                  <a:lnTo>
                    <a:pt x="590" y="4725"/>
                  </a:lnTo>
                  <a:lnTo>
                    <a:pt x="590" y="3889"/>
                  </a:lnTo>
                  <a:cubicBezTo>
                    <a:pt x="590" y="3618"/>
                    <a:pt x="666" y="3355"/>
                    <a:pt x="805" y="3127"/>
                  </a:cubicBezTo>
                  <a:lnTo>
                    <a:pt x="7718" y="2364"/>
                  </a:lnTo>
                  <a:lnTo>
                    <a:pt x="7718" y="2094"/>
                  </a:lnTo>
                  <a:cubicBezTo>
                    <a:pt x="7718" y="2055"/>
                    <a:pt x="7713" y="1297"/>
                    <a:pt x="7367" y="591"/>
                  </a:cubicBezTo>
                  <a:close/>
                  <a:moveTo>
                    <a:pt x="2363" y="4429"/>
                  </a:moveTo>
                  <a:cubicBezTo>
                    <a:pt x="2688" y="4429"/>
                    <a:pt x="2953" y="4694"/>
                    <a:pt x="2953" y="5020"/>
                  </a:cubicBezTo>
                  <a:cubicBezTo>
                    <a:pt x="2953" y="5346"/>
                    <a:pt x="2688" y="5611"/>
                    <a:pt x="2363" y="5611"/>
                  </a:cubicBezTo>
                  <a:cubicBezTo>
                    <a:pt x="2037" y="5611"/>
                    <a:pt x="1772" y="5346"/>
                    <a:pt x="1772" y="5020"/>
                  </a:cubicBezTo>
                  <a:cubicBezTo>
                    <a:pt x="1772" y="4694"/>
                    <a:pt x="2037" y="4429"/>
                    <a:pt x="2363" y="4429"/>
                  </a:cubicBezTo>
                  <a:close/>
                  <a:moveTo>
                    <a:pt x="7718" y="4429"/>
                  </a:moveTo>
                  <a:cubicBezTo>
                    <a:pt x="8043" y="4429"/>
                    <a:pt x="8307" y="4694"/>
                    <a:pt x="8307" y="5020"/>
                  </a:cubicBezTo>
                  <a:cubicBezTo>
                    <a:pt x="8307" y="5346"/>
                    <a:pt x="8043" y="5611"/>
                    <a:pt x="7718" y="5611"/>
                  </a:cubicBezTo>
                  <a:cubicBezTo>
                    <a:pt x="7392" y="5611"/>
                    <a:pt x="7127" y="5346"/>
                    <a:pt x="7127" y="5020"/>
                  </a:cubicBezTo>
                  <a:cubicBezTo>
                    <a:pt x="7127" y="4694"/>
                    <a:pt x="7392" y="4429"/>
                    <a:pt x="7718" y="4429"/>
                  </a:cubicBezTo>
                  <a:close/>
                  <a:moveTo>
                    <a:pt x="5905" y="0"/>
                  </a:moveTo>
                  <a:cubicBezTo>
                    <a:pt x="4521" y="0"/>
                    <a:pt x="3154" y="462"/>
                    <a:pt x="2053" y="1301"/>
                  </a:cubicBezTo>
                  <a:lnTo>
                    <a:pt x="814" y="2245"/>
                  </a:lnTo>
                  <a:cubicBezTo>
                    <a:pt x="305" y="2634"/>
                    <a:pt x="1" y="3248"/>
                    <a:pt x="1" y="3889"/>
                  </a:cubicBezTo>
                  <a:lnTo>
                    <a:pt x="1" y="5315"/>
                  </a:lnTo>
                  <a:lnTo>
                    <a:pt x="1219" y="5315"/>
                  </a:lnTo>
                  <a:cubicBezTo>
                    <a:pt x="1350" y="5824"/>
                    <a:pt x="1813" y="6202"/>
                    <a:pt x="2363" y="6202"/>
                  </a:cubicBezTo>
                  <a:cubicBezTo>
                    <a:pt x="2912" y="6202"/>
                    <a:pt x="3375" y="5824"/>
                    <a:pt x="3507" y="5315"/>
                  </a:cubicBezTo>
                  <a:lnTo>
                    <a:pt x="6573" y="5315"/>
                  </a:lnTo>
                  <a:cubicBezTo>
                    <a:pt x="6705" y="5824"/>
                    <a:pt x="7168" y="6202"/>
                    <a:pt x="7718" y="6202"/>
                  </a:cubicBezTo>
                  <a:cubicBezTo>
                    <a:pt x="8267" y="6202"/>
                    <a:pt x="8729" y="5824"/>
                    <a:pt x="8861" y="5315"/>
                  </a:cubicBezTo>
                  <a:lnTo>
                    <a:pt x="10080" y="5315"/>
                  </a:lnTo>
                  <a:lnTo>
                    <a:pt x="10080" y="2941"/>
                  </a:lnTo>
                  <a:cubicBezTo>
                    <a:pt x="10080" y="2021"/>
                    <a:pt x="9811" y="1130"/>
                    <a:pt x="9300" y="365"/>
                  </a:cubicBezTo>
                  <a:lnTo>
                    <a:pt x="9056"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63"/>
            <p:cNvSpPr/>
            <p:nvPr/>
          </p:nvSpPr>
          <p:spPr>
            <a:xfrm>
              <a:off x="2458866" y="3994958"/>
              <a:ext cx="157609" cy="48449"/>
            </a:xfrm>
            <a:custGeom>
              <a:rect b="b" l="l" r="r" t="t"/>
              <a:pathLst>
                <a:path extrusionOk="0" h="1284" w="4177">
                  <a:moveTo>
                    <a:pt x="2088" y="1"/>
                  </a:moveTo>
                  <a:cubicBezTo>
                    <a:pt x="1300" y="1"/>
                    <a:pt x="558" y="308"/>
                    <a:pt x="0" y="866"/>
                  </a:cubicBezTo>
                  <a:lnTo>
                    <a:pt x="418" y="1283"/>
                  </a:lnTo>
                  <a:cubicBezTo>
                    <a:pt x="864" y="837"/>
                    <a:pt x="1457" y="591"/>
                    <a:pt x="2088" y="591"/>
                  </a:cubicBezTo>
                  <a:cubicBezTo>
                    <a:pt x="2720" y="591"/>
                    <a:pt x="3312" y="837"/>
                    <a:pt x="3758" y="1283"/>
                  </a:cubicBezTo>
                  <a:lnTo>
                    <a:pt x="4176" y="866"/>
                  </a:lnTo>
                  <a:cubicBezTo>
                    <a:pt x="3618" y="308"/>
                    <a:pt x="2877" y="1"/>
                    <a:pt x="2088"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63"/>
            <p:cNvSpPr/>
            <p:nvPr/>
          </p:nvSpPr>
          <p:spPr>
            <a:xfrm>
              <a:off x="2490372" y="4039558"/>
              <a:ext cx="94558" cy="35355"/>
            </a:xfrm>
            <a:custGeom>
              <a:rect b="b" l="l" r="r" t="t"/>
              <a:pathLst>
                <a:path extrusionOk="0" h="937" w="2506">
                  <a:moveTo>
                    <a:pt x="1253" y="0"/>
                  </a:moveTo>
                  <a:cubicBezTo>
                    <a:pt x="780" y="0"/>
                    <a:pt x="335" y="185"/>
                    <a:pt x="1" y="519"/>
                  </a:cubicBezTo>
                  <a:lnTo>
                    <a:pt x="417" y="937"/>
                  </a:lnTo>
                  <a:cubicBezTo>
                    <a:pt x="641" y="713"/>
                    <a:pt x="937" y="591"/>
                    <a:pt x="1253" y="591"/>
                  </a:cubicBezTo>
                  <a:cubicBezTo>
                    <a:pt x="1568" y="591"/>
                    <a:pt x="1866" y="713"/>
                    <a:pt x="2088" y="937"/>
                  </a:cubicBezTo>
                  <a:lnTo>
                    <a:pt x="2506" y="519"/>
                  </a:lnTo>
                  <a:cubicBezTo>
                    <a:pt x="2171" y="185"/>
                    <a:pt x="1726" y="0"/>
                    <a:pt x="1253" y="0"/>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63"/>
            <p:cNvSpPr/>
            <p:nvPr/>
          </p:nvSpPr>
          <p:spPr>
            <a:xfrm>
              <a:off x="2526482" y="4230447"/>
              <a:ext cx="22338" cy="22300"/>
            </a:xfrm>
            <a:custGeom>
              <a:rect b="b" l="l" r="r" t="t"/>
              <a:pathLst>
                <a:path extrusionOk="0" h="591" w="592">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 name="Google Shape;870;p63"/>
          <p:cNvSpPr txBox="1"/>
          <p:nvPr>
            <p:ph idx="4294967295" type="subTitle"/>
          </p:nvPr>
        </p:nvSpPr>
        <p:spPr>
          <a:xfrm>
            <a:off x="2921363" y="3409438"/>
            <a:ext cx="1624500" cy="6948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871" name="Google Shape;871;p63"/>
          <p:cNvSpPr txBox="1"/>
          <p:nvPr>
            <p:ph idx="4294967295" type="subTitle"/>
          </p:nvPr>
        </p:nvSpPr>
        <p:spPr>
          <a:xfrm>
            <a:off x="4561575" y="3409438"/>
            <a:ext cx="1627500" cy="6948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very cold place</a:t>
            </a:r>
            <a:endParaRPr/>
          </a:p>
        </p:txBody>
      </p:sp>
      <p:sp>
        <p:nvSpPr>
          <p:cNvPr id="872" name="Google Shape;872;p63"/>
          <p:cNvSpPr txBox="1"/>
          <p:nvPr>
            <p:ph idx="4294967295" type="subTitle"/>
          </p:nvPr>
        </p:nvSpPr>
        <p:spPr>
          <a:xfrm>
            <a:off x="6204773" y="3409438"/>
            <a:ext cx="1627500" cy="6948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873" name="Google Shape;873;p63"/>
          <p:cNvSpPr txBox="1"/>
          <p:nvPr>
            <p:ph idx="4294967295" type="subTitle"/>
          </p:nvPr>
        </p:nvSpPr>
        <p:spPr>
          <a:xfrm>
            <a:off x="1303588" y="3408988"/>
            <a:ext cx="1627500" cy="6957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cxnSp>
        <p:nvCxnSpPr>
          <p:cNvPr id="874" name="Google Shape;874;p63"/>
          <p:cNvCxnSpPr>
            <a:stCxn id="875" idx="0"/>
            <a:endCxn id="837" idx="0"/>
          </p:cNvCxnSpPr>
          <p:nvPr/>
        </p:nvCxnSpPr>
        <p:spPr>
          <a:xfrm rot="10800000">
            <a:off x="2117338" y="2571700"/>
            <a:ext cx="0" cy="344700"/>
          </a:xfrm>
          <a:prstGeom prst="straightConnector1">
            <a:avLst/>
          </a:prstGeom>
          <a:noFill/>
          <a:ln cap="flat" cmpd="sng" w="19050">
            <a:solidFill>
              <a:schemeClr val="accent5"/>
            </a:solidFill>
            <a:prstDash val="solid"/>
            <a:round/>
            <a:headEnd len="med" w="med" type="oval"/>
            <a:tailEnd len="med" w="med" type="none"/>
          </a:ln>
        </p:spPr>
      </p:cxnSp>
      <p:sp>
        <p:nvSpPr>
          <p:cNvPr id="875" name="Google Shape;875;p63"/>
          <p:cNvSpPr txBox="1"/>
          <p:nvPr/>
        </p:nvSpPr>
        <p:spPr>
          <a:xfrm>
            <a:off x="1668088" y="2916400"/>
            <a:ext cx="8985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2015</a:t>
            </a:r>
            <a:endParaRPr sz="2000">
              <a:solidFill>
                <a:schemeClr val="lt1"/>
              </a:solidFill>
              <a:latin typeface="Montserrat ExtraBold"/>
              <a:ea typeface="Montserrat ExtraBold"/>
              <a:cs typeface="Montserrat ExtraBold"/>
              <a:sym typeface="Montserrat ExtraBold"/>
            </a:endParaRPr>
          </a:p>
        </p:txBody>
      </p:sp>
      <p:sp>
        <p:nvSpPr>
          <p:cNvPr id="876" name="Google Shape;876;p63"/>
          <p:cNvSpPr txBox="1"/>
          <p:nvPr/>
        </p:nvSpPr>
        <p:spPr>
          <a:xfrm>
            <a:off x="3284350" y="2916400"/>
            <a:ext cx="8985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2020</a:t>
            </a:r>
            <a:endParaRPr sz="2000">
              <a:solidFill>
                <a:schemeClr val="lt1"/>
              </a:solidFill>
              <a:latin typeface="Montserrat ExtraBold"/>
              <a:ea typeface="Montserrat ExtraBold"/>
              <a:cs typeface="Montserrat ExtraBold"/>
              <a:sym typeface="Montserrat ExtraBold"/>
            </a:endParaRPr>
          </a:p>
        </p:txBody>
      </p:sp>
      <p:sp>
        <p:nvSpPr>
          <p:cNvPr id="877" name="Google Shape;877;p63"/>
          <p:cNvSpPr txBox="1"/>
          <p:nvPr/>
        </p:nvSpPr>
        <p:spPr>
          <a:xfrm>
            <a:off x="4926063" y="2916400"/>
            <a:ext cx="8985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2025</a:t>
            </a:r>
            <a:endParaRPr sz="2000">
              <a:solidFill>
                <a:schemeClr val="lt1"/>
              </a:solidFill>
              <a:latin typeface="Montserrat ExtraBold"/>
              <a:ea typeface="Montserrat ExtraBold"/>
              <a:cs typeface="Montserrat ExtraBold"/>
              <a:sym typeface="Montserrat ExtraBold"/>
            </a:endParaRPr>
          </a:p>
        </p:txBody>
      </p:sp>
      <p:sp>
        <p:nvSpPr>
          <p:cNvPr id="878" name="Google Shape;878;p63"/>
          <p:cNvSpPr txBox="1"/>
          <p:nvPr/>
        </p:nvSpPr>
        <p:spPr>
          <a:xfrm>
            <a:off x="6569263" y="2916400"/>
            <a:ext cx="8985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2030</a:t>
            </a:r>
            <a:endParaRPr sz="2000">
              <a:solidFill>
                <a:schemeClr val="lt1"/>
              </a:solidFill>
              <a:latin typeface="Montserrat ExtraBold"/>
              <a:ea typeface="Montserrat ExtraBold"/>
              <a:cs typeface="Montserrat ExtraBold"/>
              <a:sym typeface="Montserrat ExtraBold"/>
            </a:endParaRPr>
          </a:p>
        </p:txBody>
      </p:sp>
      <p:cxnSp>
        <p:nvCxnSpPr>
          <p:cNvPr id="879" name="Google Shape;879;p63"/>
          <p:cNvCxnSpPr>
            <a:stCxn id="876" idx="0"/>
            <a:endCxn id="838" idx="0"/>
          </p:cNvCxnSpPr>
          <p:nvPr/>
        </p:nvCxnSpPr>
        <p:spPr>
          <a:xfrm rot="10800000">
            <a:off x="3733600" y="2571700"/>
            <a:ext cx="0" cy="344700"/>
          </a:xfrm>
          <a:prstGeom prst="straightConnector1">
            <a:avLst/>
          </a:prstGeom>
          <a:noFill/>
          <a:ln cap="flat" cmpd="sng" w="19050">
            <a:solidFill>
              <a:schemeClr val="accent5"/>
            </a:solidFill>
            <a:prstDash val="solid"/>
            <a:round/>
            <a:headEnd len="med" w="med" type="oval"/>
            <a:tailEnd len="med" w="med" type="none"/>
          </a:ln>
        </p:spPr>
      </p:cxnSp>
      <p:cxnSp>
        <p:nvCxnSpPr>
          <p:cNvPr id="880" name="Google Shape;880;p63"/>
          <p:cNvCxnSpPr>
            <a:stCxn id="877" idx="0"/>
            <a:endCxn id="839" idx="0"/>
          </p:cNvCxnSpPr>
          <p:nvPr/>
        </p:nvCxnSpPr>
        <p:spPr>
          <a:xfrm rot="10800000">
            <a:off x="5375313" y="2571700"/>
            <a:ext cx="0" cy="344700"/>
          </a:xfrm>
          <a:prstGeom prst="straightConnector1">
            <a:avLst/>
          </a:prstGeom>
          <a:noFill/>
          <a:ln cap="flat" cmpd="sng" w="19050">
            <a:solidFill>
              <a:schemeClr val="accent5"/>
            </a:solidFill>
            <a:prstDash val="solid"/>
            <a:round/>
            <a:headEnd len="med" w="med" type="oval"/>
            <a:tailEnd len="med" w="med" type="none"/>
          </a:ln>
        </p:spPr>
      </p:cxnSp>
      <p:cxnSp>
        <p:nvCxnSpPr>
          <p:cNvPr id="881" name="Google Shape;881;p63"/>
          <p:cNvCxnSpPr>
            <a:stCxn id="878" idx="0"/>
            <a:endCxn id="840" idx="0"/>
          </p:cNvCxnSpPr>
          <p:nvPr/>
        </p:nvCxnSpPr>
        <p:spPr>
          <a:xfrm rot="10800000">
            <a:off x="7018513" y="2571700"/>
            <a:ext cx="0" cy="344700"/>
          </a:xfrm>
          <a:prstGeom prst="straightConnector1">
            <a:avLst/>
          </a:prstGeom>
          <a:noFill/>
          <a:ln cap="flat" cmpd="sng" w="19050">
            <a:solidFill>
              <a:schemeClr val="accent5"/>
            </a:solidFill>
            <a:prstDash val="solid"/>
            <a:round/>
            <a:headEnd len="med" w="med" type="oval"/>
            <a:tailEnd len="med" w="med" type="none"/>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5" name="Shape 885"/>
        <p:cNvGrpSpPr/>
        <p:nvPr/>
      </p:nvGrpSpPr>
      <p:grpSpPr>
        <a:xfrm>
          <a:off x="0" y="0"/>
          <a:ext cx="0" cy="0"/>
          <a:chOff x="0" y="0"/>
          <a:chExt cx="0" cy="0"/>
        </a:xfrm>
      </p:grpSpPr>
      <p:sp>
        <p:nvSpPr>
          <p:cNvPr id="886" name="Google Shape;886;p64"/>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AN INFOGRAPHIC</a:t>
            </a:r>
            <a:endParaRPr/>
          </a:p>
        </p:txBody>
      </p:sp>
      <p:cxnSp>
        <p:nvCxnSpPr>
          <p:cNvPr id="887" name="Google Shape;887;p64"/>
          <p:cNvCxnSpPr/>
          <p:nvPr/>
        </p:nvCxnSpPr>
        <p:spPr>
          <a:xfrm>
            <a:off x="2093850" y="1059050"/>
            <a:ext cx="4956300" cy="0"/>
          </a:xfrm>
          <a:prstGeom prst="straightConnector1">
            <a:avLst/>
          </a:prstGeom>
          <a:noFill/>
          <a:ln cap="flat" cmpd="sng" w="19050">
            <a:solidFill>
              <a:schemeClr val="accent5"/>
            </a:solidFill>
            <a:prstDash val="solid"/>
            <a:round/>
            <a:headEnd len="med" w="med" type="oval"/>
            <a:tailEnd len="med" w="med" type="oval"/>
          </a:ln>
        </p:spPr>
      </p:cxnSp>
      <p:sp>
        <p:nvSpPr>
          <p:cNvPr id="888" name="Google Shape;888;p64"/>
          <p:cNvSpPr/>
          <p:nvPr/>
        </p:nvSpPr>
        <p:spPr>
          <a:xfrm>
            <a:off x="2753900" y="2042600"/>
            <a:ext cx="717600" cy="7173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64"/>
          <p:cNvSpPr/>
          <p:nvPr/>
        </p:nvSpPr>
        <p:spPr>
          <a:xfrm rot="-5400000">
            <a:off x="3968250" y="1788100"/>
            <a:ext cx="1207500" cy="1207500"/>
          </a:xfrm>
          <a:prstGeom prst="blockArc">
            <a:avLst>
              <a:gd fmla="val 10800000" name="adj1"/>
              <a:gd fmla="val 0" name="adj2"/>
              <a:gd fmla="val 25000" name="adj3"/>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64"/>
          <p:cNvSpPr/>
          <p:nvPr/>
        </p:nvSpPr>
        <p:spPr>
          <a:xfrm flipH="1" rot="5400000">
            <a:off x="3968250" y="1788100"/>
            <a:ext cx="1207500" cy="1207500"/>
          </a:xfrm>
          <a:prstGeom prst="blockArc">
            <a:avLst>
              <a:gd fmla="val 10800000" name="adj1"/>
              <a:gd fmla="val 0" name="adj2"/>
              <a:gd fmla="val 25000" name="adj3"/>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64"/>
          <p:cNvSpPr/>
          <p:nvPr/>
        </p:nvSpPr>
        <p:spPr>
          <a:xfrm>
            <a:off x="5672500" y="2042600"/>
            <a:ext cx="717600" cy="7173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64"/>
          <p:cNvSpPr/>
          <p:nvPr/>
        </p:nvSpPr>
        <p:spPr>
          <a:xfrm>
            <a:off x="4213200" y="3392650"/>
            <a:ext cx="717600" cy="7173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64"/>
          <p:cNvSpPr/>
          <p:nvPr/>
        </p:nvSpPr>
        <p:spPr>
          <a:xfrm>
            <a:off x="2976650" y="2210875"/>
            <a:ext cx="272089" cy="380759"/>
          </a:xfrm>
          <a:custGeom>
            <a:rect b="b" l="l" r="r" t="t"/>
            <a:pathLst>
              <a:path extrusionOk="0" h="10091" w="7211">
                <a:moveTo>
                  <a:pt x="4208" y="592"/>
                </a:moveTo>
                <a:cubicBezTo>
                  <a:pt x="4951" y="592"/>
                  <a:pt x="5554" y="1195"/>
                  <a:pt x="5554" y="1935"/>
                </a:cubicBezTo>
                <a:lnTo>
                  <a:pt x="5552" y="2207"/>
                </a:lnTo>
                <a:lnTo>
                  <a:pt x="5816" y="2237"/>
                </a:lnTo>
                <a:cubicBezTo>
                  <a:pt x="6252" y="2288"/>
                  <a:pt x="6582" y="2659"/>
                  <a:pt x="6582" y="3099"/>
                </a:cubicBezTo>
                <a:cubicBezTo>
                  <a:pt x="6582" y="3578"/>
                  <a:pt x="6192" y="3967"/>
                  <a:pt x="5713" y="3967"/>
                </a:cubicBezTo>
                <a:lnTo>
                  <a:pt x="1477" y="3967"/>
                </a:lnTo>
                <a:cubicBezTo>
                  <a:pt x="997" y="3967"/>
                  <a:pt x="608" y="3578"/>
                  <a:pt x="608" y="3099"/>
                </a:cubicBezTo>
                <a:cubicBezTo>
                  <a:pt x="608" y="2659"/>
                  <a:pt x="937" y="2289"/>
                  <a:pt x="1375" y="2237"/>
                </a:cubicBezTo>
                <a:lnTo>
                  <a:pt x="1636" y="2207"/>
                </a:lnTo>
                <a:lnTo>
                  <a:pt x="1636" y="1944"/>
                </a:lnTo>
                <a:lnTo>
                  <a:pt x="1636" y="1935"/>
                </a:lnTo>
                <a:cubicBezTo>
                  <a:pt x="1636" y="1423"/>
                  <a:pt x="2054" y="1006"/>
                  <a:pt x="2567" y="1006"/>
                </a:cubicBezTo>
                <a:cubicBezTo>
                  <a:pt x="2688" y="1006"/>
                  <a:pt x="2805" y="1028"/>
                  <a:pt x="2916" y="1073"/>
                </a:cubicBezTo>
                <a:lnTo>
                  <a:pt x="3100" y="1147"/>
                </a:lnTo>
                <a:lnTo>
                  <a:pt x="3239" y="1004"/>
                </a:lnTo>
                <a:cubicBezTo>
                  <a:pt x="3495" y="738"/>
                  <a:pt x="3839" y="592"/>
                  <a:pt x="4208" y="592"/>
                </a:cubicBezTo>
                <a:close/>
                <a:moveTo>
                  <a:pt x="5396" y="8111"/>
                </a:moveTo>
                <a:cubicBezTo>
                  <a:pt x="5411" y="8111"/>
                  <a:pt x="5427" y="8111"/>
                  <a:pt x="5442" y="8112"/>
                </a:cubicBezTo>
                <a:cubicBezTo>
                  <a:pt x="5752" y="8136"/>
                  <a:pt x="5988" y="8403"/>
                  <a:pt x="5988" y="8714"/>
                </a:cubicBezTo>
                <a:lnTo>
                  <a:pt x="5988" y="8909"/>
                </a:lnTo>
                <a:lnTo>
                  <a:pt x="4806" y="8909"/>
                </a:lnTo>
                <a:lnTo>
                  <a:pt x="4806" y="8701"/>
                </a:lnTo>
                <a:cubicBezTo>
                  <a:pt x="4806" y="8376"/>
                  <a:pt x="5071" y="8111"/>
                  <a:pt x="5396" y="8111"/>
                </a:cubicBezTo>
                <a:close/>
                <a:moveTo>
                  <a:pt x="4218" y="1"/>
                </a:moveTo>
                <a:cubicBezTo>
                  <a:pt x="3750" y="1"/>
                  <a:pt x="3311" y="164"/>
                  <a:pt x="2962" y="464"/>
                </a:cubicBezTo>
                <a:cubicBezTo>
                  <a:pt x="2838" y="431"/>
                  <a:pt x="2709" y="415"/>
                  <a:pt x="2578" y="415"/>
                </a:cubicBezTo>
                <a:cubicBezTo>
                  <a:pt x="1820" y="415"/>
                  <a:pt x="1189" y="973"/>
                  <a:pt x="1075" y="1700"/>
                </a:cubicBezTo>
                <a:cubicBezTo>
                  <a:pt x="444" y="1886"/>
                  <a:pt x="0" y="2482"/>
                  <a:pt x="32" y="3167"/>
                </a:cubicBezTo>
                <a:cubicBezTo>
                  <a:pt x="67" y="3932"/>
                  <a:pt x="742" y="4558"/>
                  <a:pt x="1509" y="4558"/>
                </a:cubicBezTo>
                <a:lnTo>
                  <a:pt x="3309" y="4558"/>
                </a:lnTo>
                <a:lnTo>
                  <a:pt x="3309" y="4853"/>
                </a:lnTo>
                <a:cubicBezTo>
                  <a:pt x="3309" y="5017"/>
                  <a:pt x="3177" y="5148"/>
                  <a:pt x="3014" y="5148"/>
                </a:cubicBezTo>
                <a:lnTo>
                  <a:pt x="1510" y="5148"/>
                </a:lnTo>
                <a:cubicBezTo>
                  <a:pt x="1048" y="5148"/>
                  <a:pt x="635" y="5525"/>
                  <a:pt x="611" y="5986"/>
                </a:cubicBezTo>
                <a:cubicBezTo>
                  <a:pt x="583" y="6496"/>
                  <a:pt x="991" y="6921"/>
                  <a:pt x="1495" y="6921"/>
                </a:cubicBezTo>
                <a:lnTo>
                  <a:pt x="4806" y="6921"/>
                </a:lnTo>
                <a:cubicBezTo>
                  <a:pt x="4969" y="6921"/>
                  <a:pt x="5101" y="7052"/>
                  <a:pt x="5101" y="7216"/>
                </a:cubicBezTo>
                <a:lnTo>
                  <a:pt x="5101" y="7548"/>
                </a:lnTo>
                <a:cubicBezTo>
                  <a:pt x="4592" y="7680"/>
                  <a:pt x="4215" y="8143"/>
                  <a:pt x="4215" y="8693"/>
                </a:cubicBezTo>
                <a:lnTo>
                  <a:pt x="4215" y="10090"/>
                </a:lnTo>
                <a:lnTo>
                  <a:pt x="4806" y="10090"/>
                </a:lnTo>
                <a:lnTo>
                  <a:pt x="4806" y="9500"/>
                </a:lnTo>
                <a:lnTo>
                  <a:pt x="5988" y="9500"/>
                </a:lnTo>
                <a:lnTo>
                  <a:pt x="5988" y="10090"/>
                </a:lnTo>
                <a:lnTo>
                  <a:pt x="6577" y="10090"/>
                </a:lnTo>
                <a:lnTo>
                  <a:pt x="6577" y="8693"/>
                </a:lnTo>
                <a:cubicBezTo>
                  <a:pt x="6577" y="8143"/>
                  <a:pt x="6201" y="7680"/>
                  <a:pt x="5692" y="7548"/>
                </a:cubicBezTo>
                <a:lnTo>
                  <a:pt x="5692" y="6636"/>
                </a:lnTo>
                <a:cubicBezTo>
                  <a:pt x="5692" y="6467"/>
                  <a:pt x="5555" y="6330"/>
                  <a:pt x="5386" y="6330"/>
                </a:cubicBezTo>
                <a:lnTo>
                  <a:pt x="1396" y="6330"/>
                </a:lnTo>
                <a:cubicBezTo>
                  <a:pt x="1368" y="6330"/>
                  <a:pt x="1342" y="6319"/>
                  <a:pt x="1323" y="6300"/>
                </a:cubicBezTo>
                <a:cubicBezTo>
                  <a:pt x="1070" y="6046"/>
                  <a:pt x="1247" y="5739"/>
                  <a:pt x="1495" y="5739"/>
                </a:cubicBezTo>
                <a:lnTo>
                  <a:pt x="3014" y="5739"/>
                </a:lnTo>
                <a:cubicBezTo>
                  <a:pt x="3503" y="5739"/>
                  <a:pt x="3900" y="5343"/>
                  <a:pt x="3900" y="4853"/>
                </a:cubicBezTo>
                <a:lnTo>
                  <a:pt x="3900" y="4558"/>
                </a:lnTo>
                <a:lnTo>
                  <a:pt x="5702" y="4558"/>
                </a:lnTo>
                <a:cubicBezTo>
                  <a:pt x="6467" y="4558"/>
                  <a:pt x="7143" y="3933"/>
                  <a:pt x="7178" y="3169"/>
                </a:cubicBezTo>
                <a:cubicBezTo>
                  <a:pt x="7210" y="2485"/>
                  <a:pt x="6768" y="1888"/>
                  <a:pt x="6138" y="1701"/>
                </a:cubicBezTo>
                <a:cubicBezTo>
                  <a:pt x="6022" y="745"/>
                  <a:pt x="5205" y="1"/>
                  <a:pt x="4218"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 name="Google Shape;894;p64"/>
          <p:cNvGrpSpPr/>
          <p:nvPr/>
        </p:nvGrpSpPr>
        <p:grpSpPr>
          <a:xfrm>
            <a:off x="5836018" y="2201646"/>
            <a:ext cx="390569" cy="380419"/>
            <a:chOff x="5597306" y="2173458"/>
            <a:chExt cx="390569" cy="380419"/>
          </a:xfrm>
        </p:grpSpPr>
        <p:sp>
          <p:nvSpPr>
            <p:cNvPr id="895" name="Google Shape;895;p64"/>
            <p:cNvSpPr/>
            <p:nvPr/>
          </p:nvSpPr>
          <p:spPr>
            <a:xfrm>
              <a:off x="5597306" y="2173458"/>
              <a:ext cx="390569" cy="380419"/>
            </a:xfrm>
            <a:custGeom>
              <a:rect b="b" l="l" r="r" t="t"/>
              <a:pathLst>
                <a:path extrusionOk="0" h="10082" w="10351">
                  <a:moveTo>
                    <a:pt x="3703" y="591"/>
                  </a:moveTo>
                  <a:cubicBezTo>
                    <a:pt x="4342" y="591"/>
                    <a:pt x="4865" y="1105"/>
                    <a:pt x="4880" y="1741"/>
                  </a:cubicBezTo>
                  <a:cubicBezTo>
                    <a:pt x="4481" y="1588"/>
                    <a:pt x="4057" y="1509"/>
                    <a:pt x="3630" y="1509"/>
                  </a:cubicBezTo>
                  <a:cubicBezTo>
                    <a:pt x="3402" y="1509"/>
                    <a:pt x="3173" y="1532"/>
                    <a:pt x="2947" y="1577"/>
                  </a:cubicBezTo>
                  <a:cubicBezTo>
                    <a:pt x="2944" y="1577"/>
                    <a:pt x="2941" y="1578"/>
                    <a:pt x="2937" y="1579"/>
                  </a:cubicBezTo>
                  <a:cubicBezTo>
                    <a:pt x="2793" y="1379"/>
                    <a:pt x="2715" y="1140"/>
                    <a:pt x="2715" y="891"/>
                  </a:cubicBezTo>
                  <a:lnTo>
                    <a:pt x="2715" y="591"/>
                  </a:lnTo>
                  <a:close/>
                  <a:moveTo>
                    <a:pt x="7637" y="591"/>
                  </a:moveTo>
                  <a:lnTo>
                    <a:pt x="7637" y="891"/>
                  </a:lnTo>
                  <a:cubicBezTo>
                    <a:pt x="7637" y="1140"/>
                    <a:pt x="7559" y="1379"/>
                    <a:pt x="7415" y="1579"/>
                  </a:cubicBezTo>
                  <a:cubicBezTo>
                    <a:pt x="7411" y="1578"/>
                    <a:pt x="7408" y="1577"/>
                    <a:pt x="7405" y="1577"/>
                  </a:cubicBezTo>
                  <a:cubicBezTo>
                    <a:pt x="7178" y="1532"/>
                    <a:pt x="6950" y="1509"/>
                    <a:pt x="6722" y="1509"/>
                  </a:cubicBezTo>
                  <a:cubicBezTo>
                    <a:pt x="6295" y="1509"/>
                    <a:pt x="5871" y="1588"/>
                    <a:pt x="5472" y="1741"/>
                  </a:cubicBezTo>
                  <a:cubicBezTo>
                    <a:pt x="5488" y="1105"/>
                    <a:pt x="6009" y="591"/>
                    <a:pt x="6649" y="591"/>
                  </a:cubicBezTo>
                  <a:close/>
                  <a:moveTo>
                    <a:pt x="6712" y="2098"/>
                  </a:moveTo>
                  <a:cubicBezTo>
                    <a:pt x="6903" y="2098"/>
                    <a:pt x="7096" y="2117"/>
                    <a:pt x="7289" y="2156"/>
                  </a:cubicBezTo>
                  <a:cubicBezTo>
                    <a:pt x="8140" y="2325"/>
                    <a:pt x="8864" y="2860"/>
                    <a:pt x="9276" y="3625"/>
                  </a:cubicBezTo>
                  <a:cubicBezTo>
                    <a:pt x="9688" y="4389"/>
                    <a:pt x="9737" y="5289"/>
                    <a:pt x="9409" y="6092"/>
                  </a:cubicBezTo>
                  <a:lnTo>
                    <a:pt x="8666" y="7919"/>
                  </a:lnTo>
                  <a:cubicBezTo>
                    <a:pt x="8275" y="8882"/>
                    <a:pt x="7339" y="9490"/>
                    <a:pt x="6331" y="9490"/>
                  </a:cubicBezTo>
                  <a:cubicBezTo>
                    <a:pt x="6168" y="9490"/>
                    <a:pt x="6004" y="9474"/>
                    <a:pt x="5839" y="9441"/>
                  </a:cubicBezTo>
                  <a:cubicBezTo>
                    <a:pt x="5653" y="9404"/>
                    <a:pt x="5470" y="9346"/>
                    <a:pt x="5296" y="9268"/>
                  </a:cubicBezTo>
                  <a:lnTo>
                    <a:pt x="5176" y="9214"/>
                  </a:lnTo>
                  <a:lnTo>
                    <a:pt x="5054" y="9268"/>
                  </a:lnTo>
                  <a:cubicBezTo>
                    <a:pt x="4880" y="9346"/>
                    <a:pt x="4698" y="9404"/>
                    <a:pt x="4511" y="9441"/>
                  </a:cubicBezTo>
                  <a:cubicBezTo>
                    <a:pt x="4347" y="9474"/>
                    <a:pt x="4182" y="9490"/>
                    <a:pt x="4019" y="9490"/>
                  </a:cubicBezTo>
                  <a:cubicBezTo>
                    <a:pt x="3011" y="9490"/>
                    <a:pt x="2076" y="8881"/>
                    <a:pt x="1684" y="7919"/>
                  </a:cubicBezTo>
                  <a:lnTo>
                    <a:pt x="942" y="6092"/>
                  </a:lnTo>
                  <a:cubicBezTo>
                    <a:pt x="615" y="5289"/>
                    <a:pt x="663" y="4389"/>
                    <a:pt x="1075" y="3625"/>
                  </a:cubicBezTo>
                  <a:cubicBezTo>
                    <a:pt x="1486" y="2860"/>
                    <a:pt x="2211" y="2325"/>
                    <a:pt x="3062" y="2156"/>
                  </a:cubicBezTo>
                  <a:cubicBezTo>
                    <a:pt x="3255" y="2118"/>
                    <a:pt x="3448" y="2099"/>
                    <a:pt x="3639" y="2099"/>
                  </a:cubicBezTo>
                  <a:cubicBezTo>
                    <a:pt x="4124" y="2099"/>
                    <a:pt x="4598" y="2221"/>
                    <a:pt x="5032" y="2463"/>
                  </a:cubicBezTo>
                  <a:lnTo>
                    <a:pt x="5176" y="2542"/>
                  </a:lnTo>
                  <a:lnTo>
                    <a:pt x="5319" y="2463"/>
                  </a:lnTo>
                  <a:cubicBezTo>
                    <a:pt x="5754" y="2221"/>
                    <a:pt x="6227" y="2098"/>
                    <a:pt x="6712" y="2098"/>
                  </a:cubicBezTo>
                  <a:close/>
                  <a:moveTo>
                    <a:pt x="2124" y="1"/>
                  </a:moveTo>
                  <a:lnTo>
                    <a:pt x="2124" y="891"/>
                  </a:lnTo>
                  <a:cubicBezTo>
                    <a:pt x="2124" y="1196"/>
                    <a:pt x="2202" y="1491"/>
                    <a:pt x="2348" y="1753"/>
                  </a:cubicBezTo>
                  <a:cubicBezTo>
                    <a:pt x="1586" y="2051"/>
                    <a:pt x="950" y="2610"/>
                    <a:pt x="555" y="3345"/>
                  </a:cubicBezTo>
                  <a:cubicBezTo>
                    <a:pt x="59" y="4264"/>
                    <a:pt x="1" y="5348"/>
                    <a:pt x="395" y="6315"/>
                  </a:cubicBezTo>
                  <a:lnTo>
                    <a:pt x="1138" y="8142"/>
                  </a:lnTo>
                  <a:cubicBezTo>
                    <a:pt x="1621" y="9330"/>
                    <a:pt x="2776" y="10081"/>
                    <a:pt x="4021" y="10081"/>
                  </a:cubicBezTo>
                  <a:cubicBezTo>
                    <a:pt x="4221" y="10081"/>
                    <a:pt x="4424" y="10062"/>
                    <a:pt x="4626" y="10022"/>
                  </a:cubicBezTo>
                  <a:cubicBezTo>
                    <a:pt x="4814" y="9984"/>
                    <a:pt x="4997" y="9929"/>
                    <a:pt x="5176" y="9858"/>
                  </a:cubicBezTo>
                  <a:cubicBezTo>
                    <a:pt x="5353" y="9929"/>
                    <a:pt x="5538" y="9984"/>
                    <a:pt x="5724" y="10022"/>
                  </a:cubicBezTo>
                  <a:cubicBezTo>
                    <a:pt x="5927" y="10062"/>
                    <a:pt x="6129" y="10081"/>
                    <a:pt x="6330" y="10081"/>
                  </a:cubicBezTo>
                  <a:cubicBezTo>
                    <a:pt x="7575" y="10081"/>
                    <a:pt x="8730" y="9330"/>
                    <a:pt x="9214" y="8142"/>
                  </a:cubicBezTo>
                  <a:lnTo>
                    <a:pt x="9956" y="6315"/>
                  </a:lnTo>
                  <a:cubicBezTo>
                    <a:pt x="10351" y="5348"/>
                    <a:pt x="10292" y="4264"/>
                    <a:pt x="9797" y="3345"/>
                  </a:cubicBezTo>
                  <a:cubicBezTo>
                    <a:pt x="9401" y="2610"/>
                    <a:pt x="8765" y="2051"/>
                    <a:pt x="8003" y="1753"/>
                  </a:cubicBezTo>
                  <a:cubicBezTo>
                    <a:pt x="8149" y="1491"/>
                    <a:pt x="8227" y="1196"/>
                    <a:pt x="8227" y="891"/>
                  </a:cubicBezTo>
                  <a:lnTo>
                    <a:pt x="8227" y="1"/>
                  </a:lnTo>
                  <a:lnTo>
                    <a:pt x="6649" y="1"/>
                  </a:lnTo>
                  <a:cubicBezTo>
                    <a:pt x="6034" y="1"/>
                    <a:pt x="5493" y="316"/>
                    <a:pt x="5176" y="793"/>
                  </a:cubicBezTo>
                  <a:cubicBezTo>
                    <a:pt x="4858" y="316"/>
                    <a:pt x="4317" y="1"/>
                    <a:pt x="3702"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64"/>
            <p:cNvSpPr/>
            <p:nvPr/>
          </p:nvSpPr>
          <p:spPr>
            <a:xfrm>
              <a:off x="5759141" y="2358649"/>
              <a:ext cx="66900" cy="66900"/>
            </a:xfrm>
            <a:custGeom>
              <a:rect b="b" l="l" r="r" t="t"/>
              <a:pathLst>
                <a:path extrusionOk="0" h="1773" w="1773">
                  <a:moveTo>
                    <a:pt x="887" y="592"/>
                  </a:moveTo>
                  <a:cubicBezTo>
                    <a:pt x="1049" y="592"/>
                    <a:pt x="1182" y="724"/>
                    <a:pt x="1182" y="887"/>
                  </a:cubicBezTo>
                  <a:cubicBezTo>
                    <a:pt x="1182" y="1049"/>
                    <a:pt x="1049" y="1182"/>
                    <a:pt x="887" y="1182"/>
                  </a:cubicBezTo>
                  <a:cubicBezTo>
                    <a:pt x="723" y="1182"/>
                    <a:pt x="591" y="1049"/>
                    <a:pt x="591" y="887"/>
                  </a:cubicBezTo>
                  <a:cubicBezTo>
                    <a:pt x="591" y="724"/>
                    <a:pt x="723" y="592"/>
                    <a:pt x="887" y="592"/>
                  </a:cubicBezTo>
                  <a:close/>
                  <a:moveTo>
                    <a:pt x="887" y="1"/>
                  </a:moveTo>
                  <a:cubicBezTo>
                    <a:pt x="398" y="1"/>
                    <a:pt x="1" y="399"/>
                    <a:pt x="1" y="887"/>
                  </a:cubicBezTo>
                  <a:cubicBezTo>
                    <a:pt x="1" y="1375"/>
                    <a:pt x="397" y="1773"/>
                    <a:pt x="887" y="1773"/>
                  </a:cubicBezTo>
                  <a:cubicBezTo>
                    <a:pt x="1375" y="1773"/>
                    <a:pt x="1773" y="1375"/>
                    <a:pt x="1773" y="887"/>
                  </a:cubicBezTo>
                  <a:cubicBezTo>
                    <a:pt x="1773" y="399"/>
                    <a:pt x="1375" y="1"/>
                    <a:pt x="887"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64"/>
            <p:cNvSpPr/>
            <p:nvPr/>
          </p:nvSpPr>
          <p:spPr>
            <a:xfrm>
              <a:off x="5691335" y="2314087"/>
              <a:ext cx="202510" cy="156062"/>
            </a:xfrm>
            <a:custGeom>
              <a:rect b="b" l="l" r="r" t="t"/>
              <a:pathLst>
                <a:path extrusionOk="0" h="4136" w="5367">
                  <a:moveTo>
                    <a:pt x="2684" y="591"/>
                  </a:moveTo>
                  <a:cubicBezTo>
                    <a:pt x="3262" y="591"/>
                    <a:pt x="3785" y="852"/>
                    <a:pt x="4240" y="1364"/>
                  </a:cubicBezTo>
                  <a:cubicBezTo>
                    <a:pt x="4482" y="1639"/>
                    <a:pt x="4641" y="1917"/>
                    <a:pt x="4718" y="2068"/>
                  </a:cubicBezTo>
                  <a:cubicBezTo>
                    <a:pt x="4532" y="2433"/>
                    <a:pt x="3866" y="3545"/>
                    <a:pt x="2684" y="3545"/>
                  </a:cubicBezTo>
                  <a:cubicBezTo>
                    <a:pt x="2105" y="3545"/>
                    <a:pt x="1581" y="3284"/>
                    <a:pt x="1127" y="2771"/>
                  </a:cubicBezTo>
                  <a:cubicBezTo>
                    <a:pt x="884" y="2497"/>
                    <a:pt x="725" y="2219"/>
                    <a:pt x="648" y="2068"/>
                  </a:cubicBezTo>
                  <a:cubicBezTo>
                    <a:pt x="835" y="1703"/>
                    <a:pt x="1500" y="591"/>
                    <a:pt x="2684" y="591"/>
                  </a:cubicBezTo>
                  <a:close/>
                  <a:moveTo>
                    <a:pt x="2684" y="0"/>
                  </a:moveTo>
                  <a:cubicBezTo>
                    <a:pt x="1933" y="0"/>
                    <a:pt x="1238" y="342"/>
                    <a:pt x="672" y="988"/>
                  </a:cubicBezTo>
                  <a:cubicBezTo>
                    <a:pt x="258" y="1461"/>
                    <a:pt x="57" y="1934"/>
                    <a:pt x="49" y="1954"/>
                  </a:cubicBezTo>
                  <a:lnTo>
                    <a:pt x="0" y="2068"/>
                  </a:lnTo>
                  <a:lnTo>
                    <a:pt x="49" y="2182"/>
                  </a:lnTo>
                  <a:cubicBezTo>
                    <a:pt x="57" y="2202"/>
                    <a:pt x="258" y="2674"/>
                    <a:pt x="672" y="3148"/>
                  </a:cubicBezTo>
                  <a:cubicBezTo>
                    <a:pt x="1238" y="3794"/>
                    <a:pt x="1933" y="4135"/>
                    <a:pt x="2684" y="4135"/>
                  </a:cubicBezTo>
                  <a:cubicBezTo>
                    <a:pt x="3434" y="4135"/>
                    <a:pt x="4129" y="3794"/>
                    <a:pt x="4694" y="3148"/>
                  </a:cubicBezTo>
                  <a:cubicBezTo>
                    <a:pt x="5110" y="2674"/>
                    <a:pt x="5310" y="2202"/>
                    <a:pt x="5319" y="2182"/>
                  </a:cubicBezTo>
                  <a:lnTo>
                    <a:pt x="5366" y="2068"/>
                  </a:lnTo>
                  <a:lnTo>
                    <a:pt x="5319" y="1954"/>
                  </a:lnTo>
                  <a:cubicBezTo>
                    <a:pt x="5310" y="1934"/>
                    <a:pt x="5110" y="1461"/>
                    <a:pt x="4694" y="988"/>
                  </a:cubicBezTo>
                  <a:cubicBezTo>
                    <a:pt x="4129" y="342"/>
                    <a:pt x="3434" y="0"/>
                    <a:pt x="2684" y="0"/>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 name="Google Shape;898;p64"/>
          <p:cNvGrpSpPr/>
          <p:nvPr/>
        </p:nvGrpSpPr>
        <p:grpSpPr>
          <a:xfrm>
            <a:off x="4398549" y="3561105"/>
            <a:ext cx="346913" cy="380381"/>
            <a:chOff x="3991674" y="3978243"/>
            <a:chExt cx="346913" cy="380381"/>
          </a:xfrm>
        </p:grpSpPr>
        <p:sp>
          <p:nvSpPr>
            <p:cNvPr id="899" name="Google Shape;899;p64"/>
            <p:cNvSpPr/>
            <p:nvPr/>
          </p:nvSpPr>
          <p:spPr>
            <a:xfrm>
              <a:off x="4130567" y="4117174"/>
              <a:ext cx="22338" cy="22300"/>
            </a:xfrm>
            <a:custGeom>
              <a:rect b="b" l="l" r="r" t="t"/>
              <a:pathLst>
                <a:path extrusionOk="0" h="591" w="592">
                  <a:moveTo>
                    <a:pt x="1" y="0"/>
                  </a:moveTo>
                  <a:lnTo>
                    <a:pt x="1"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64"/>
            <p:cNvSpPr/>
            <p:nvPr/>
          </p:nvSpPr>
          <p:spPr>
            <a:xfrm>
              <a:off x="4176639" y="4117174"/>
              <a:ext cx="22300" cy="22300"/>
            </a:xfrm>
            <a:custGeom>
              <a:rect b="b" l="l" r="r" t="t"/>
              <a:pathLst>
                <a:path extrusionOk="0" h="591" w="591">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64"/>
            <p:cNvSpPr/>
            <p:nvPr/>
          </p:nvSpPr>
          <p:spPr>
            <a:xfrm>
              <a:off x="4130567" y="4161736"/>
              <a:ext cx="68371" cy="22338"/>
            </a:xfrm>
            <a:custGeom>
              <a:rect b="b" l="l" r="r" t="t"/>
              <a:pathLst>
                <a:path extrusionOk="0" h="592" w="1812">
                  <a:moveTo>
                    <a:pt x="1" y="0"/>
                  </a:moveTo>
                  <a:lnTo>
                    <a:pt x="1" y="591"/>
                  </a:lnTo>
                  <a:lnTo>
                    <a:pt x="1812" y="591"/>
                  </a:lnTo>
                  <a:lnTo>
                    <a:pt x="1812"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64"/>
            <p:cNvSpPr/>
            <p:nvPr/>
          </p:nvSpPr>
          <p:spPr>
            <a:xfrm>
              <a:off x="4041443" y="4072574"/>
              <a:ext cx="246657" cy="157533"/>
            </a:xfrm>
            <a:custGeom>
              <a:rect b="b" l="l" r="r" t="t"/>
              <a:pathLst>
                <a:path extrusionOk="0" h="4175" w="6537">
                  <a:moveTo>
                    <a:pt x="4764" y="591"/>
                  </a:moveTo>
                  <a:lnTo>
                    <a:pt x="4764" y="3584"/>
                  </a:lnTo>
                  <a:lnTo>
                    <a:pt x="1772" y="3584"/>
                  </a:lnTo>
                  <a:lnTo>
                    <a:pt x="1772" y="591"/>
                  </a:lnTo>
                  <a:close/>
                  <a:moveTo>
                    <a:pt x="1182" y="1"/>
                  </a:moveTo>
                  <a:lnTo>
                    <a:pt x="1182" y="1793"/>
                  </a:lnTo>
                  <a:lnTo>
                    <a:pt x="592" y="1793"/>
                  </a:lnTo>
                  <a:lnTo>
                    <a:pt x="592" y="1202"/>
                  </a:lnTo>
                  <a:lnTo>
                    <a:pt x="1" y="1202"/>
                  </a:lnTo>
                  <a:lnTo>
                    <a:pt x="1" y="2974"/>
                  </a:lnTo>
                  <a:lnTo>
                    <a:pt x="592" y="2974"/>
                  </a:lnTo>
                  <a:lnTo>
                    <a:pt x="592" y="2383"/>
                  </a:lnTo>
                  <a:lnTo>
                    <a:pt x="1182" y="2383"/>
                  </a:lnTo>
                  <a:lnTo>
                    <a:pt x="1182" y="4175"/>
                  </a:lnTo>
                  <a:lnTo>
                    <a:pt x="5355" y="4175"/>
                  </a:lnTo>
                  <a:lnTo>
                    <a:pt x="5355" y="2383"/>
                  </a:lnTo>
                  <a:lnTo>
                    <a:pt x="5946" y="2383"/>
                  </a:lnTo>
                  <a:lnTo>
                    <a:pt x="5946" y="2974"/>
                  </a:lnTo>
                  <a:lnTo>
                    <a:pt x="6537" y="2974"/>
                  </a:lnTo>
                  <a:lnTo>
                    <a:pt x="6537" y="1202"/>
                  </a:lnTo>
                  <a:lnTo>
                    <a:pt x="5946" y="1202"/>
                  </a:lnTo>
                  <a:lnTo>
                    <a:pt x="5946" y="1793"/>
                  </a:lnTo>
                  <a:lnTo>
                    <a:pt x="5355" y="1793"/>
                  </a:lnTo>
                  <a:lnTo>
                    <a:pt x="5355"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64"/>
            <p:cNvSpPr/>
            <p:nvPr/>
          </p:nvSpPr>
          <p:spPr>
            <a:xfrm>
              <a:off x="3991674" y="3978243"/>
              <a:ext cx="346913" cy="380381"/>
            </a:xfrm>
            <a:custGeom>
              <a:rect b="b" l="l" r="r" t="t"/>
              <a:pathLst>
                <a:path extrusionOk="0" h="10081" w="9194">
                  <a:moveTo>
                    <a:pt x="4597" y="591"/>
                  </a:moveTo>
                  <a:cubicBezTo>
                    <a:pt x="6806" y="591"/>
                    <a:pt x="8602" y="2389"/>
                    <a:pt x="8602" y="4598"/>
                  </a:cubicBezTo>
                  <a:cubicBezTo>
                    <a:pt x="8602" y="5529"/>
                    <a:pt x="8276" y="6435"/>
                    <a:pt x="7683" y="7151"/>
                  </a:cubicBezTo>
                  <a:cubicBezTo>
                    <a:pt x="7097" y="7858"/>
                    <a:pt x="6282" y="8345"/>
                    <a:pt x="5387" y="8525"/>
                  </a:cubicBezTo>
                  <a:lnTo>
                    <a:pt x="5300" y="8543"/>
                  </a:lnTo>
                  <a:lnTo>
                    <a:pt x="4597" y="9245"/>
                  </a:lnTo>
                  <a:lnTo>
                    <a:pt x="3894" y="8543"/>
                  </a:lnTo>
                  <a:lnTo>
                    <a:pt x="3806" y="8525"/>
                  </a:lnTo>
                  <a:cubicBezTo>
                    <a:pt x="2912" y="8345"/>
                    <a:pt x="2096" y="7858"/>
                    <a:pt x="1511" y="7151"/>
                  </a:cubicBezTo>
                  <a:cubicBezTo>
                    <a:pt x="918" y="6435"/>
                    <a:pt x="591" y="5529"/>
                    <a:pt x="591" y="4598"/>
                  </a:cubicBezTo>
                  <a:cubicBezTo>
                    <a:pt x="591" y="2389"/>
                    <a:pt x="2388" y="591"/>
                    <a:pt x="4597" y="591"/>
                  </a:cubicBezTo>
                  <a:close/>
                  <a:moveTo>
                    <a:pt x="4597" y="1"/>
                  </a:moveTo>
                  <a:cubicBezTo>
                    <a:pt x="3369" y="1"/>
                    <a:pt x="2215" y="479"/>
                    <a:pt x="1347" y="1347"/>
                  </a:cubicBezTo>
                  <a:cubicBezTo>
                    <a:pt x="479" y="2215"/>
                    <a:pt x="0" y="3370"/>
                    <a:pt x="0" y="4597"/>
                  </a:cubicBezTo>
                  <a:cubicBezTo>
                    <a:pt x="0" y="5666"/>
                    <a:pt x="376" y="6706"/>
                    <a:pt x="1056" y="7528"/>
                  </a:cubicBezTo>
                  <a:cubicBezTo>
                    <a:pt x="1709" y="8315"/>
                    <a:pt x="2610" y="8865"/>
                    <a:pt x="3601" y="9085"/>
                  </a:cubicBezTo>
                  <a:lnTo>
                    <a:pt x="4597" y="10081"/>
                  </a:lnTo>
                  <a:lnTo>
                    <a:pt x="5592" y="9085"/>
                  </a:lnTo>
                  <a:cubicBezTo>
                    <a:pt x="6583" y="8865"/>
                    <a:pt x="7485" y="8315"/>
                    <a:pt x="8137" y="7528"/>
                  </a:cubicBezTo>
                  <a:cubicBezTo>
                    <a:pt x="8819" y="6706"/>
                    <a:pt x="9193" y="5666"/>
                    <a:pt x="9193" y="4597"/>
                  </a:cubicBezTo>
                  <a:cubicBezTo>
                    <a:pt x="9193" y="3370"/>
                    <a:pt x="8715" y="2215"/>
                    <a:pt x="7847" y="1347"/>
                  </a:cubicBezTo>
                  <a:cubicBezTo>
                    <a:pt x="6979" y="479"/>
                    <a:pt x="5825" y="1"/>
                    <a:pt x="4597"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904" name="Google Shape;904;p64"/>
          <p:cNvCxnSpPr>
            <a:endCxn id="888" idx="0"/>
          </p:cNvCxnSpPr>
          <p:nvPr/>
        </p:nvCxnSpPr>
        <p:spPr>
          <a:xfrm rot="10800000">
            <a:off x="3112700" y="2042600"/>
            <a:ext cx="865500" cy="351600"/>
          </a:xfrm>
          <a:prstGeom prst="bentConnector4">
            <a:avLst>
              <a:gd fmla="val 29272" name="adj1"/>
              <a:gd fmla="val 167726" name="adj2"/>
            </a:avLst>
          </a:prstGeom>
          <a:noFill/>
          <a:ln cap="flat" cmpd="sng" w="19050">
            <a:solidFill>
              <a:schemeClr val="accent5"/>
            </a:solidFill>
            <a:prstDash val="solid"/>
            <a:round/>
            <a:headEnd len="med" w="med" type="oval"/>
            <a:tailEnd len="med" w="med" type="none"/>
          </a:ln>
        </p:spPr>
      </p:cxnSp>
      <p:cxnSp>
        <p:nvCxnSpPr>
          <p:cNvPr id="905" name="Google Shape;905;p64"/>
          <p:cNvCxnSpPr>
            <a:endCxn id="891" idx="0"/>
          </p:cNvCxnSpPr>
          <p:nvPr/>
        </p:nvCxnSpPr>
        <p:spPr>
          <a:xfrm flipH="1" rot="10800000">
            <a:off x="5166700" y="2042600"/>
            <a:ext cx="864600" cy="351600"/>
          </a:xfrm>
          <a:prstGeom prst="bentConnector4">
            <a:avLst>
              <a:gd fmla="val 29251" name="adj1"/>
              <a:gd fmla="val 167726" name="adj2"/>
            </a:avLst>
          </a:prstGeom>
          <a:noFill/>
          <a:ln cap="flat" cmpd="sng" w="19050">
            <a:solidFill>
              <a:schemeClr val="accent5"/>
            </a:solidFill>
            <a:prstDash val="solid"/>
            <a:round/>
            <a:headEnd len="med" w="med" type="oval"/>
            <a:tailEnd len="med" w="med" type="none"/>
          </a:ln>
        </p:spPr>
      </p:cxnSp>
      <p:cxnSp>
        <p:nvCxnSpPr>
          <p:cNvPr id="906" name="Google Shape;906;p64"/>
          <p:cNvCxnSpPr>
            <a:stCxn id="892" idx="0"/>
          </p:cNvCxnSpPr>
          <p:nvPr/>
        </p:nvCxnSpPr>
        <p:spPr>
          <a:xfrm rot="10800000">
            <a:off x="4572000" y="2982250"/>
            <a:ext cx="0" cy="410400"/>
          </a:xfrm>
          <a:prstGeom prst="straightConnector1">
            <a:avLst/>
          </a:prstGeom>
          <a:noFill/>
          <a:ln cap="flat" cmpd="sng" w="19050">
            <a:solidFill>
              <a:schemeClr val="accent5"/>
            </a:solidFill>
            <a:prstDash val="solid"/>
            <a:round/>
            <a:headEnd len="med" w="med" type="oval"/>
            <a:tailEnd len="med" w="med" type="none"/>
          </a:ln>
        </p:spPr>
      </p:cxnSp>
      <p:sp>
        <p:nvSpPr>
          <p:cNvPr id="907" name="Google Shape;907;p64"/>
          <p:cNvSpPr/>
          <p:nvPr/>
        </p:nvSpPr>
        <p:spPr>
          <a:xfrm>
            <a:off x="4400561" y="2201678"/>
            <a:ext cx="343781" cy="380344"/>
          </a:xfrm>
          <a:custGeom>
            <a:rect b="b" l="l" r="r" t="t"/>
            <a:pathLst>
              <a:path extrusionOk="0" h="10080" w="9111">
                <a:moveTo>
                  <a:pt x="4552" y="590"/>
                </a:moveTo>
                <a:cubicBezTo>
                  <a:pt x="4878" y="590"/>
                  <a:pt x="5143" y="855"/>
                  <a:pt x="5143" y="1181"/>
                </a:cubicBezTo>
                <a:cubicBezTo>
                  <a:pt x="5143" y="1507"/>
                  <a:pt x="4878" y="1771"/>
                  <a:pt x="4552" y="1771"/>
                </a:cubicBezTo>
                <a:cubicBezTo>
                  <a:pt x="4226" y="1771"/>
                  <a:pt x="3961" y="1507"/>
                  <a:pt x="3961" y="1181"/>
                </a:cubicBezTo>
                <a:cubicBezTo>
                  <a:pt x="3961" y="855"/>
                  <a:pt x="4226" y="590"/>
                  <a:pt x="4552" y="590"/>
                </a:cubicBezTo>
                <a:close/>
                <a:moveTo>
                  <a:pt x="1208" y="2520"/>
                </a:moveTo>
                <a:cubicBezTo>
                  <a:pt x="1534" y="2520"/>
                  <a:pt x="1799" y="2785"/>
                  <a:pt x="1799" y="3111"/>
                </a:cubicBezTo>
                <a:cubicBezTo>
                  <a:pt x="1799" y="3436"/>
                  <a:pt x="1534" y="3702"/>
                  <a:pt x="1208" y="3702"/>
                </a:cubicBezTo>
                <a:cubicBezTo>
                  <a:pt x="882" y="3702"/>
                  <a:pt x="617" y="3436"/>
                  <a:pt x="617" y="3111"/>
                </a:cubicBezTo>
                <a:cubicBezTo>
                  <a:pt x="617" y="2785"/>
                  <a:pt x="882" y="2520"/>
                  <a:pt x="1208" y="2520"/>
                </a:cubicBezTo>
                <a:close/>
                <a:moveTo>
                  <a:pt x="7896" y="2520"/>
                </a:moveTo>
                <a:cubicBezTo>
                  <a:pt x="8220" y="2520"/>
                  <a:pt x="8486" y="2785"/>
                  <a:pt x="8486" y="3111"/>
                </a:cubicBezTo>
                <a:cubicBezTo>
                  <a:pt x="8486" y="3436"/>
                  <a:pt x="8220" y="3702"/>
                  <a:pt x="7896" y="3702"/>
                </a:cubicBezTo>
                <a:cubicBezTo>
                  <a:pt x="7570" y="3702"/>
                  <a:pt x="7305" y="3436"/>
                  <a:pt x="7305" y="3111"/>
                </a:cubicBezTo>
                <a:cubicBezTo>
                  <a:pt x="7305" y="2785"/>
                  <a:pt x="7570" y="2520"/>
                  <a:pt x="7896" y="2520"/>
                </a:cubicBezTo>
                <a:close/>
                <a:moveTo>
                  <a:pt x="4260" y="3581"/>
                </a:moveTo>
                <a:lnTo>
                  <a:pt x="4260" y="6499"/>
                </a:lnTo>
                <a:cubicBezTo>
                  <a:pt x="3740" y="6367"/>
                  <a:pt x="3354" y="5895"/>
                  <a:pt x="3354" y="5335"/>
                </a:cubicBezTo>
                <a:lnTo>
                  <a:pt x="3354" y="4744"/>
                </a:lnTo>
                <a:cubicBezTo>
                  <a:pt x="3354" y="4184"/>
                  <a:pt x="3740" y="3712"/>
                  <a:pt x="4260" y="3581"/>
                </a:cubicBezTo>
                <a:close/>
                <a:moveTo>
                  <a:pt x="4850" y="3581"/>
                </a:moveTo>
                <a:cubicBezTo>
                  <a:pt x="5370" y="3712"/>
                  <a:pt x="5755" y="4184"/>
                  <a:pt x="5755" y="4744"/>
                </a:cubicBezTo>
                <a:lnTo>
                  <a:pt x="5755" y="5335"/>
                </a:lnTo>
                <a:cubicBezTo>
                  <a:pt x="5755" y="5895"/>
                  <a:pt x="5370" y="6367"/>
                  <a:pt x="4850" y="6499"/>
                </a:cubicBezTo>
                <a:lnTo>
                  <a:pt x="4850" y="3581"/>
                </a:lnTo>
                <a:close/>
                <a:moveTo>
                  <a:pt x="1212" y="6379"/>
                </a:moveTo>
                <a:cubicBezTo>
                  <a:pt x="1537" y="6379"/>
                  <a:pt x="1803" y="6644"/>
                  <a:pt x="1803" y="6970"/>
                </a:cubicBezTo>
                <a:cubicBezTo>
                  <a:pt x="1803" y="7295"/>
                  <a:pt x="1537" y="7560"/>
                  <a:pt x="1212" y="7560"/>
                </a:cubicBezTo>
                <a:cubicBezTo>
                  <a:pt x="886" y="7560"/>
                  <a:pt x="622" y="7296"/>
                  <a:pt x="622" y="6970"/>
                </a:cubicBezTo>
                <a:cubicBezTo>
                  <a:pt x="622" y="6644"/>
                  <a:pt x="886" y="6379"/>
                  <a:pt x="1212" y="6379"/>
                </a:cubicBezTo>
                <a:close/>
                <a:moveTo>
                  <a:pt x="7891" y="6379"/>
                </a:moveTo>
                <a:cubicBezTo>
                  <a:pt x="8217" y="6379"/>
                  <a:pt x="8482" y="6644"/>
                  <a:pt x="8482" y="6970"/>
                </a:cubicBezTo>
                <a:cubicBezTo>
                  <a:pt x="8482" y="7295"/>
                  <a:pt x="8217" y="7560"/>
                  <a:pt x="7891" y="7560"/>
                </a:cubicBezTo>
                <a:cubicBezTo>
                  <a:pt x="7565" y="7560"/>
                  <a:pt x="7301" y="7296"/>
                  <a:pt x="7301" y="6970"/>
                </a:cubicBezTo>
                <a:cubicBezTo>
                  <a:pt x="7301" y="6644"/>
                  <a:pt x="7565" y="6379"/>
                  <a:pt x="7891" y="6379"/>
                </a:cubicBezTo>
                <a:close/>
                <a:moveTo>
                  <a:pt x="4552" y="8307"/>
                </a:moveTo>
                <a:cubicBezTo>
                  <a:pt x="4878" y="8307"/>
                  <a:pt x="5143" y="8572"/>
                  <a:pt x="5143" y="8898"/>
                </a:cubicBezTo>
                <a:cubicBezTo>
                  <a:pt x="5143" y="9224"/>
                  <a:pt x="4878" y="9489"/>
                  <a:pt x="4552" y="9489"/>
                </a:cubicBezTo>
                <a:cubicBezTo>
                  <a:pt x="4226" y="9489"/>
                  <a:pt x="3961" y="9224"/>
                  <a:pt x="3961" y="8898"/>
                </a:cubicBezTo>
                <a:cubicBezTo>
                  <a:pt x="3961" y="8572"/>
                  <a:pt x="4226" y="8307"/>
                  <a:pt x="4552" y="8307"/>
                </a:cubicBezTo>
                <a:close/>
                <a:moveTo>
                  <a:pt x="4555" y="0"/>
                </a:moveTo>
                <a:cubicBezTo>
                  <a:pt x="3904" y="0"/>
                  <a:pt x="3374" y="530"/>
                  <a:pt x="3374" y="1181"/>
                </a:cubicBezTo>
                <a:cubicBezTo>
                  <a:pt x="3374" y="1730"/>
                  <a:pt x="3751" y="2193"/>
                  <a:pt x="4260" y="2325"/>
                </a:cubicBezTo>
                <a:lnTo>
                  <a:pt x="4260" y="2977"/>
                </a:lnTo>
                <a:cubicBezTo>
                  <a:pt x="3736" y="3065"/>
                  <a:pt x="3290" y="3379"/>
                  <a:pt x="3024" y="3815"/>
                </a:cubicBezTo>
                <a:lnTo>
                  <a:pt x="2349" y="3425"/>
                </a:lnTo>
                <a:cubicBezTo>
                  <a:pt x="2378" y="3325"/>
                  <a:pt x="2393" y="3220"/>
                  <a:pt x="2393" y="3111"/>
                </a:cubicBezTo>
                <a:cubicBezTo>
                  <a:pt x="2393" y="2459"/>
                  <a:pt x="1862" y="1929"/>
                  <a:pt x="1212" y="1929"/>
                </a:cubicBezTo>
                <a:cubicBezTo>
                  <a:pt x="1193" y="1929"/>
                  <a:pt x="1174" y="1930"/>
                  <a:pt x="1155" y="1931"/>
                </a:cubicBezTo>
                <a:cubicBezTo>
                  <a:pt x="551" y="1959"/>
                  <a:pt x="59" y="2450"/>
                  <a:pt x="32" y="3054"/>
                </a:cubicBezTo>
                <a:cubicBezTo>
                  <a:pt x="0" y="3731"/>
                  <a:pt x="541" y="4293"/>
                  <a:pt x="1211" y="4293"/>
                </a:cubicBezTo>
                <a:cubicBezTo>
                  <a:pt x="1541" y="4293"/>
                  <a:pt x="1840" y="4155"/>
                  <a:pt x="2055" y="3937"/>
                </a:cubicBezTo>
                <a:lnTo>
                  <a:pt x="2803" y="4370"/>
                </a:lnTo>
                <a:cubicBezTo>
                  <a:pt x="2778" y="4490"/>
                  <a:pt x="2764" y="4615"/>
                  <a:pt x="2764" y="4744"/>
                </a:cubicBezTo>
                <a:lnTo>
                  <a:pt x="2764" y="5335"/>
                </a:lnTo>
                <a:cubicBezTo>
                  <a:pt x="2764" y="5463"/>
                  <a:pt x="2778" y="5589"/>
                  <a:pt x="2803" y="5710"/>
                </a:cubicBezTo>
                <a:lnTo>
                  <a:pt x="2056" y="6142"/>
                </a:lnTo>
                <a:cubicBezTo>
                  <a:pt x="1842" y="5923"/>
                  <a:pt x="1544" y="5788"/>
                  <a:pt x="1214" y="5788"/>
                </a:cubicBezTo>
                <a:cubicBezTo>
                  <a:pt x="1191" y="5788"/>
                  <a:pt x="1167" y="5789"/>
                  <a:pt x="1143" y="5790"/>
                </a:cubicBezTo>
                <a:cubicBezTo>
                  <a:pt x="545" y="5826"/>
                  <a:pt x="64" y="6314"/>
                  <a:pt x="35" y="6912"/>
                </a:cubicBezTo>
                <a:cubicBezTo>
                  <a:pt x="3" y="7590"/>
                  <a:pt x="545" y="8150"/>
                  <a:pt x="1215" y="8150"/>
                </a:cubicBezTo>
                <a:cubicBezTo>
                  <a:pt x="1866" y="8150"/>
                  <a:pt x="2397" y="7620"/>
                  <a:pt x="2397" y="6970"/>
                </a:cubicBezTo>
                <a:cubicBezTo>
                  <a:pt x="2397" y="6859"/>
                  <a:pt x="2381" y="6753"/>
                  <a:pt x="2353" y="6652"/>
                </a:cubicBezTo>
                <a:lnTo>
                  <a:pt x="3024" y="6265"/>
                </a:lnTo>
                <a:cubicBezTo>
                  <a:pt x="3290" y="6701"/>
                  <a:pt x="3736" y="7015"/>
                  <a:pt x="4260" y="7102"/>
                </a:cubicBezTo>
                <a:lnTo>
                  <a:pt x="4260" y="7754"/>
                </a:lnTo>
                <a:cubicBezTo>
                  <a:pt x="3733" y="7891"/>
                  <a:pt x="3348" y="8380"/>
                  <a:pt x="3375" y="8954"/>
                </a:cubicBezTo>
                <a:cubicBezTo>
                  <a:pt x="3403" y="9558"/>
                  <a:pt x="3894" y="10050"/>
                  <a:pt x="4498" y="10078"/>
                </a:cubicBezTo>
                <a:cubicBezTo>
                  <a:pt x="4517" y="10079"/>
                  <a:pt x="4536" y="10080"/>
                  <a:pt x="4554" y="10080"/>
                </a:cubicBezTo>
                <a:cubicBezTo>
                  <a:pt x="5206" y="10080"/>
                  <a:pt x="5736" y="9549"/>
                  <a:pt x="5736" y="8898"/>
                </a:cubicBezTo>
                <a:cubicBezTo>
                  <a:pt x="5736" y="8348"/>
                  <a:pt x="5359" y="7885"/>
                  <a:pt x="4850" y="7754"/>
                </a:cubicBezTo>
                <a:lnTo>
                  <a:pt x="4850" y="7102"/>
                </a:lnTo>
                <a:cubicBezTo>
                  <a:pt x="5372" y="7015"/>
                  <a:pt x="5820" y="6701"/>
                  <a:pt x="6086" y="6264"/>
                </a:cubicBezTo>
                <a:lnTo>
                  <a:pt x="6757" y="6652"/>
                </a:lnTo>
                <a:cubicBezTo>
                  <a:pt x="6729" y="6753"/>
                  <a:pt x="6713" y="6859"/>
                  <a:pt x="6713" y="6970"/>
                </a:cubicBezTo>
                <a:cubicBezTo>
                  <a:pt x="6713" y="7621"/>
                  <a:pt x="7243" y="8150"/>
                  <a:pt x="7895" y="8150"/>
                </a:cubicBezTo>
                <a:cubicBezTo>
                  <a:pt x="7914" y="8150"/>
                  <a:pt x="7933" y="8150"/>
                  <a:pt x="7952" y="8149"/>
                </a:cubicBezTo>
                <a:cubicBezTo>
                  <a:pt x="8556" y="8120"/>
                  <a:pt x="9046" y="7630"/>
                  <a:pt x="9075" y="7026"/>
                </a:cubicBezTo>
                <a:cubicBezTo>
                  <a:pt x="9107" y="6349"/>
                  <a:pt x="8564" y="5788"/>
                  <a:pt x="7895" y="5788"/>
                </a:cubicBezTo>
                <a:cubicBezTo>
                  <a:pt x="7565" y="5788"/>
                  <a:pt x="7268" y="5923"/>
                  <a:pt x="7054" y="6142"/>
                </a:cubicBezTo>
                <a:lnTo>
                  <a:pt x="6307" y="5710"/>
                </a:lnTo>
                <a:cubicBezTo>
                  <a:pt x="6332" y="5589"/>
                  <a:pt x="6346" y="5463"/>
                  <a:pt x="6346" y="5335"/>
                </a:cubicBezTo>
                <a:lnTo>
                  <a:pt x="6346" y="4744"/>
                </a:lnTo>
                <a:cubicBezTo>
                  <a:pt x="6346" y="4615"/>
                  <a:pt x="6332" y="4490"/>
                  <a:pt x="6307" y="4370"/>
                </a:cubicBezTo>
                <a:lnTo>
                  <a:pt x="7055" y="3937"/>
                </a:lnTo>
                <a:cubicBezTo>
                  <a:pt x="7270" y="4156"/>
                  <a:pt x="7569" y="4292"/>
                  <a:pt x="7900" y="4292"/>
                </a:cubicBezTo>
                <a:cubicBezTo>
                  <a:pt x="7923" y="4292"/>
                  <a:pt x="7947" y="4292"/>
                  <a:pt x="7970" y="4290"/>
                </a:cubicBezTo>
                <a:cubicBezTo>
                  <a:pt x="8569" y="4255"/>
                  <a:pt x="9050" y="3767"/>
                  <a:pt x="9078" y="3168"/>
                </a:cubicBezTo>
                <a:cubicBezTo>
                  <a:pt x="9111" y="2491"/>
                  <a:pt x="8569" y="1930"/>
                  <a:pt x="7899" y="1930"/>
                </a:cubicBezTo>
                <a:cubicBezTo>
                  <a:pt x="7247" y="1930"/>
                  <a:pt x="6717" y="2459"/>
                  <a:pt x="6717" y="3111"/>
                </a:cubicBezTo>
                <a:cubicBezTo>
                  <a:pt x="6717" y="3220"/>
                  <a:pt x="6732" y="3325"/>
                  <a:pt x="6761" y="3425"/>
                </a:cubicBezTo>
                <a:lnTo>
                  <a:pt x="6086" y="3815"/>
                </a:lnTo>
                <a:cubicBezTo>
                  <a:pt x="5820" y="3379"/>
                  <a:pt x="5374" y="3065"/>
                  <a:pt x="4850" y="2977"/>
                </a:cubicBezTo>
                <a:lnTo>
                  <a:pt x="4850" y="2325"/>
                </a:lnTo>
                <a:cubicBezTo>
                  <a:pt x="5377" y="2189"/>
                  <a:pt x="5762" y="1699"/>
                  <a:pt x="5735" y="1126"/>
                </a:cubicBezTo>
                <a:cubicBezTo>
                  <a:pt x="5707" y="520"/>
                  <a:pt x="5216" y="30"/>
                  <a:pt x="4612" y="1"/>
                </a:cubicBezTo>
                <a:cubicBezTo>
                  <a:pt x="4593" y="1"/>
                  <a:pt x="4574" y="0"/>
                  <a:pt x="455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64"/>
          <p:cNvSpPr txBox="1"/>
          <p:nvPr>
            <p:ph idx="4294967295" type="subTitle"/>
          </p:nvPr>
        </p:nvSpPr>
        <p:spPr>
          <a:xfrm>
            <a:off x="2414650" y="3916875"/>
            <a:ext cx="1624500" cy="69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biggest planet in the Solar System</a:t>
            </a:r>
            <a:endParaRPr/>
          </a:p>
        </p:txBody>
      </p:sp>
      <p:sp>
        <p:nvSpPr>
          <p:cNvPr id="909" name="Google Shape;909;p64"/>
          <p:cNvSpPr txBox="1"/>
          <p:nvPr>
            <p:ph idx="4294967295" type="subTitle"/>
          </p:nvPr>
        </p:nvSpPr>
        <p:spPr>
          <a:xfrm>
            <a:off x="5104850" y="3916875"/>
            <a:ext cx="1627500" cy="69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910" name="Google Shape;910;p64"/>
          <p:cNvSpPr txBox="1"/>
          <p:nvPr>
            <p:ph idx="4294967295" type="subTitle"/>
          </p:nvPr>
        </p:nvSpPr>
        <p:spPr>
          <a:xfrm>
            <a:off x="1010575" y="2241400"/>
            <a:ext cx="1627500" cy="69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911" name="Google Shape;911;p64"/>
          <p:cNvSpPr txBox="1"/>
          <p:nvPr/>
        </p:nvSpPr>
        <p:spPr>
          <a:xfrm>
            <a:off x="1167625" y="1804463"/>
            <a:ext cx="13134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VENUS</a:t>
            </a:r>
            <a:endParaRPr sz="2000">
              <a:solidFill>
                <a:schemeClr val="lt1"/>
              </a:solidFill>
              <a:latin typeface="Montserrat ExtraBold"/>
              <a:ea typeface="Montserrat ExtraBold"/>
              <a:cs typeface="Montserrat ExtraBold"/>
              <a:sym typeface="Montserrat ExtraBold"/>
            </a:endParaRPr>
          </a:p>
        </p:txBody>
      </p:sp>
      <p:sp>
        <p:nvSpPr>
          <p:cNvPr id="912" name="Google Shape;912;p64"/>
          <p:cNvSpPr txBox="1"/>
          <p:nvPr/>
        </p:nvSpPr>
        <p:spPr>
          <a:xfrm>
            <a:off x="2568538" y="3504988"/>
            <a:ext cx="13167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JUPITER</a:t>
            </a:r>
            <a:endParaRPr sz="2000">
              <a:solidFill>
                <a:schemeClr val="lt1"/>
              </a:solidFill>
              <a:latin typeface="Montserrat ExtraBold"/>
              <a:ea typeface="Montserrat ExtraBold"/>
              <a:cs typeface="Montserrat ExtraBold"/>
              <a:sym typeface="Montserrat ExtraBold"/>
            </a:endParaRPr>
          </a:p>
        </p:txBody>
      </p:sp>
      <p:sp>
        <p:nvSpPr>
          <p:cNvPr id="913" name="Google Shape;913;p64"/>
          <p:cNvSpPr txBox="1"/>
          <p:nvPr/>
        </p:nvSpPr>
        <p:spPr>
          <a:xfrm>
            <a:off x="5260250" y="3521375"/>
            <a:ext cx="13167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MARS</a:t>
            </a:r>
            <a:endParaRPr sz="2000">
              <a:solidFill>
                <a:schemeClr val="lt1"/>
              </a:solidFill>
              <a:latin typeface="Montserrat ExtraBold"/>
              <a:ea typeface="Montserrat ExtraBold"/>
              <a:cs typeface="Montserrat ExtraBold"/>
              <a:sym typeface="Montserrat ExtraBold"/>
            </a:endParaRPr>
          </a:p>
        </p:txBody>
      </p:sp>
      <p:sp>
        <p:nvSpPr>
          <p:cNvPr id="914" name="Google Shape;914;p64"/>
          <p:cNvSpPr txBox="1"/>
          <p:nvPr>
            <p:ph idx="4294967295" type="subTitle"/>
          </p:nvPr>
        </p:nvSpPr>
        <p:spPr>
          <a:xfrm>
            <a:off x="6662985" y="2241850"/>
            <a:ext cx="1627500" cy="69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915" name="Google Shape;915;p64"/>
          <p:cNvSpPr txBox="1"/>
          <p:nvPr/>
        </p:nvSpPr>
        <p:spPr>
          <a:xfrm>
            <a:off x="6818375" y="1788100"/>
            <a:ext cx="13167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SATURN</a:t>
            </a:r>
            <a:endParaRPr sz="2000">
              <a:solidFill>
                <a:schemeClr val="lt1"/>
              </a:solidFill>
              <a:latin typeface="Montserrat ExtraBold"/>
              <a:ea typeface="Montserrat ExtraBold"/>
              <a:cs typeface="Montserrat ExtraBold"/>
              <a:sym typeface="Montserrat ExtraBold"/>
            </a:endParaRPr>
          </a:p>
        </p:txBody>
      </p:sp>
      <p:cxnSp>
        <p:nvCxnSpPr>
          <p:cNvPr id="916" name="Google Shape;916;p64"/>
          <p:cNvCxnSpPr>
            <a:stCxn id="911" idx="0"/>
            <a:endCxn id="888" idx="2"/>
          </p:cNvCxnSpPr>
          <p:nvPr/>
        </p:nvCxnSpPr>
        <p:spPr>
          <a:xfrm flipH="1" rot="-5400000">
            <a:off x="1990825" y="1637963"/>
            <a:ext cx="596700" cy="929700"/>
          </a:xfrm>
          <a:prstGeom prst="bentConnector4">
            <a:avLst>
              <a:gd fmla="val -39907" name="adj1"/>
              <a:gd fmla="val 85311" name="adj2"/>
            </a:avLst>
          </a:prstGeom>
          <a:noFill/>
          <a:ln cap="flat" cmpd="sng" w="19050">
            <a:solidFill>
              <a:schemeClr val="accent5"/>
            </a:solidFill>
            <a:prstDash val="solid"/>
            <a:round/>
            <a:headEnd len="med" w="med" type="oval"/>
            <a:tailEnd len="med" w="med" type="none"/>
          </a:ln>
        </p:spPr>
      </p:cxnSp>
      <p:cxnSp>
        <p:nvCxnSpPr>
          <p:cNvPr id="917" name="Google Shape;917;p64"/>
          <p:cNvCxnSpPr>
            <a:stCxn id="912" idx="0"/>
            <a:endCxn id="892" idx="2"/>
          </p:cNvCxnSpPr>
          <p:nvPr/>
        </p:nvCxnSpPr>
        <p:spPr>
          <a:xfrm flipH="1" rot="-5400000">
            <a:off x="3596938" y="3134938"/>
            <a:ext cx="246300" cy="986400"/>
          </a:xfrm>
          <a:prstGeom prst="bentConnector4">
            <a:avLst>
              <a:gd fmla="val -96681" name="adj1"/>
              <a:gd fmla="val 83367" name="adj2"/>
            </a:avLst>
          </a:prstGeom>
          <a:noFill/>
          <a:ln cap="flat" cmpd="sng" w="19050">
            <a:solidFill>
              <a:schemeClr val="accent5"/>
            </a:solidFill>
            <a:prstDash val="solid"/>
            <a:round/>
            <a:headEnd len="med" w="med" type="oval"/>
            <a:tailEnd len="med" w="med" type="none"/>
          </a:ln>
        </p:spPr>
      </p:cxnSp>
      <p:cxnSp>
        <p:nvCxnSpPr>
          <p:cNvPr id="918" name="Google Shape;918;p64"/>
          <p:cNvCxnSpPr>
            <a:stCxn id="913" idx="0"/>
            <a:endCxn id="892" idx="6"/>
          </p:cNvCxnSpPr>
          <p:nvPr/>
        </p:nvCxnSpPr>
        <p:spPr>
          <a:xfrm rot="5400000">
            <a:off x="5309750" y="3142325"/>
            <a:ext cx="229800" cy="987900"/>
          </a:xfrm>
          <a:prstGeom prst="bentConnector4">
            <a:avLst>
              <a:gd fmla="val -103623" name="adj1"/>
              <a:gd fmla="val 83316" name="adj2"/>
            </a:avLst>
          </a:prstGeom>
          <a:noFill/>
          <a:ln cap="flat" cmpd="sng" w="19050">
            <a:solidFill>
              <a:schemeClr val="accent5"/>
            </a:solidFill>
            <a:prstDash val="solid"/>
            <a:round/>
            <a:headEnd len="med" w="med" type="oval"/>
            <a:tailEnd len="med" w="med" type="none"/>
          </a:ln>
        </p:spPr>
      </p:cxnSp>
      <p:cxnSp>
        <p:nvCxnSpPr>
          <p:cNvPr id="919" name="Google Shape;919;p64"/>
          <p:cNvCxnSpPr>
            <a:stCxn id="915" idx="0"/>
            <a:endCxn id="891" idx="6"/>
          </p:cNvCxnSpPr>
          <p:nvPr/>
        </p:nvCxnSpPr>
        <p:spPr>
          <a:xfrm rot="5400000">
            <a:off x="6626825" y="1551400"/>
            <a:ext cx="613200" cy="1086600"/>
          </a:xfrm>
          <a:prstGeom prst="bentConnector4">
            <a:avLst>
              <a:gd fmla="val -38833" name="adj1"/>
              <a:gd fmla="val 80295" name="adj2"/>
            </a:avLst>
          </a:prstGeom>
          <a:noFill/>
          <a:ln cap="flat" cmpd="sng" w="19050">
            <a:solidFill>
              <a:schemeClr val="accent5"/>
            </a:solidFill>
            <a:prstDash val="solid"/>
            <a:round/>
            <a:headEnd len="med" w="med" type="oval"/>
            <a:tailEnd len="med" w="med" type="none"/>
          </a:ln>
        </p:spPr>
      </p:cxn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3" name="Shape 923"/>
        <p:cNvGrpSpPr/>
        <p:nvPr/>
      </p:nvGrpSpPr>
      <p:grpSpPr>
        <a:xfrm>
          <a:off x="0" y="0"/>
          <a:ext cx="0" cy="0"/>
          <a:chOff x="0" y="0"/>
          <a:chExt cx="0" cy="0"/>
        </a:xfrm>
      </p:grpSpPr>
      <p:sp>
        <p:nvSpPr>
          <p:cNvPr id="924" name="Google Shape;924;p65"/>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AI-POWERED AUTOMATION</a:t>
            </a:r>
            <a:endParaRPr/>
          </a:p>
        </p:txBody>
      </p:sp>
      <p:cxnSp>
        <p:nvCxnSpPr>
          <p:cNvPr id="925" name="Google Shape;925;p65"/>
          <p:cNvCxnSpPr/>
          <p:nvPr/>
        </p:nvCxnSpPr>
        <p:spPr>
          <a:xfrm>
            <a:off x="2028150" y="1059050"/>
            <a:ext cx="5087700" cy="0"/>
          </a:xfrm>
          <a:prstGeom prst="straightConnector1">
            <a:avLst/>
          </a:prstGeom>
          <a:noFill/>
          <a:ln cap="flat" cmpd="sng" w="19050">
            <a:solidFill>
              <a:schemeClr val="accent5"/>
            </a:solidFill>
            <a:prstDash val="solid"/>
            <a:round/>
            <a:headEnd len="med" w="med" type="oval"/>
            <a:tailEnd len="med" w="med" type="oval"/>
          </a:ln>
        </p:spPr>
      </p:cxnSp>
      <p:pic>
        <p:nvPicPr>
          <p:cNvPr id="926" name="Google Shape;926;p65" title="Chart">
            <a:hlinkClick r:id="rId3"/>
          </p:cNvPr>
          <p:cNvPicPr preferRelativeResize="0"/>
          <p:nvPr/>
        </p:nvPicPr>
        <p:blipFill>
          <a:blip r:embed="rId4">
            <a:alphaModFix/>
          </a:blip>
          <a:stretch>
            <a:fillRect/>
          </a:stretch>
        </p:blipFill>
        <p:spPr>
          <a:xfrm>
            <a:off x="2768562" y="2019050"/>
            <a:ext cx="3606876" cy="2230250"/>
          </a:xfrm>
          <a:prstGeom prst="rect">
            <a:avLst/>
          </a:prstGeom>
          <a:noFill/>
          <a:ln>
            <a:noFill/>
          </a:ln>
        </p:spPr>
      </p:pic>
      <p:sp>
        <p:nvSpPr>
          <p:cNvPr id="927" name="Google Shape;927;p65"/>
          <p:cNvSpPr txBox="1"/>
          <p:nvPr>
            <p:ph idx="4294967295" type="subTitle"/>
          </p:nvPr>
        </p:nvSpPr>
        <p:spPr>
          <a:xfrm>
            <a:off x="786550" y="2864438"/>
            <a:ext cx="1627500" cy="69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928" name="Google Shape;928;p65"/>
          <p:cNvSpPr txBox="1"/>
          <p:nvPr>
            <p:ph idx="4294967295" type="subTitle"/>
          </p:nvPr>
        </p:nvSpPr>
        <p:spPr>
          <a:xfrm>
            <a:off x="6420275" y="3507688"/>
            <a:ext cx="1627500" cy="69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929" name="Google Shape;929;p65"/>
          <p:cNvSpPr txBox="1"/>
          <p:nvPr/>
        </p:nvSpPr>
        <p:spPr>
          <a:xfrm>
            <a:off x="6577325" y="3084863"/>
            <a:ext cx="13134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VENUS</a:t>
            </a:r>
            <a:endParaRPr sz="2000">
              <a:solidFill>
                <a:schemeClr val="lt1"/>
              </a:solidFill>
              <a:latin typeface="Montserrat ExtraBold"/>
              <a:ea typeface="Montserrat ExtraBold"/>
              <a:cs typeface="Montserrat ExtraBold"/>
              <a:sym typeface="Montserrat ExtraBold"/>
            </a:endParaRPr>
          </a:p>
        </p:txBody>
      </p:sp>
      <p:sp>
        <p:nvSpPr>
          <p:cNvPr id="930" name="Google Shape;930;p65"/>
          <p:cNvSpPr txBox="1"/>
          <p:nvPr/>
        </p:nvSpPr>
        <p:spPr>
          <a:xfrm>
            <a:off x="941950" y="2460750"/>
            <a:ext cx="13167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MARS</a:t>
            </a:r>
            <a:endParaRPr sz="2000">
              <a:solidFill>
                <a:schemeClr val="lt1"/>
              </a:solidFill>
              <a:latin typeface="Montserrat ExtraBold"/>
              <a:ea typeface="Montserrat ExtraBold"/>
              <a:cs typeface="Montserrat ExtraBold"/>
              <a:sym typeface="Montserrat ExtraBold"/>
            </a:endParaRPr>
          </a:p>
        </p:txBody>
      </p:sp>
      <p:sp>
        <p:nvSpPr>
          <p:cNvPr id="931" name="Google Shape;931;p65"/>
          <p:cNvSpPr txBox="1"/>
          <p:nvPr>
            <p:ph idx="4294967295" type="subTitle"/>
          </p:nvPr>
        </p:nvSpPr>
        <p:spPr>
          <a:xfrm>
            <a:off x="6420285" y="2044988"/>
            <a:ext cx="1627500" cy="69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932" name="Google Shape;932;p65"/>
          <p:cNvSpPr txBox="1"/>
          <p:nvPr/>
        </p:nvSpPr>
        <p:spPr>
          <a:xfrm>
            <a:off x="6575675" y="1621725"/>
            <a:ext cx="13167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SATURN</a:t>
            </a:r>
            <a:endParaRPr sz="2000">
              <a:solidFill>
                <a:schemeClr val="lt1"/>
              </a:solidFill>
              <a:latin typeface="Montserrat ExtraBold"/>
              <a:ea typeface="Montserrat ExtraBold"/>
              <a:cs typeface="Montserrat ExtraBold"/>
              <a:sym typeface="Montserrat ExtraBold"/>
            </a:endParaRPr>
          </a:p>
        </p:txBody>
      </p:sp>
      <p:sp>
        <p:nvSpPr>
          <p:cNvPr id="933" name="Google Shape;933;p65"/>
          <p:cNvSpPr/>
          <p:nvPr/>
        </p:nvSpPr>
        <p:spPr>
          <a:xfrm>
            <a:off x="5326888" y="2899644"/>
            <a:ext cx="768000" cy="7680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65"/>
          <p:cNvSpPr txBox="1"/>
          <p:nvPr/>
        </p:nvSpPr>
        <p:spPr>
          <a:xfrm>
            <a:off x="5326900" y="3084886"/>
            <a:ext cx="768000" cy="397500"/>
          </a:xfrm>
          <a:prstGeom prst="rect">
            <a:avLst/>
          </a:prstGeom>
          <a:noFill/>
          <a:ln>
            <a:noFill/>
          </a:ln>
        </p:spPr>
        <p:txBody>
          <a:bodyPr anchorCtr="0" anchor="ctr" bIns="0" lIns="0" spcFirstLastPara="1" rIns="91425" wrap="square" tIns="0">
            <a:noAutofit/>
          </a:bodyPr>
          <a:lstStyle/>
          <a:p>
            <a:pPr indent="0" lvl="0" marL="0" rtl="0" algn="r">
              <a:spcBef>
                <a:spcPts val="0"/>
              </a:spcBef>
              <a:spcAft>
                <a:spcPts val="0"/>
              </a:spcAft>
              <a:buNone/>
            </a:pPr>
            <a:r>
              <a:rPr lang="en" sz="2000">
                <a:solidFill>
                  <a:schemeClr val="accent2"/>
                </a:solidFill>
                <a:latin typeface="Montserrat ExtraBold"/>
                <a:ea typeface="Montserrat ExtraBold"/>
                <a:cs typeface="Montserrat ExtraBold"/>
                <a:sym typeface="Montserrat ExtraBold"/>
              </a:rPr>
              <a:t>70%</a:t>
            </a:r>
            <a:endParaRPr sz="2000">
              <a:solidFill>
                <a:schemeClr val="accent2"/>
              </a:solidFill>
              <a:latin typeface="Montserrat ExtraBold"/>
              <a:ea typeface="Montserrat ExtraBold"/>
              <a:cs typeface="Montserrat ExtraBold"/>
              <a:sym typeface="Montserrat ExtraBold"/>
            </a:endParaRPr>
          </a:p>
        </p:txBody>
      </p:sp>
      <p:sp>
        <p:nvSpPr>
          <p:cNvPr id="935" name="Google Shape;935;p65"/>
          <p:cNvSpPr/>
          <p:nvPr/>
        </p:nvSpPr>
        <p:spPr>
          <a:xfrm>
            <a:off x="2983313" y="2626019"/>
            <a:ext cx="768000" cy="7680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65"/>
          <p:cNvSpPr txBox="1"/>
          <p:nvPr/>
        </p:nvSpPr>
        <p:spPr>
          <a:xfrm>
            <a:off x="2983325" y="2811261"/>
            <a:ext cx="768000" cy="397500"/>
          </a:xfrm>
          <a:prstGeom prst="rect">
            <a:avLst/>
          </a:prstGeom>
          <a:noFill/>
          <a:ln>
            <a:noFill/>
          </a:ln>
        </p:spPr>
        <p:txBody>
          <a:bodyPr anchorCtr="0" anchor="ctr" bIns="0" lIns="0" spcFirstLastPara="1" rIns="91425" wrap="square" tIns="0">
            <a:noAutofit/>
          </a:bodyPr>
          <a:lstStyle/>
          <a:p>
            <a:pPr indent="0" lvl="0" marL="0" rtl="0" algn="r">
              <a:spcBef>
                <a:spcPts val="0"/>
              </a:spcBef>
              <a:spcAft>
                <a:spcPts val="0"/>
              </a:spcAft>
              <a:buNone/>
            </a:pPr>
            <a:r>
              <a:rPr lang="en" sz="2000">
                <a:solidFill>
                  <a:schemeClr val="accent2"/>
                </a:solidFill>
                <a:latin typeface="Montserrat ExtraBold"/>
                <a:ea typeface="Montserrat ExtraBold"/>
                <a:cs typeface="Montserrat ExtraBold"/>
                <a:sym typeface="Montserrat ExtraBold"/>
              </a:rPr>
              <a:t>20</a:t>
            </a:r>
            <a:r>
              <a:rPr lang="en" sz="2000">
                <a:solidFill>
                  <a:schemeClr val="accent2"/>
                </a:solidFill>
                <a:latin typeface="Montserrat ExtraBold"/>
                <a:ea typeface="Montserrat ExtraBold"/>
                <a:cs typeface="Montserrat ExtraBold"/>
                <a:sym typeface="Montserrat ExtraBold"/>
              </a:rPr>
              <a:t>%</a:t>
            </a:r>
            <a:endParaRPr sz="2000">
              <a:solidFill>
                <a:schemeClr val="accent2"/>
              </a:solidFill>
              <a:latin typeface="Montserrat ExtraBold"/>
              <a:ea typeface="Montserrat ExtraBold"/>
              <a:cs typeface="Montserrat ExtraBold"/>
              <a:sym typeface="Montserrat ExtraBold"/>
            </a:endParaRPr>
          </a:p>
        </p:txBody>
      </p:sp>
      <p:sp>
        <p:nvSpPr>
          <p:cNvPr id="937" name="Google Shape;937;p65"/>
          <p:cNvSpPr/>
          <p:nvPr/>
        </p:nvSpPr>
        <p:spPr>
          <a:xfrm>
            <a:off x="3803988" y="1740519"/>
            <a:ext cx="768000" cy="7680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5"/>
          <p:cNvSpPr txBox="1"/>
          <p:nvPr/>
        </p:nvSpPr>
        <p:spPr>
          <a:xfrm>
            <a:off x="3804000" y="1925761"/>
            <a:ext cx="768000" cy="397500"/>
          </a:xfrm>
          <a:prstGeom prst="rect">
            <a:avLst/>
          </a:prstGeom>
          <a:noFill/>
          <a:ln>
            <a:noFill/>
          </a:ln>
        </p:spPr>
        <p:txBody>
          <a:bodyPr anchorCtr="0" anchor="ctr" bIns="0" lIns="0" spcFirstLastPara="1" rIns="91425" wrap="square" tIns="0">
            <a:noAutofit/>
          </a:bodyPr>
          <a:lstStyle/>
          <a:p>
            <a:pPr indent="0" lvl="0" marL="0" rtl="0" algn="r">
              <a:spcBef>
                <a:spcPts val="0"/>
              </a:spcBef>
              <a:spcAft>
                <a:spcPts val="0"/>
              </a:spcAft>
              <a:buNone/>
            </a:pPr>
            <a:r>
              <a:rPr lang="en" sz="2000">
                <a:solidFill>
                  <a:schemeClr val="accent2"/>
                </a:solidFill>
                <a:latin typeface="Montserrat ExtraBold"/>
                <a:ea typeface="Montserrat ExtraBold"/>
                <a:cs typeface="Montserrat ExtraBold"/>
                <a:sym typeface="Montserrat ExtraBold"/>
              </a:rPr>
              <a:t>1</a:t>
            </a:r>
            <a:r>
              <a:rPr lang="en" sz="2000">
                <a:solidFill>
                  <a:schemeClr val="accent2"/>
                </a:solidFill>
                <a:latin typeface="Montserrat ExtraBold"/>
                <a:ea typeface="Montserrat ExtraBold"/>
                <a:cs typeface="Montserrat ExtraBold"/>
                <a:sym typeface="Montserrat ExtraBold"/>
              </a:rPr>
              <a:t>0%</a:t>
            </a:r>
            <a:endParaRPr sz="2000">
              <a:solidFill>
                <a:schemeClr val="accent2"/>
              </a:solidFill>
              <a:latin typeface="Montserrat ExtraBold"/>
              <a:ea typeface="Montserrat ExtraBold"/>
              <a:cs typeface="Montserrat ExtraBold"/>
              <a:sym typeface="Montserrat ExtraBold"/>
            </a:endParaRPr>
          </a:p>
        </p:txBody>
      </p:sp>
      <p:cxnSp>
        <p:nvCxnSpPr>
          <p:cNvPr id="939" name="Google Shape;939;p65"/>
          <p:cNvCxnSpPr>
            <a:stCxn id="930" idx="0"/>
            <a:endCxn id="936" idx="1"/>
          </p:cNvCxnSpPr>
          <p:nvPr/>
        </p:nvCxnSpPr>
        <p:spPr>
          <a:xfrm flipH="1" rot="-5400000">
            <a:off x="2017150" y="2043900"/>
            <a:ext cx="549300" cy="1383000"/>
          </a:xfrm>
          <a:prstGeom prst="bentConnector4">
            <a:avLst>
              <a:gd fmla="val -43351" name="adj1"/>
              <a:gd fmla="val 73802" name="adj2"/>
            </a:avLst>
          </a:prstGeom>
          <a:noFill/>
          <a:ln cap="flat" cmpd="sng" w="19050">
            <a:solidFill>
              <a:schemeClr val="accent5"/>
            </a:solidFill>
            <a:prstDash val="solid"/>
            <a:round/>
            <a:headEnd len="med" w="med" type="oval"/>
            <a:tailEnd len="med" w="med" type="none"/>
          </a:ln>
        </p:spPr>
      </p:cxnSp>
      <p:cxnSp>
        <p:nvCxnSpPr>
          <p:cNvPr id="940" name="Google Shape;940;p65"/>
          <p:cNvCxnSpPr>
            <a:stCxn id="932" idx="1"/>
            <a:endCxn id="937" idx="0"/>
          </p:cNvCxnSpPr>
          <p:nvPr/>
        </p:nvCxnSpPr>
        <p:spPr>
          <a:xfrm rot="10800000">
            <a:off x="4187975" y="1740525"/>
            <a:ext cx="2387700" cy="127500"/>
          </a:xfrm>
          <a:prstGeom prst="bentConnector4">
            <a:avLst>
              <a:gd fmla="val 41959" name="adj1"/>
              <a:gd fmla="val 286769" name="adj2"/>
            </a:avLst>
          </a:prstGeom>
          <a:noFill/>
          <a:ln cap="flat" cmpd="sng" w="19050">
            <a:solidFill>
              <a:schemeClr val="accent5"/>
            </a:solidFill>
            <a:prstDash val="solid"/>
            <a:round/>
            <a:headEnd len="med" w="med" type="oval"/>
            <a:tailEnd len="med" w="med" type="none"/>
          </a:ln>
        </p:spPr>
      </p:cxnSp>
      <p:cxnSp>
        <p:nvCxnSpPr>
          <p:cNvPr id="941" name="Google Shape;941;p65"/>
          <p:cNvCxnSpPr>
            <a:stCxn id="929" idx="1"/>
            <a:endCxn id="934" idx="3"/>
          </p:cNvCxnSpPr>
          <p:nvPr/>
        </p:nvCxnSpPr>
        <p:spPr>
          <a:xfrm rot="10800000">
            <a:off x="6094925" y="3283763"/>
            <a:ext cx="482400" cy="47400"/>
          </a:xfrm>
          <a:prstGeom prst="bentConnector3">
            <a:avLst>
              <a:gd fmla="val 50003" name="adj1"/>
            </a:avLst>
          </a:prstGeom>
          <a:noFill/>
          <a:ln cap="flat" cmpd="sng" w="19050">
            <a:solidFill>
              <a:schemeClr val="accent5"/>
            </a:solidFill>
            <a:prstDash val="solid"/>
            <a:round/>
            <a:headEnd len="med" w="med" type="oval"/>
            <a:tailEnd len="med" w="med" type="none"/>
          </a:ln>
        </p:spPr>
      </p:cxnSp>
      <p:sp>
        <p:nvSpPr>
          <p:cNvPr id="942" name="Google Shape;942;p65"/>
          <p:cNvSpPr txBox="1"/>
          <p:nvPr/>
        </p:nvSpPr>
        <p:spPr>
          <a:xfrm>
            <a:off x="720000" y="4319075"/>
            <a:ext cx="7704000" cy="338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000">
                <a:solidFill>
                  <a:schemeClr val="accent5"/>
                </a:solidFill>
                <a:latin typeface="Oxygen"/>
                <a:ea typeface="Oxygen"/>
                <a:cs typeface="Oxygen"/>
                <a:sym typeface="Oxygen"/>
              </a:rPr>
              <a:t>Follow the link in the graph to modify its data and then paste the new one here. </a:t>
            </a:r>
            <a:r>
              <a:rPr b="1" lang="en" sz="1000">
                <a:solidFill>
                  <a:schemeClr val="accent5"/>
                </a:solidFill>
                <a:uFill>
                  <a:noFill/>
                </a:uFill>
                <a:latin typeface="Oxygen"/>
                <a:ea typeface="Oxygen"/>
                <a:cs typeface="Oxygen"/>
                <a:sym typeface="Oxygen"/>
                <a:hlinkClick r:id="rId5">
                  <a:extLst>
                    <a:ext uri="{A12FA001-AC4F-418D-AE19-62706E023703}">
                      <ahyp:hlinkClr val="tx"/>
                    </a:ext>
                  </a:extLst>
                </a:hlinkClick>
              </a:rPr>
              <a:t>For more info, click here</a:t>
            </a:r>
            <a:endParaRPr sz="1000">
              <a:solidFill>
                <a:schemeClr val="accent5"/>
              </a:solidFill>
              <a:latin typeface="Oxygen"/>
              <a:ea typeface="Oxygen"/>
              <a:cs typeface="Oxygen"/>
              <a:sym typeface="Oxygen"/>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6" name="Shape 946"/>
        <p:cNvGrpSpPr/>
        <p:nvPr/>
      </p:nvGrpSpPr>
      <p:grpSpPr>
        <a:xfrm>
          <a:off x="0" y="0"/>
          <a:ext cx="0" cy="0"/>
          <a:chOff x="0" y="0"/>
          <a:chExt cx="0" cy="0"/>
        </a:xfrm>
      </p:grpSpPr>
      <p:sp>
        <p:nvSpPr>
          <p:cNvPr id="947" name="Google Shape;947;p66"/>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CALENDAR</a:t>
            </a:r>
            <a:endParaRPr/>
          </a:p>
        </p:txBody>
      </p:sp>
      <p:graphicFrame>
        <p:nvGraphicFramePr>
          <p:cNvPr id="948" name="Google Shape;948;p66"/>
          <p:cNvGraphicFramePr/>
          <p:nvPr/>
        </p:nvGraphicFramePr>
        <p:xfrm>
          <a:off x="719988" y="1547307"/>
          <a:ext cx="3000000" cy="3000000"/>
        </p:xfrm>
        <a:graphic>
          <a:graphicData uri="http://schemas.openxmlformats.org/drawingml/2006/table">
            <a:tbl>
              <a:tblPr>
                <a:noFill/>
                <a:tableStyleId>{DD61489F-13D1-4E5F-8757-272B2C28602A}</a:tableStyleId>
              </a:tblPr>
              <a:tblGrid>
                <a:gridCol w="777725"/>
                <a:gridCol w="777725"/>
                <a:gridCol w="777725"/>
                <a:gridCol w="777725"/>
                <a:gridCol w="777725"/>
                <a:gridCol w="777725"/>
                <a:gridCol w="777725"/>
              </a:tblGrid>
              <a:tr h="490875">
                <a:tc gridSpan="7">
                  <a:txBody>
                    <a:bodyPr/>
                    <a:lstStyle/>
                    <a:p>
                      <a:pPr indent="0" lvl="0" marL="0" rtl="0" algn="ctr">
                        <a:spcBef>
                          <a:spcPts val="0"/>
                        </a:spcBef>
                        <a:spcAft>
                          <a:spcPts val="0"/>
                        </a:spcAft>
                        <a:buNone/>
                      </a:pPr>
                      <a:r>
                        <a:rPr lang="en" sz="2000">
                          <a:solidFill>
                            <a:schemeClr val="accent2"/>
                          </a:solidFill>
                          <a:latin typeface="Montserrat ExtraBold"/>
                          <a:ea typeface="Montserrat ExtraBold"/>
                          <a:cs typeface="Montserrat ExtraBold"/>
                          <a:sym typeface="Montserrat ExtraBold"/>
                        </a:rPr>
                        <a:t>DECEMBER</a:t>
                      </a:r>
                      <a:endParaRPr sz="2000">
                        <a:solidFill>
                          <a:schemeClr val="accent2"/>
                        </a:solidFill>
                        <a:latin typeface="Montserrat ExtraBold"/>
                        <a:ea typeface="Montserrat ExtraBold"/>
                        <a:cs typeface="Montserrat ExtraBold"/>
                        <a:sym typeface="Montserrat ExtraBold"/>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solidFill>
                      <a:schemeClr val="accent5"/>
                    </a:solidFill>
                  </a:tcPr>
                </a:tc>
                <a:tc hMerge="1"/>
                <a:tc hMerge="1"/>
                <a:tc hMerge="1"/>
                <a:tc hMerge="1"/>
                <a:tc hMerge="1"/>
                <a:tc hMerge="1"/>
              </a:tr>
              <a:tr h="412000">
                <a:tc>
                  <a:txBody>
                    <a:bodyPr/>
                    <a:lstStyle/>
                    <a:p>
                      <a:pPr indent="0" lvl="0" marL="0" rtl="0" algn="ctr">
                        <a:spcBef>
                          <a:spcPts val="0"/>
                        </a:spcBef>
                        <a:spcAft>
                          <a:spcPts val="0"/>
                        </a:spcAft>
                        <a:buNone/>
                      </a:pPr>
                      <a:r>
                        <a:rPr lang="en">
                          <a:solidFill>
                            <a:schemeClr val="accent5"/>
                          </a:solidFill>
                          <a:latin typeface="Montserrat ExtraBold"/>
                          <a:ea typeface="Montserrat ExtraBold"/>
                          <a:cs typeface="Montserrat ExtraBold"/>
                          <a:sym typeface="Montserrat ExtraBold"/>
                        </a:rPr>
                        <a:t>MON</a:t>
                      </a:r>
                      <a:endParaRPr>
                        <a:solidFill>
                          <a:schemeClr val="accent5"/>
                        </a:solidFill>
                        <a:latin typeface="Montserrat ExtraBold"/>
                        <a:ea typeface="Montserrat ExtraBold"/>
                        <a:cs typeface="Montserrat ExtraBold"/>
                        <a:sym typeface="Montserrat ExtraBold"/>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Montserrat ExtraBold"/>
                          <a:ea typeface="Montserrat ExtraBold"/>
                          <a:cs typeface="Montserrat ExtraBold"/>
                          <a:sym typeface="Montserrat ExtraBold"/>
                        </a:rPr>
                        <a:t>TUE</a:t>
                      </a:r>
                      <a:endParaRPr>
                        <a:solidFill>
                          <a:schemeClr val="accent5"/>
                        </a:solidFill>
                        <a:latin typeface="Montserrat ExtraBold"/>
                        <a:ea typeface="Montserrat ExtraBold"/>
                        <a:cs typeface="Montserrat ExtraBold"/>
                        <a:sym typeface="Montserrat ExtraBold"/>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Montserrat ExtraBold"/>
                          <a:ea typeface="Montserrat ExtraBold"/>
                          <a:cs typeface="Montserrat ExtraBold"/>
                          <a:sym typeface="Montserrat ExtraBold"/>
                        </a:rPr>
                        <a:t>WED</a:t>
                      </a:r>
                      <a:endParaRPr>
                        <a:solidFill>
                          <a:schemeClr val="accent5"/>
                        </a:solidFill>
                        <a:latin typeface="Montserrat ExtraBold"/>
                        <a:ea typeface="Montserrat ExtraBold"/>
                        <a:cs typeface="Montserrat ExtraBold"/>
                        <a:sym typeface="Montserrat ExtraBold"/>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Montserrat ExtraBold"/>
                          <a:ea typeface="Montserrat ExtraBold"/>
                          <a:cs typeface="Montserrat ExtraBold"/>
                          <a:sym typeface="Montserrat ExtraBold"/>
                        </a:rPr>
                        <a:t>THU</a:t>
                      </a:r>
                      <a:endParaRPr>
                        <a:solidFill>
                          <a:schemeClr val="accent5"/>
                        </a:solidFill>
                        <a:latin typeface="Montserrat ExtraBold"/>
                        <a:ea typeface="Montserrat ExtraBold"/>
                        <a:cs typeface="Montserrat ExtraBold"/>
                        <a:sym typeface="Montserrat ExtraBold"/>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Montserrat ExtraBold"/>
                          <a:ea typeface="Montserrat ExtraBold"/>
                          <a:cs typeface="Montserrat ExtraBold"/>
                          <a:sym typeface="Montserrat ExtraBold"/>
                        </a:rPr>
                        <a:t>FRI</a:t>
                      </a:r>
                      <a:endParaRPr>
                        <a:solidFill>
                          <a:schemeClr val="accent5"/>
                        </a:solidFill>
                        <a:latin typeface="Montserrat ExtraBold"/>
                        <a:ea typeface="Montserrat ExtraBold"/>
                        <a:cs typeface="Montserrat ExtraBold"/>
                        <a:sym typeface="Montserrat ExtraBold"/>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Montserrat ExtraBold"/>
                          <a:ea typeface="Montserrat ExtraBold"/>
                          <a:cs typeface="Montserrat ExtraBold"/>
                          <a:sym typeface="Montserrat ExtraBold"/>
                        </a:rPr>
                        <a:t>SAT</a:t>
                      </a:r>
                      <a:endParaRPr>
                        <a:solidFill>
                          <a:schemeClr val="accent5"/>
                        </a:solidFill>
                        <a:latin typeface="Montserrat ExtraBold"/>
                        <a:ea typeface="Montserrat ExtraBold"/>
                        <a:cs typeface="Montserrat ExtraBold"/>
                        <a:sym typeface="Montserrat ExtraBold"/>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Montserrat ExtraBold"/>
                          <a:ea typeface="Montserrat ExtraBold"/>
                          <a:cs typeface="Montserrat ExtraBold"/>
                          <a:sym typeface="Montserrat ExtraBold"/>
                        </a:rPr>
                        <a:t>SUN</a:t>
                      </a:r>
                      <a:endParaRPr>
                        <a:solidFill>
                          <a:schemeClr val="accent5"/>
                        </a:solidFill>
                        <a:latin typeface="Montserrat ExtraBold"/>
                        <a:ea typeface="Montserrat ExtraBold"/>
                        <a:cs typeface="Montserrat ExtraBold"/>
                        <a:sym typeface="Montserrat ExtraBold"/>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r>
              <a:tr h="398825">
                <a:tc>
                  <a:txBody>
                    <a:bodyPr/>
                    <a:lstStyle/>
                    <a:p>
                      <a:pPr indent="0" lvl="0" marL="0" rtl="0" algn="l">
                        <a:spcBef>
                          <a:spcPts val="0"/>
                        </a:spcBef>
                        <a:spcAft>
                          <a:spcPts val="0"/>
                        </a:spcAft>
                        <a:buNone/>
                      </a:pPr>
                      <a:r>
                        <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1</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2</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3</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4</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5</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r>
              <a:tr h="398825">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6</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7</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8</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9</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10</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11</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12</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r>
              <a:tr h="398825">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13</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14</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15</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16</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17</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18</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19</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r>
              <a:tr h="398825">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20</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21</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22</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23</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Oxygen"/>
                          <a:ea typeface="Oxygen"/>
                          <a:cs typeface="Oxygen"/>
                          <a:sym typeface="Oxygen"/>
                        </a:rPr>
                        <a:t>24</a:t>
                      </a:r>
                      <a:endParaRPr>
                        <a:solidFill>
                          <a:schemeClr val="accent2"/>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accent2"/>
                          </a:solidFill>
                          <a:latin typeface="Oxygen"/>
                          <a:ea typeface="Oxygen"/>
                          <a:cs typeface="Oxygen"/>
                          <a:sym typeface="Oxygen"/>
                        </a:rPr>
                        <a:t>25</a:t>
                      </a:r>
                      <a:endParaRPr>
                        <a:solidFill>
                          <a:schemeClr val="accent2"/>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26</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r>
              <a:tr h="398825">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27</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28</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29</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30</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Oxygen"/>
                          <a:ea typeface="Oxygen"/>
                          <a:cs typeface="Oxygen"/>
                          <a:sym typeface="Oxygen"/>
                        </a:rPr>
                        <a:t>31</a:t>
                      </a:r>
                      <a:endParaRPr>
                        <a:solidFill>
                          <a:schemeClr val="accent2"/>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a:solidFill>
                          <a:schemeClr val="lt1"/>
                        </a:solidFill>
                        <a:latin typeface="Oxygen"/>
                        <a:ea typeface="Oxygen"/>
                        <a:cs typeface="Oxygen"/>
                        <a:sym typeface="Oxygen"/>
                      </a:endParaRPr>
                    </a:p>
                  </a:txBody>
                  <a:tcPr marT="91425" marB="91425" marR="91425" marL="91425">
                    <a:lnL cap="flat" cmpd="sng" w="19050">
                      <a:solidFill>
                        <a:schemeClr val="accent5"/>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1"/>
                        </a:solidFill>
                        <a:latin typeface="Oxygen"/>
                        <a:ea typeface="Oxygen"/>
                        <a:cs typeface="Oxygen"/>
                        <a:sym typeface="Oxygen"/>
                      </a:endParaRPr>
                    </a:p>
                  </a:txBody>
                  <a:tcPr marT="91425" marB="91425" marR="91425" marL="91425">
                    <a:lnL cap="flat" cmpd="sng" w="19050">
                      <a:solidFill>
                        <a:schemeClr val="accent5">
                          <a:alpha val="0"/>
                        </a:schemeClr>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alpha val="0"/>
                        </a:schemeClr>
                      </a:solidFill>
                      <a:prstDash val="solid"/>
                      <a:round/>
                      <a:headEnd len="sm" w="sm" type="none"/>
                      <a:tailEnd len="sm" w="sm" type="none"/>
                    </a:lnB>
                  </a:tcPr>
                </a:tc>
              </a:tr>
            </a:tbl>
          </a:graphicData>
        </a:graphic>
      </p:graphicFrame>
      <p:cxnSp>
        <p:nvCxnSpPr>
          <p:cNvPr id="949" name="Google Shape;949;p66"/>
          <p:cNvCxnSpPr/>
          <p:nvPr/>
        </p:nvCxnSpPr>
        <p:spPr>
          <a:xfrm>
            <a:off x="2689050" y="1059050"/>
            <a:ext cx="3765900" cy="0"/>
          </a:xfrm>
          <a:prstGeom prst="straightConnector1">
            <a:avLst/>
          </a:prstGeom>
          <a:noFill/>
          <a:ln cap="flat" cmpd="sng" w="19050">
            <a:solidFill>
              <a:schemeClr val="accent5"/>
            </a:solidFill>
            <a:prstDash val="solid"/>
            <a:round/>
            <a:headEnd len="med" w="med" type="oval"/>
            <a:tailEnd len="med" w="med" type="oval"/>
          </a:ln>
        </p:spPr>
      </p:cxnSp>
      <p:sp>
        <p:nvSpPr>
          <p:cNvPr id="950" name="Google Shape;950;p66"/>
          <p:cNvSpPr txBox="1"/>
          <p:nvPr>
            <p:ph idx="4294967295" type="title"/>
          </p:nvPr>
        </p:nvSpPr>
        <p:spPr>
          <a:xfrm>
            <a:off x="6376750" y="2376538"/>
            <a:ext cx="19956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t>Venus</a:t>
            </a:r>
            <a:endParaRPr sz="2000"/>
          </a:p>
        </p:txBody>
      </p:sp>
      <p:sp>
        <p:nvSpPr>
          <p:cNvPr id="951" name="Google Shape;951;p66"/>
          <p:cNvSpPr txBox="1"/>
          <p:nvPr>
            <p:ph idx="4294967295" type="subTitle"/>
          </p:nvPr>
        </p:nvSpPr>
        <p:spPr>
          <a:xfrm>
            <a:off x="6354997" y="2659263"/>
            <a:ext cx="2017500" cy="955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a:t>
            </a:r>
            <a:endParaRPr/>
          </a:p>
        </p:txBody>
      </p:sp>
      <p:cxnSp>
        <p:nvCxnSpPr>
          <p:cNvPr id="952" name="Google Shape;952;p66"/>
          <p:cNvCxnSpPr>
            <a:endCxn id="951" idx="2"/>
          </p:cNvCxnSpPr>
          <p:nvPr/>
        </p:nvCxnSpPr>
        <p:spPr>
          <a:xfrm flipH="1" rot="10800000">
            <a:off x="4601047" y="3615063"/>
            <a:ext cx="2762700" cy="651600"/>
          </a:xfrm>
          <a:prstGeom prst="bentConnector2">
            <a:avLst/>
          </a:prstGeom>
          <a:noFill/>
          <a:ln cap="flat" cmpd="sng" w="19050">
            <a:solidFill>
              <a:schemeClr val="accent5"/>
            </a:solidFill>
            <a:prstDash val="solid"/>
            <a:round/>
            <a:headEnd len="med" w="med" type="none"/>
            <a:tailEnd len="med" w="med" type="oval"/>
          </a:ln>
        </p:spPr>
      </p:cxnSp>
      <p:sp>
        <p:nvSpPr>
          <p:cNvPr id="953" name="Google Shape;953;p66"/>
          <p:cNvSpPr/>
          <p:nvPr/>
        </p:nvSpPr>
        <p:spPr>
          <a:xfrm>
            <a:off x="7176400" y="1952650"/>
            <a:ext cx="396300" cy="396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 name="Shape 957"/>
        <p:cNvGrpSpPr/>
        <p:nvPr/>
      </p:nvGrpSpPr>
      <p:grpSpPr>
        <a:xfrm>
          <a:off x="0" y="0"/>
          <a:ext cx="0" cy="0"/>
          <a:chOff x="0" y="0"/>
          <a:chExt cx="0" cy="0"/>
        </a:xfrm>
      </p:grpSpPr>
      <p:sp>
        <p:nvSpPr>
          <p:cNvPr id="958" name="Google Shape;958;p67"/>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IBM CLOUD INTEGRATION</a:t>
            </a:r>
            <a:endParaRPr/>
          </a:p>
        </p:txBody>
      </p:sp>
      <p:cxnSp>
        <p:nvCxnSpPr>
          <p:cNvPr id="959" name="Google Shape;959;p67"/>
          <p:cNvCxnSpPr/>
          <p:nvPr/>
        </p:nvCxnSpPr>
        <p:spPr>
          <a:xfrm>
            <a:off x="2028150" y="1059050"/>
            <a:ext cx="5087700" cy="0"/>
          </a:xfrm>
          <a:prstGeom prst="straightConnector1">
            <a:avLst/>
          </a:prstGeom>
          <a:noFill/>
          <a:ln cap="flat" cmpd="sng" w="19050">
            <a:solidFill>
              <a:schemeClr val="accent5"/>
            </a:solidFill>
            <a:prstDash val="solid"/>
            <a:round/>
            <a:headEnd len="med" w="med" type="oval"/>
            <a:tailEnd len="med" w="med" type="oval"/>
          </a:ln>
        </p:spPr>
      </p:cxnSp>
      <p:sp>
        <p:nvSpPr>
          <p:cNvPr id="960" name="Google Shape;960;p67"/>
          <p:cNvSpPr/>
          <p:nvPr/>
        </p:nvSpPr>
        <p:spPr>
          <a:xfrm>
            <a:off x="3614141" y="2687698"/>
            <a:ext cx="1915800" cy="1915800"/>
          </a:xfrm>
          <a:prstGeom prst="ellipse">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61" name="Google Shape;961;p67"/>
          <p:cNvPicPr preferRelativeResize="0"/>
          <p:nvPr/>
        </p:nvPicPr>
        <p:blipFill rotWithShape="1">
          <a:blip r:embed="rId3">
            <a:alphaModFix/>
          </a:blip>
          <a:srcRect b="0" l="28248" r="15713" t="0"/>
          <a:stretch/>
        </p:blipFill>
        <p:spPr>
          <a:xfrm>
            <a:off x="3752780" y="2841311"/>
            <a:ext cx="1638600" cy="1644900"/>
          </a:xfrm>
          <a:prstGeom prst="ellipse">
            <a:avLst/>
          </a:prstGeom>
          <a:noFill/>
          <a:ln>
            <a:noFill/>
          </a:ln>
        </p:spPr>
      </p:pic>
      <p:sp>
        <p:nvSpPr>
          <p:cNvPr id="962" name="Google Shape;962;p67"/>
          <p:cNvSpPr/>
          <p:nvPr/>
        </p:nvSpPr>
        <p:spPr>
          <a:xfrm>
            <a:off x="5449464" y="3513273"/>
            <a:ext cx="264600" cy="2646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7"/>
          <p:cNvSpPr/>
          <p:nvPr/>
        </p:nvSpPr>
        <p:spPr>
          <a:xfrm>
            <a:off x="3429938" y="3513273"/>
            <a:ext cx="264600" cy="2646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7"/>
          <p:cNvSpPr/>
          <p:nvPr/>
        </p:nvSpPr>
        <p:spPr>
          <a:xfrm>
            <a:off x="3956302" y="4374104"/>
            <a:ext cx="96000" cy="963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67"/>
          <p:cNvSpPr/>
          <p:nvPr/>
        </p:nvSpPr>
        <p:spPr>
          <a:xfrm>
            <a:off x="3956302" y="2823920"/>
            <a:ext cx="96000" cy="963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67"/>
          <p:cNvSpPr/>
          <p:nvPr/>
        </p:nvSpPr>
        <p:spPr>
          <a:xfrm>
            <a:off x="5087664" y="4374104"/>
            <a:ext cx="96000" cy="963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7"/>
          <p:cNvSpPr/>
          <p:nvPr/>
        </p:nvSpPr>
        <p:spPr>
          <a:xfrm>
            <a:off x="5087664" y="2823920"/>
            <a:ext cx="96000" cy="963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7"/>
          <p:cNvSpPr txBox="1"/>
          <p:nvPr>
            <p:ph idx="4294967295" type="subTitle"/>
          </p:nvPr>
        </p:nvSpPr>
        <p:spPr>
          <a:xfrm>
            <a:off x="6796500" y="3226588"/>
            <a:ext cx="1624500" cy="69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biggest planet in the Solar System</a:t>
            </a:r>
            <a:endParaRPr/>
          </a:p>
        </p:txBody>
      </p:sp>
      <p:sp>
        <p:nvSpPr>
          <p:cNvPr id="969" name="Google Shape;969;p67"/>
          <p:cNvSpPr txBox="1"/>
          <p:nvPr>
            <p:ph idx="4294967295" type="subTitle"/>
          </p:nvPr>
        </p:nvSpPr>
        <p:spPr>
          <a:xfrm>
            <a:off x="720000" y="3226138"/>
            <a:ext cx="1627500" cy="69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970" name="Google Shape;970;p67"/>
          <p:cNvSpPr txBox="1"/>
          <p:nvPr/>
        </p:nvSpPr>
        <p:spPr>
          <a:xfrm>
            <a:off x="877050" y="2837438"/>
            <a:ext cx="13134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VENUS</a:t>
            </a:r>
            <a:endParaRPr sz="2000">
              <a:solidFill>
                <a:schemeClr val="lt1"/>
              </a:solidFill>
              <a:latin typeface="Montserrat ExtraBold"/>
              <a:ea typeface="Montserrat ExtraBold"/>
              <a:cs typeface="Montserrat ExtraBold"/>
              <a:sym typeface="Montserrat ExtraBold"/>
            </a:endParaRPr>
          </a:p>
        </p:txBody>
      </p:sp>
      <p:sp>
        <p:nvSpPr>
          <p:cNvPr id="971" name="Google Shape;971;p67"/>
          <p:cNvSpPr txBox="1"/>
          <p:nvPr/>
        </p:nvSpPr>
        <p:spPr>
          <a:xfrm>
            <a:off x="6950388" y="2837438"/>
            <a:ext cx="13167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JUPITER</a:t>
            </a:r>
            <a:endParaRPr sz="2000">
              <a:solidFill>
                <a:schemeClr val="lt1"/>
              </a:solidFill>
              <a:latin typeface="Montserrat ExtraBold"/>
              <a:ea typeface="Montserrat ExtraBold"/>
              <a:cs typeface="Montserrat ExtraBold"/>
              <a:sym typeface="Montserrat ExtraBold"/>
            </a:endParaRPr>
          </a:p>
        </p:txBody>
      </p:sp>
      <p:sp>
        <p:nvSpPr>
          <p:cNvPr id="972" name="Google Shape;972;p67"/>
          <p:cNvSpPr/>
          <p:nvPr/>
        </p:nvSpPr>
        <p:spPr>
          <a:xfrm>
            <a:off x="1218450" y="1842188"/>
            <a:ext cx="630600" cy="6306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7"/>
          <p:cNvSpPr/>
          <p:nvPr/>
        </p:nvSpPr>
        <p:spPr>
          <a:xfrm>
            <a:off x="7294950" y="1842188"/>
            <a:ext cx="630600" cy="630600"/>
          </a:xfrm>
          <a:prstGeom prst="ellipse">
            <a:avLst/>
          </a:prstGeom>
          <a:gradFill>
            <a:gsLst>
              <a:gs pos="0">
                <a:schemeClr val="accent5"/>
              </a:gs>
              <a:gs pos="100000">
                <a:schemeClr val="accen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 name="Google Shape;974;p67"/>
          <p:cNvGrpSpPr/>
          <p:nvPr/>
        </p:nvGrpSpPr>
        <p:grpSpPr>
          <a:xfrm>
            <a:off x="7419958" y="1943541"/>
            <a:ext cx="380381" cy="380344"/>
            <a:chOff x="3974958" y="2775103"/>
            <a:chExt cx="380381" cy="380344"/>
          </a:xfrm>
        </p:grpSpPr>
        <p:sp>
          <p:nvSpPr>
            <p:cNvPr id="975" name="Google Shape;975;p67"/>
            <p:cNvSpPr/>
            <p:nvPr/>
          </p:nvSpPr>
          <p:spPr>
            <a:xfrm>
              <a:off x="3974958" y="2775103"/>
              <a:ext cx="380381" cy="380344"/>
            </a:xfrm>
            <a:custGeom>
              <a:rect b="b" l="l" r="r" t="t"/>
              <a:pathLst>
                <a:path extrusionOk="0" h="10080" w="10081">
                  <a:moveTo>
                    <a:pt x="5040" y="660"/>
                  </a:moveTo>
                  <a:lnTo>
                    <a:pt x="9489" y="2876"/>
                  </a:lnTo>
                  <a:lnTo>
                    <a:pt x="9489" y="9489"/>
                  </a:lnTo>
                  <a:lnTo>
                    <a:pt x="591" y="9489"/>
                  </a:lnTo>
                  <a:lnTo>
                    <a:pt x="591" y="2876"/>
                  </a:lnTo>
                  <a:lnTo>
                    <a:pt x="5040" y="660"/>
                  </a:lnTo>
                  <a:close/>
                  <a:moveTo>
                    <a:pt x="5040" y="0"/>
                  </a:moveTo>
                  <a:lnTo>
                    <a:pt x="0" y="2510"/>
                  </a:lnTo>
                  <a:lnTo>
                    <a:pt x="0" y="10079"/>
                  </a:lnTo>
                  <a:lnTo>
                    <a:pt x="10080" y="10079"/>
                  </a:lnTo>
                  <a:lnTo>
                    <a:pt x="10080" y="2510"/>
                  </a:lnTo>
                  <a:lnTo>
                    <a:pt x="5040"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7"/>
            <p:cNvSpPr/>
            <p:nvPr/>
          </p:nvSpPr>
          <p:spPr>
            <a:xfrm>
              <a:off x="4019520" y="2824910"/>
              <a:ext cx="291219" cy="285937"/>
            </a:xfrm>
            <a:custGeom>
              <a:rect b="b" l="l" r="r" t="t"/>
              <a:pathLst>
                <a:path extrusionOk="0" h="7578" w="7718">
                  <a:moveTo>
                    <a:pt x="3859" y="659"/>
                  </a:moveTo>
                  <a:lnTo>
                    <a:pt x="7127" y="2287"/>
                  </a:lnTo>
                  <a:lnTo>
                    <a:pt x="7127" y="6987"/>
                  </a:lnTo>
                  <a:lnTo>
                    <a:pt x="590" y="6987"/>
                  </a:lnTo>
                  <a:lnTo>
                    <a:pt x="590" y="2287"/>
                  </a:lnTo>
                  <a:lnTo>
                    <a:pt x="3859" y="659"/>
                  </a:lnTo>
                  <a:close/>
                  <a:moveTo>
                    <a:pt x="3859" y="0"/>
                  </a:moveTo>
                  <a:lnTo>
                    <a:pt x="1" y="1921"/>
                  </a:lnTo>
                  <a:lnTo>
                    <a:pt x="1" y="7578"/>
                  </a:lnTo>
                  <a:lnTo>
                    <a:pt x="7718" y="7578"/>
                  </a:lnTo>
                  <a:lnTo>
                    <a:pt x="7718" y="1921"/>
                  </a:lnTo>
                  <a:lnTo>
                    <a:pt x="3859"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67"/>
            <p:cNvSpPr/>
            <p:nvPr/>
          </p:nvSpPr>
          <p:spPr>
            <a:xfrm>
              <a:off x="4131699" y="2946183"/>
              <a:ext cx="66862" cy="66900"/>
            </a:xfrm>
            <a:custGeom>
              <a:rect b="b" l="l" r="r" t="t"/>
              <a:pathLst>
                <a:path extrusionOk="0" h="1773" w="1772">
                  <a:moveTo>
                    <a:pt x="886" y="591"/>
                  </a:moveTo>
                  <a:cubicBezTo>
                    <a:pt x="1049" y="591"/>
                    <a:pt x="1182" y="724"/>
                    <a:pt x="1182" y="886"/>
                  </a:cubicBezTo>
                  <a:cubicBezTo>
                    <a:pt x="1182" y="1050"/>
                    <a:pt x="1049" y="1181"/>
                    <a:pt x="886" y="1181"/>
                  </a:cubicBezTo>
                  <a:cubicBezTo>
                    <a:pt x="723" y="1181"/>
                    <a:pt x="591" y="1050"/>
                    <a:pt x="591" y="886"/>
                  </a:cubicBezTo>
                  <a:cubicBezTo>
                    <a:pt x="591" y="724"/>
                    <a:pt x="723" y="591"/>
                    <a:pt x="886" y="591"/>
                  </a:cubicBezTo>
                  <a:close/>
                  <a:moveTo>
                    <a:pt x="886" y="0"/>
                  </a:moveTo>
                  <a:cubicBezTo>
                    <a:pt x="398" y="0"/>
                    <a:pt x="0" y="398"/>
                    <a:pt x="0" y="886"/>
                  </a:cubicBezTo>
                  <a:cubicBezTo>
                    <a:pt x="0" y="1375"/>
                    <a:pt x="398" y="1772"/>
                    <a:pt x="886" y="1772"/>
                  </a:cubicBezTo>
                  <a:cubicBezTo>
                    <a:pt x="1375" y="1772"/>
                    <a:pt x="1771" y="1375"/>
                    <a:pt x="1771" y="886"/>
                  </a:cubicBezTo>
                  <a:cubicBezTo>
                    <a:pt x="1771" y="398"/>
                    <a:pt x="1375" y="0"/>
                    <a:pt x="886" y="0"/>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7"/>
            <p:cNvSpPr/>
            <p:nvPr/>
          </p:nvSpPr>
          <p:spPr>
            <a:xfrm>
              <a:off x="4063894" y="2901620"/>
              <a:ext cx="202473" cy="156024"/>
            </a:xfrm>
            <a:custGeom>
              <a:rect b="b" l="l" r="r" t="t"/>
              <a:pathLst>
                <a:path extrusionOk="0" h="4135" w="5366">
                  <a:moveTo>
                    <a:pt x="2683" y="591"/>
                  </a:moveTo>
                  <a:cubicBezTo>
                    <a:pt x="3261" y="591"/>
                    <a:pt x="3786" y="851"/>
                    <a:pt x="4239" y="1364"/>
                  </a:cubicBezTo>
                  <a:cubicBezTo>
                    <a:pt x="4482" y="1638"/>
                    <a:pt x="4641" y="1917"/>
                    <a:pt x="4718" y="2068"/>
                  </a:cubicBezTo>
                  <a:cubicBezTo>
                    <a:pt x="4532" y="2432"/>
                    <a:pt x="3866" y="3544"/>
                    <a:pt x="2683" y="3544"/>
                  </a:cubicBezTo>
                  <a:cubicBezTo>
                    <a:pt x="2104" y="3544"/>
                    <a:pt x="1581" y="3284"/>
                    <a:pt x="1127" y="2772"/>
                  </a:cubicBezTo>
                  <a:cubicBezTo>
                    <a:pt x="884" y="2497"/>
                    <a:pt x="724" y="2218"/>
                    <a:pt x="647" y="2067"/>
                  </a:cubicBezTo>
                  <a:cubicBezTo>
                    <a:pt x="834" y="1702"/>
                    <a:pt x="1500" y="591"/>
                    <a:pt x="2683" y="591"/>
                  </a:cubicBezTo>
                  <a:close/>
                  <a:moveTo>
                    <a:pt x="2683" y="1"/>
                  </a:moveTo>
                  <a:cubicBezTo>
                    <a:pt x="1932" y="1"/>
                    <a:pt x="1237" y="341"/>
                    <a:pt x="672" y="987"/>
                  </a:cubicBezTo>
                  <a:cubicBezTo>
                    <a:pt x="257" y="1461"/>
                    <a:pt x="57" y="1933"/>
                    <a:pt x="48" y="1953"/>
                  </a:cubicBezTo>
                  <a:lnTo>
                    <a:pt x="1" y="2067"/>
                  </a:lnTo>
                  <a:lnTo>
                    <a:pt x="48" y="2181"/>
                  </a:lnTo>
                  <a:cubicBezTo>
                    <a:pt x="57" y="2201"/>
                    <a:pt x="257" y="2675"/>
                    <a:pt x="672" y="3148"/>
                  </a:cubicBezTo>
                  <a:cubicBezTo>
                    <a:pt x="1237" y="3794"/>
                    <a:pt x="1932" y="4135"/>
                    <a:pt x="2683" y="4135"/>
                  </a:cubicBezTo>
                  <a:cubicBezTo>
                    <a:pt x="3433" y="4135"/>
                    <a:pt x="4128" y="3793"/>
                    <a:pt x="4694" y="3148"/>
                  </a:cubicBezTo>
                  <a:cubicBezTo>
                    <a:pt x="5109" y="2675"/>
                    <a:pt x="5310" y="2201"/>
                    <a:pt x="5318" y="2181"/>
                  </a:cubicBezTo>
                  <a:lnTo>
                    <a:pt x="5366" y="2067"/>
                  </a:lnTo>
                  <a:lnTo>
                    <a:pt x="5318" y="1953"/>
                  </a:lnTo>
                  <a:cubicBezTo>
                    <a:pt x="5310" y="1933"/>
                    <a:pt x="5109" y="1461"/>
                    <a:pt x="4694" y="987"/>
                  </a:cubicBezTo>
                  <a:cubicBezTo>
                    <a:pt x="4128" y="341"/>
                    <a:pt x="3433" y="1"/>
                    <a:pt x="2683"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 name="Google Shape;979;p67"/>
          <p:cNvGrpSpPr/>
          <p:nvPr/>
        </p:nvGrpSpPr>
        <p:grpSpPr>
          <a:xfrm>
            <a:off x="1343556" y="2012255"/>
            <a:ext cx="380381" cy="290465"/>
            <a:chOff x="3161219" y="2820043"/>
            <a:chExt cx="380381" cy="290465"/>
          </a:xfrm>
        </p:grpSpPr>
        <p:sp>
          <p:nvSpPr>
            <p:cNvPr id="980" name="Google Shape;980;p67"/>
            <p:cNvSpPr/>
            <p:nvPr/>
          </p:nvSpPr>
          <p:spPr>
            <a:xfrm>
              <a:off x="3161219" y="2820043"/>
              <a:ext cx="380381" cy="290465"/>
            </a:xfrm>
            <a:custGeom>
              <a:rect b="b" l="l" r="r" t="t"/>
              <a:pathLst>
                <a:path extrusionOk="0" h="7698" w="10081">
                  <a:moveTo>
                    <a:pt x="5040" y="1782"/>
                  </a:moveTo>
                  <a:cubicBezTo>
                    <a:pt x="5619" y="1782"/>
                    <a:pt x="6142" y="2041"/>
                    <a:pt x="6596" y="2554"/>
                  </a:cubicBezTo>
                  <a:cubicBezTo>
                    <a:pt x="6839" y="2828"/>
                    <a:pt x="6998" y="3107"/>
                    <a:pt x="7075" y="3259"/>
                  </a:cubicBezTo>
                  <a:cubicBezTo>
                    <a:pt x="6889" y="3623"/>
                    <a:pt x="6223" y="4734"/>
                    <a:pt x="5040" y="4734"/>
                  </a:cubicBezTo>
                  <a:cubicBezTo>
                    <a:pt x="4461" y="4734"/>
                    <a:pt x="3938" y="4475"/>
                    <a:pt x="3484" y="3961"/>
                  </a:cubicBezTo>
                  <a:cubicBezTo>
                    <a:pt x="3241" y="3687"/>
                    <a:pt x="3082" y="3408"/>
                    <a:pt x="3005" y="3258"/>
                  </a:cubicBezTo>
                  <a:cubicBezTo>
                    <a:pt x="3191" y="2893"/>
                    <a:pt x="3857" y="1782"/>
                    <a:pt x="5040" y="1782"/>
                  </a:cubicBezTo>
                  <a:close/>
                  <a:moveTo>
                    <a:pt x="4450" y="590"/>
                  </a:moveTo>
                  <a:cubicBezTo>
                    <a:pt x="4612" y="590"/>
                    <a:pt x="4745" y="723"/>
                    <a:pt x="4745" y="885"/>
                  </a:cubicBezTo>
                  <a:lnTo>
                    <a:pt x="4745" y="1209"/>
                  </a:lnTo>
                  <a:cubicBezTo>
                    <a:pt x="4108" y="1287"/>
                    <a:pt x="3519" y="1617"/>
                    <a:pt x="3029" y="2177"/>
                  </a:cubicBezTo>
                  <a:cubicBezTo>
                    <a:pt x="2613" y="2651"/>
                    <a:pt x="2413" y="3124"/>
                    <a:pt x="2406" y="3144"/>
                  </a:cubicBezTo>
                  <a:lnTo>
                    <a:pt x="2357" y="3258"/>
                  </a:lnTo>
                  <a:lnTo>
                    <a:pt x="2406" y="3372"/>
                  </a:lnTo>
                  <a:cubicBezTo>
                    <a:pt x="2413" y="3392"/>
                    <a:pt x="2613" y="3865"/>
                    <a:pt x="3029" y="4339"/>
                  </a:cubicBezTo>
                  <a:cubicBezTo>
                    <a:pt x="3519" y="4899"/>
                    <a:pt x="4108" y="5229"/>
                    <a:pt x="4745" y="5307"/>
                  </a:cubicBezTo>
                  <a:lnTo>
                    <a:pt x="4745" y="5925"/>
                  </a:lnTo>
                  <a:lnTo>
                    <a:pt x="1772" y="5925"/>
                  </a:lnTo>
                  <a:lnTo>
                    <a:pt x="1772" y="590"/>
                  </a:lnTo>
                  <a:close/>
                  <a:moveTo>
                    <a:pt x="8308" y="590"/>
                  </a:moveTo>
                  <a:lnTo>
                    <a:pt x="8308" y="5925"/>
                  </a:lnTo>
                  <a:lnTo>
                    <a:pt x="5335" y="5925"/>
                  </a:lnTo>
                  <a:lnTo>
                    <a:pt x="5335" y="5307"/>
                  </a:lnTo>
                  <a:cubicBezTo>
                    <a:pt x="5972" y="5229"/>
                    <a:pt x="6560" y="4898"/>
                    <a:pt x="7051" y="4339"/>
                  </a:cubicBezTo>
                  <a:cubicBezTo>
                    <a:pt x="7466" y="3864"/>
                    <a:pt x="7666" y="3392"/>
                    <a:pt x="7674" y="3372"/>
                  </a:cubicBezTo>
                  <a:lnTo>
                    <a:pt x="7723" y="3258"/>
                  </a:lnTo>
                  <a:lnTo>
                    <a:pt x="7674" y="3144"/>
                  </a:lnTo>
                  <a:cubicBezTo>
                    <a:pt x="7666" y="3124"/>
                    <a:pt x="7466" y="2651"/>
                    <a:pt x="7051" y="2177"/>
                  </a:cubicBezTo>
                  <a:cubicBezTo>
                    <a:pt x="6560" y="1617"/>
                    <a:pt x="5972" y="1286"/>
                    <a:pt x="5335" y="1209"/>
                  </a:cubicBezTo>
                  <a:lnTo>
                    <a:pt x="5335" y="885"/>
                  </a:lnTo>
                  <a:cubicBezTo>
                    <a:pt x="5335" y="723"/>
                    <a:pt x="5468" y="590"/>
                    <a:pt x="5630" y="590"/>
                  </a:cubicBezTo>
                  <a:close/>
                  <a:moveTo>
                    <a:pt x="1181" y="1181"/>
                  </a:moveTo>
                  <a:lnTo>
                    <a:pt x="1181" y="6516"/>
                  </a:lnTo>
                  <a:lnTo>
                    <a:pt x="4745" y="6516"/>
                  </a:lnTo>
                  <a:lnTo>
                    <a:pt x="4745" y="7107"/>
                  </a:lnTo>
                  <a:lnTo>
                    <a:pt x="591" y="7107"/>
                  </a:lnTo>
                  <a:lnTo>
                    <a:pt x="591" y="1181"/>
                  </a:lnTo>
                  <a:close/>
                  <a:moveTo>
                    <a:pt x="9489" y="1181"/>
                  </a:moveTo>
                  <a:lnTo>
                    <a:pt x="9489" y="7107"/>
                  </a:lnTo>
                  <a:lnTo>
                    <a:pt x="5335" y="7107"/>
                  </a:lnTo>
                  <a:lnTo>
                    <a:pt x="5335" y="6516"/>
                  </a:lnTo>
                  <a:lnTo>
                    <a:pt x="8899" y="6516"/>
                  </a:lnTo>
                  <a:lnTo>
                    <a:pt x="8899" y="1181"/>
                  </a:lnTo>
                  <a:close/>
                  <a:moveTo>
                    <a:pt x="1182" y="0"/>
                  </a:moveTo>
                  <a:lnTo>
                    <a:pt x="1182" y="590"/>
                  </a:lnTo>
                  <a:lnTo>
                    <a:pt x="1" y="590"/>
                  </a:lnTo>
                  <a:lnTo>
                    <a:pt x="1" y="7697"/>
                  </a:lnTo>
                  <a:lnTo>
                    <a:pt x="10080" y="7697"/>
                  </a:lnTo>
                  <a:lnTo>
                    <a:pt x="10080" y="590"/>
                  </a:lnTo>
                  <a:lnTo>
                    <a:pt x="8899" y="590"/>
                  </a:lnTo>
                  <a:lnTo>
                    <a:pt x="8899" y="0"/>
                  </a:lnTo>
                  <a:lnTo>
                    <a:pt x="5630" y="0"/>
                  </a:lnTo>
                  <a:cubicBezTo>
                    <a:pt x="5404" y="0"/>
                    <a:pt x="5197" y="86"/>
                    <a:pt x="5040" y="226"/>
                  </a:cubicBezTo>
                  <a:cubicBezTo>
                    <a:pt x="4883" y="86"/>
                    <a:pt x="4677" y="0"/>
                    <a:pt x="4450" y="0"/>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7"/>
            <p:cNvSpPr/>
            <p:nvPr/>
          </p:nvSpPr>
          <p:spPr>
            <a:xfrm>
              <a:off x="3317960" y="2909507"/>
              <a:ext cx="66862" cy="66900"/>
            </a:xfrm>
            <a:custGeom>
              <a:rect b="b" l="l" r="r" t="t"/>
              <a:pathLst>
                <a:path extrusionOk="0" h="1773" w="1772">
                  <a:moveTo>
                    <a:pt x="886" y="591"/>
                  </a:moveTo>
                  <a:cubicBezTo>
                    <a:pt x="1049" y="591"/>
                    <a:pt x="1182" y="724"/>
                    <a:pt x="1182" y="887"/>
                  </a:cubicBezTo>
                  <a:cubicBezTo>
                    <a:pt x="1182" y="1050"/>
                    <a:pt x="1049" y="1182"/>
                    <a:pt x="886" y="1182"/>
                  </a:cubicBezTo>
                  <a:cubicBezTo>
                    <a:pt x="723" y="1182"/>
                    <a:pt x="591" y="1050"/>
                    <a:pt x="591" y="887"/>
                  </a:cubicBezTo>
                  <a:cubicBezTo>
                    <a:pt x="591" y="724"/>
                    <a:pt x="723" y="591"/>
                    <a:pt x="886" y="591"/>
                  </a:cubicBezTo>
                  <a:close/>
                  <a:moveTo>
                    <a:pt x="886" y="1"/>
                  </a:moveTo>
                  <a:cubicBezTo>
                    <a:pt x="397" y="1"/>
                    <a:pt x="0" y="398"/>
                    <a:pt x="0" y="887"/>
                  </a:cubicBezTo>
                  <a:cubicBezTo>
                    <a:pt x="0" y="1375"/>
                    <a:pt x="397" y="1773"/>
                    <a:pt x="886" y="1773"/>
                  </a:cubicBezTo>
                  <a:cubicBezTo>
                    <a:pt x="1375" y="1773"/>
                    <a:pt x="1771" y="1375"/>
                    <a:pt x="1771" y="887"/>
                  </a:cubicBezTo>
                  <a:cubicBezTo>
                    <a:pt x="1771" y="398"/>
                    <a:pt x="1375" y="1"/>
                    <a:pt x="886"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982" name="Google Shape;982;p67"/>
          <p:cNvCxnSpPr>
            <a:stCxn id="970" idx="0"/>
            <a:endCxn id="972" idx="4"/>
          </p:cNvCxnSpPr>
          <p:nvPr/>
        </p:nvCxnSpPr>
        <p:spPr>
          <a:xfrm rot="10800000">
            <a:off x="1533750" y="2472938"/>
            <a:ext cx="0" cy="364500"/>
          </a:xfrm>
          <a:prstGeom prst="straightConnector1">
            <a:avLst/>
          </a:prstGeom>
          <a:noFill/>
          <a:ln cap="flat" cmpd="sng" w="19050">
            <a:solidFill>
              <a:schemeClr val="accent5"/>
            </a:solidFill>
            <a:prstDash val="solid"/>
            <a:round/>
            <a:headEnd len="med" w="med" type="oval"/>
            <a:tailEnd len="med" w="med" type="none"/>
          </a:ln>
        </p:spPr>
      </p:cxnSp>
      <p:cxnSp>
        <p:nvCxnSpPr>
          <p:cNvPr id="983" name="Google Shape;983;p67"/>
          <p:cNvCxnSpPr>
            <a:stCxn id="971" idx="0"/>
            <a:endCxn id="973" idx="4"/>
          </p:cNvCxnSpPr>
          <p:nvPr/>
        </p:nvCxnSpPr>
        <p:spPr>
          <a:xfrm flipH="1" rot="10800000">
            <a:off x="7608738" y="2472938"/>
            <a:ext cx="1500" cy="364500"/>
          </a:xfrm>
          <a:prstGeom prst="straightConnector1">
            <a:avLst/>
          </a:prstGeom>
          <a:noFill/>
          <a:ln cap="flat" cmpd="sng" w="19050">
            <a:solidFill>
              <a:schemeClr val="accent5"/>
            </a:solidFill>
            <a:prstDash val="solid"/>
            <a:round/>
            <a:headEnd len="med" w="med" type="oval"/>
            <a:tailEnd len="med" w="med" type="none"/>
          </a:ln>
        </p:spPr>
      </p:cxnSp>
      <p:cxnSp>
        <p:nvCxnSpPr>
          <p:cNvPr id="984" name="Google Shape;984;p67"/>
          <p:cNvCxnSpPr>
            <a:stCxn id="972" idx="0"/>
            <a:endCxn id="963" idx="2"/>
          </p:cNvCxnSpPr>
          <p:nvPr/>
        </p:nvCxnSpPr>
        <p:spPr>
          <a:xfrm flipH="1" rot="-5400000">
            <a:off x="1580250" y="1795688"/>
            <a:ext cx="1803300" cy="1896300"/>
          </a:xfrm>
          <a:prstGeom prst="bentConnector4">
            <a:avLst>
              <a:gd fmla="val -13205" name="adj1"/>
              <a:gd fmla="val 58311" name="adj2"/>
            </a:avLst>
          </a:prstGeom>
          <a:noFill/>
          <a:ln cap="flat" cmpd="sng" w="19050">
            <a:solidFill>
              <a:schemeClr val="accent5"/>
            </a:solidFill>
            <a:prstDash val="solid"/>
            <a:round/>
            <a:headEnd len="med" w="med" type="none"/>
            <a:tailEnd len="med" w="med" type="none"/>
          </a:ln>
        </p:spPr>
      </p:cxnSp>
      <p:cxnSp>
        <p:nvCxnSpPr>
          <p:cNvPr id="985" name="Google Shape;985;p67"/>
          <p:cNvCxnSpPr>
            <a:stCxn id="973" idx="0"/>
            <a:endCxn id="962" idx="6"/>
          </p:cNvCxnSpPr>
          <p:nvPr/>
        </p:nvCxnSpPr>
        <p:spPr>
          <a:xfrm rot="5400000">
            <a:off x="5760450" y="1795688"/>
            <a:ext cx="1803300" cy="1896300"/>
          </a:xfrm>
          <a:prstGeom prst="bentConnector4">
            <a:avLst>
              <a:gd fmla="val -13205" name="adj1"/>
              <a:gd fmla="val 58311" name="adj2"/>
            </a:avLst>
          </a:prstGeom>
          <a:noFill/>
          <a:ln cap="flat" cmpd="sng" w="19050">
            <a:solidFill>
              <a:schemeClr val="accent5"/>
            </a:solidFill>
            <a:prstDash val="solid"/>
            <a:round/>
            <a:headEnd len="med" w="med" type="none"/>
            <a:tailEnd len="med" w="med" type="none"/>
          </a:ln>
        </p:spPr>
      </p:cxnSp>
      <p:sp>
        <p:nvSpPr>
          <p:cNvPr id="986" name="Google Shape;986;p67"/>
          <p:cNvSpPr txBox="1"/>
          <p:nvPr>
            <p:ph idx="4294967295" type="subTitle"/>
          </p:nvPr>
        </p:nvSpPr>
        <p:spPr>
          <a:xfrm>
            <a:off x="3759750" y="1705263"/>
            <a:ext cx="1624500" cy="69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987" name="Google Shape;987;p67"/>
          <p:cNvSpPr txBox="1"/>
          <p:nvPr/>
        </p:nvSpPr>
        <p:spPr>
          <a:xfrm>
            <a:off x="3913638" y="1316113"/>
            <a:ext cx="13167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SATURN</a:t>
            </a:r>
            <a:endParaRPr sz="2000">
              <a:solidFill>
                <a:schemeClr val="lt1"/>
              </a:solidFill>
              <a:latin typeface="Montserrat ExtraBold"/>
              <a:ea typeface="Montserrat ExtraBold"/>
              <a:cs typeface="Montserrat ExtraBold"/>
              <a:sym typeface="Montserrat ExtraBold"/>
            </a:endParaRPr>
          </a:p>
        </p:txBody>
      </p:sp>
      <p:cxnSp>
        <p:nvCxnSpPr>
          <p:cNvPr id="988" name="Google Shape;988;p67"/>
          <p:cNvCxnSpPr>
            <a:stCxn id="965" idx="0"/>
            <a:endCxn id="987" idx="1"/>
          </p:cNvCxnSpPr>
          <p:nvPr/>
        </p:nvCxnSpPr>
        <p:spPr>
          <a:xfrm flipH="1" rot="5400000">
            <a:off x="3328252" y="2147870"/>
            <a:ext cx="1261500" cy="90600"/>
          </a:xfrm>
          <a:prstGeom prst="bentConnector4">
            <a:avLst>
              <a:gd fmla="val 25628" name="adj1"/>
              <a:gd fmla="val 362902" name="adj2"/>
            </a:avLst>
          </a:prstGeom>
          <a:noFill/>
          <a:ln cap="flat" cmpd="sng" w="19050">
            <a:solidFill>
              <a:schemeClr val="accent5"/>
            </a:solidFill>
            <a:prstDash val="solid"/>
            <a:round/>
            <a:headEnd len="med" w="med" type="none"/>
            <a:tailEnd len="med" w="med" type="oval"/>
          </a:ln>
        </p:spPr>
      </p:cxnSp>
      <p:cxnSp>
        <p:nvCxnSpPr>
          <p:cNvPr id="989" name="Google Shape;989;p67"/>
          <p:cNvCxnSpPr>
            <a:stCxn id="967" idx="0"/>
            <a:endCxn id="987" idx="3"/>
          </p:cNvCxnSpPr>
          <p:nvPr/>
        </p:nvCxnSpPr>
        <p:spPr>
          <a:xfrm rot="-5400000">
            <a:off x="4552314" y="2145770"/>
            <a:ext cx="1261500" cy="94800"/>
          </a:xfrm>
          <a:prstGeom prst="bentConnector4">
            <a:avLst>
              <a:gd fmla="val 26478" name="adj1"/>
              <a:gd fmla="val 351053" name="adj2"/>
            </a:avLst>
          </a:prstGeom>
          <a:noFill/>
          <a:ln cap="flat" cmpd="sng" w="19050">
            <a:solidFill>
              <a:schemeClr val="accent5"/>
            </a:solidFill>
            <a:prstDash val="solid"/>
            <a:round/>
            <a:headEnd len="med" w="med" type="none"/>
            <a:tailEnd len="med" w="med" type="oval"/>
          </a:ln>
        </p:spPr>
      </p:cxn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 name="Shape 993"/>
        <p:cNvGrpSpPr/>
        <p:nvPr/>
      </p:nvGrpSpPr>
      <p:grpSpPr>
        <a:xfrm>
          <a:off x="0" y="0"/>
          <a:ext cx="0" cy="0"/>
          <a:chOff x="0" y="0"/>
          <a:chExt cx="0" cy="0"/>
        </a:xfrm>
      </p:grpSpPr>
      <p:sp>
        <p:nvSpPr>
          <p:cNvPr id="994" name="Google Shape;994;p68"/>
          <p:cNvSpPr/>
          <p:nvPr/>
        </p:nvSpPr>
        <p:spPr>
          <a:xfrm>
            <a:off x="1002600" y="2331275"/>
            <a:ext cx="2020200" cy="20583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8"/>
          <p:cNvSpPr/>
          <p:nvPr/>
        </p:nvSpPr>
        <p:spPr>
          <a:xfrm>
            <a:off x="3564788" y="2331275"/>
            <a:ext cx="2020200" cy="20583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8"/>
          <p:cNvSpPr/>
          <p:nvPr/>
        </p:nvSpPr>
        <p:spPr>
          <a:xfrm>
            <a:off x="6126988" y="2331275"/>
            <a:ext cx="2020200" cy="20583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8"/>
          <p:cNvSpPr txBox="1"/>
          <p:nvPr>
            <p:ph idx="1" type="subTitle"/>
          </p:nvPr>
        </p:nvSpPr>
        <p:spPr>
          <a:xfrm>
            <a:off x="1005225" y="2801876"/>
            <a:ext cx="2011800" cy="146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t>Earth </a:t>
            </a:r>
            <a:r>
              <a:rPr lang="en"/>
              <a:t>is the third planet from the Sun and the only one that harbors life in the Solar System. This is where we all live</a:t>
            </a:r>
            <a:endParaRPr/>
          </a:p>
        </p:txBody>
      </p:sp>
      <p:sp>
        <p:nvSpPr>
          <p:cNvPr id="998" name="Google Shape;998;p68"/>
          <p:cNvSpPr txBox="1"/>
          <p:nvPr>
            <p:ph idx="4" type="subTitle"/>
          </p:nvPr>
        </p:nvSpPr>
        <p:spPr>
          <a:xfrm>
            <a:off x="3566550" y="2801876"/>
            <a:ext cx="2010900" cy="146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a:t>
            </a:r>
            <a:r>
              <a:rPr b="1" lang="en"/>
              <a:t>Mars </a:t>
            </a:r>
            <a:r>
              <a:rPr lang="en"/>
              <a:t>is actually a cold place. It's full of iron oxide dust, which gives the planet its reddish cast</a:t>
            </a:r>
            <a:endParaRPr/>
          </a:p>
        </p:txBody>
      </p:sp>
      <p:sp>
        <p:nvSpPr>
          <p:cNvPr id="999" name="Google Shape;999;p68"/>
          <p:cNvSpPr txBox="1"/>
          <p:nvPr>
            <p:ph idx="6" type="subTitle"/>
          </p:nvPr>
        </p:nvSpPr>
        <p:spPr>
          <a:xfrm>
            <a:off x="6126975" y="2801876"/>
            <a:ext cx="2011800" cy="146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t>Neptune </a:t>
            </a:r>
            <a:r>
              <a:rPr lang="en"/>
              <a:t>is the farthest planet from the Sun. It's also the fourth-largest object by diameter in the Solar System</a:t>
            </a:r>
            <a:endParaRPr/>
          </a:p>
        </p:txBody>
      </p:sp>
      <p:sp>
        <p:nvSpPr>
          <p:cNvPr id="1000" name="Google Shape;1000;p68"/>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 COMPONENTS OF IPA</a:t>
            </a:r>
            <a:endParaRPr/>
          </a:p>
        </p:txBody>
      </p:sp>
      <p:sp>
        <p:nvSpPr>
          <p:cNvPr id="1001" name="Google Shape;1001;p68"/>
          <p:cNvSpPr txBox="1"/>
          <p:nvPr>
            <p:ph idx="2" type="title"/>
          </p:nvPr>
        </p:nvSpPr>
        <p:spPr>
          <a:xfrm>
            <a:off x="1005225" y="2497006"/>
            <a:ext cx="2011800" cy="38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AI</a:t>
            </a:r>
            <a:endParaRPr/>
          </a:p>
        </p:txBody>
      </p:sp>
      <p:sp>
        <p:nvSpPr>
          <p:cNvPr id="1002" name="Google Shape;1002;p68"/>
          <p:cNvSpPr txBox="1"/>
          <p:nvPr>
            <p:ph idx="3" type="title"/>
          </p:nvPr>
        </p:nvSpPr>
        <p:spPr>
          <a:xfrm>
            <a:off x="3566100" y="2495206"/>
            <a:ext cx="2011800" cy="38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BPM</a:t>
            </a:r>
            <a:endParaRPr/>
          </a:p>
        </p:txBody>
      </p:sp>
      <p:sp>
        <p:nvSpPr>
          <p:cNvPr id="1003" name="Google Shape;1003;p68"/>
          <p:cNvSpPr txBox="1"/>
          <p:nvPr>
            <p:ph idx="5" type="title"/>
          </p:nvPr>
        </p:nvSpPr>
        <p:spPr>
          <a:xfrm>
            <a:off x="6126975" y="2495206"/>
            <a:ext cx="2011800" cy="38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RPA</a:t>
            </a:r>
            <a:endParaRPr/>
          </a:p>
        </p:txBody>
      </p:sp>
      <p:cxnSp>
        <p:nvCxnSpPr>
          <p:cNvPr id="1004" name="Google Shape;1004;p68"/>
          <p:cNvCxnSpPr/>
          <p:nvPr/>
        </p:nvCxnSpPr>
        <p:spPr>
          <a:xfrm>
            <a:off x="2028150" y="1059050"/>
            <a:ext cx="5087700" cy="0"/>
          </a:xfrm>
          <a:prstGeom prst="straightConnector1">
            <a:avLst/>
          </a:prstGeom>
          <a:noFill/>
          <a:ln cap="flat" cmpd="sng" w="19050">
            <a:solidFill>
              <a:schemeClr val="accent5"/>
            </a:solidFill>
            <a:prstDash val="solid"/>
            <a:round/>
            <a:headEnd len="med" w="med" type="oval"/>
            <a:tailEnd len="med" w="med" type="oval"/>
          </a:ln>
        </p:spPr>
      </p:cxnSp>
      <p:sp>
        <p:nvSpPr>
          <p:cNvPr id="1005" name="Google Shape;1005;p68"/>
          <p:cNvSpPr/>
          <p:nvPr/>
        </p:nvSpPr>
        <p:spPr>
          <a:xfrm>
            <a:off x="6821800" y="1354850"/>
            <a:ext cx="630600" cy="6306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68"/>
          <p:cNvSpPr/>
          <p:nvPr/>
        </p:nvSpPr>
        <p:spPr>
          <a:xfrm>
            <a:off x="4256700" y="1354850"/>
            <a:ext cx="630600" cy="6306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8"/>
          <p:cNvSpPr/>
          <p:nvPr/>
        </p:nvSpPr>
        <p:spPr>
          <a:xfrm>
            <a:off x="1697400" y="1354850"/>
            <a:ext cx="630600" cy="6306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 name="Google Shape;1008;p68"/>
          <p:cNvGrpSpPr/>
          <p:nvPr/>
        </p:nvGrpSpPr>
        <p:grpSpPr>
          <a:xfrm>
            <a:off x="6941530" y="1479989"/>
            <a:ext cx="382683" cy="380344"/>
            <a:chOff x="5601268" y="1571926"/>
            <a:chExt cx="382683" cy="380344"/>
          </a:xfrm>
        </p:grpSpPr>
        <p:sp>
          <p:nvSpPr>
            <p:cNvPr id="1009" name="Google Shape;1009;p68"/>
            <p:cNvSpPr/>
            <p:nvPr/>
          </p:nvSpPr>
          <p:spPr>
            <a:xfrm>
              <a:off x="5736841" y="1669239"/>
              <a:ext cx="66937" cy="89124"/>
            </a:xfrm>
            <a:custGeom>
              <a:rect b="b" l="l" r="r" t="t"/>
              <a:pathLst>
                <a:path extrusionOk="0" h="2362" w="1774">
                  <a:moveTo>
                    <a:pt x="1182" y="591"/>
                  </a:moveTo>
                  <a:lnTo>
                    <a:pt x="1182" y="1181"/>
                  </a:lnTo>
                  <a:lnTo>
                    <a:pt x="592" y="1181"/>
                  </a:lnTo>
                  <a:lnTo>
                    <a:pt x="592" y="591"/>
                  </a:lnTo>
                  <a:close/>
                  <a:moveTo>
                    <a:pt x="1" y="0"/>
                  </a:moveTo>
                  <a:lnTo>
                    <a:pt x="1" y="2362"/>
                  </a:lnTo>
                  <a:lnTo>
                    <a:pt x="592" y="2362"/>
                  </a:lnTo>
                  <a:lnTo>
                    <a:pt x="592" y="1771"/>
                  </a:lnTo>
                  <a:lnTo>
                    <a:pt x="1182" y="1771"/>
                  </a:lnTo>
                  <a:lnTo>
                    <a:pt x="1182" y="2362"/>
                  </a:lnTo>
                  <a:lnTo>
                    <a:pt x="1773" y="2362"/>
                  </a:lnTo>
                  <a:lnTo>
                    <a:pt x="1773"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8"/>
            <p:cNvSpPr/>
            <p:nvPr/>
          </p:nvSpPr>
          <p:spPr>
            <a:xfrm>
              <a:off x="5826003" y="1669239"/>
              <a:ext cx="22338" cy="89124"/>
            </a:xfrm>
            <a:custGeom>
              <a:rect b="b" l="l" r="r" t="t"/>
              <a:pathLst>
                <a:path extrusionOk="0" h="2362" w="592">
                  <a:moveTo>
                    <a:pt x="1" y="0"/>
                  </a:moveTo>
                  <a:lnTo>
                    <a:pt x="1" y="2362"/>
                  </a:lnTo>
                  <a:lnTo>
                    <a:pt x="591" y="2362"/>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8"/>
            <p:cNvSpPr/>
            <p:nvPr/>
          </p:nvSpPr>
          <p:spPr>
            <a:xfrm>
              <a:off x="5601268" y="1571926"/>
              <a:ext cx="382683" cy="380344"/>
            </a:xfrm>
            <a:custGeom>
              <a:rect b="b" l="l" r="r" t="t"/>
              <a:pathLst>
                <a:path extrusionOk="0" h="10080" w="10142">
                  <a:moveTo>
                    <a:pt x="5967" y="581"/>
                  </a:moveTo>
                  <a:cubicBezTo>
                    <a:pt x="7112" y="581"/>
                    <a:pt x="8043" y="1513"/>
                    <a:pt x="8043" y="2658"/>
                  </a:cubicBezTo>
                  <a:lnTo>
                    <a:pt x="8042" y="2933"/>
                  </a:lnTo>
                  <a:lnTo>
                    <a:pt x="8305" y="2963"/>
                  </a:lnTo>
                  <a:cubicBezTo>
                    <a:pt x="9021" y="3046"/>
                    <a:pt x="9557" y="3668"/>
                    <a:pt x="9528" y="4397"/>
                  </a:cubicBezTo>
                  <a:cubicBezTo>
                    <a:pt x="9499" y="5145"/>
                    <a:pt x="8870" y="5729"/>
                    <a:pt x="8122" y="5729"/>
                  </a:cubicBezTo>
                  <a:lnTo>
                    <a:pt x="2010" y="5729"/>
                  </a:lnTo>
                  <a:cubicBezTo>
                    <a:pt x="2010" y="5729"/>
                    <a:pt x="622" y="5115"/>
                    <a:pt x="622" y="4350"/>
                  </a:cubicBezTo>
                  <a:cubicBezTo>
                    <a:pt x="622" y="3646"/>
                    <a:pt x="1149" y="3054"/>
                    <a:pt x="1847" y="2972"/>
                  </a:cubicBezTo>
                  <a:lnTo>
                    <a:pt x="2098" y="2941"/>
                  </a:lnTo>
                  <a:lnTo>
                    <a:pt x="2117" y="2676"/>
                  </a:lnTo>
                  <a:lnTo>
                    <a:pt x="2117" y="2657"/>
                  </a:lnTo>
                  <a:cubicBezTo>
                    <a:pt x="2117" y="1843"/>
                    <a:pt x="2781" y="1179"/>
                    <a:pt x="3595" y="1179"/>
                  </a:cubicBezTo>
                  <a:cubicBezTo>
                    <a:pt x="3786" y="1179"/>
                    <a:pt x="3973" y="1216"/>
                    <a:pt x="4148" y="1287"/>
                  </a:cubicBezTo>
                  <a:lnTo>
                    <a:pt x="4332" y="1361"/>
                  </a:lnTo>
                  <a:lnTo>
                    <a:pt x="4472" y="1217"/>
                  </a:lnTo>
                  <a:cubicBezTo>
                    <a:pt x="4866" y="807"/>
                    <a:pt x="5398" y="581"/>
                    <a:pt x="5967" y="581"/>
                  </a:cubicBezTo>
                  <a:close/>
                  <a:moveTo>
                    <a:pt x="1212" y="8308"/>
                  </a:moveTo>
                  <a:cubicBezTo>
                    <a:pt x="1538" y="8308"/>
                    <a:pt x="1803" y="8573"/>
                    <a:pt x="1803" y="8899"/>
                  </a:cubicBezTo>
                  <a:cubicBezTo>
                    <a:pt x="1803" y="9224"/>
                    <a:pt x="1538" y="9489"/>
                    <a:pt x="1212" y="9489"/>
                  </a:cubicBezTo>
                  <a:cubicBezTo>
                    <a:pt x="886" y="9489"/>
                    <a:pt x="622" y="9224"/>
                    <a:pt x="622" y="8899"/>
                  </a:cubicBezTo>
                  <a:cubicBezTo>
                    <a:pt x="622" y="8573"/>
                    <a:pt x="886" y="8308"/>
                    <a:pt x="1212" y="8308"/>
                  </a:cubicBezTo>
                  <a:close/>
                  <a:moveTo>
                    <a:pt x="5071" y="8308"/>
                  </a:moveTo>
                  <a:cubicBezTo>
                    <a:pt x="5397" y="8308"/>
                    <a:pt x="5661" y="8573"/>
                    <a:pt x="5661" y="8899"/>
                  </a:cubicBezTo>
                  <a:cubicBezTo>
                    <a:pt x="5661" y="9224"/>
                    <a:pt x="5397" y="9489"/>
                    <a:pt x="5071" y="9489"/>
                  </a:cubicBezTo>
                  <a:cubicBezTo>
                    <a:pt x="4745" y="9489"/>
                    <a:pt x="4480" y="9224"/>
                    <a:pt x="4480" y="8899"/>
                  </a:cubicBezTo>
                  <a:cubicBezTo>
                    <a:pt x="4480" y="8573"/>
                    <a:pt x="4745" y="8308"/>
                    <a:pt x="5071" y="8308"/>
                  </a:cubicBezTo>
                  <a:close/>
                  <a:moveTo>
                    <a:pt x="8929" y="8308"/>
                  </a:moveTo>
                  <a:cubicBezTo>
                    <a:pt x="9255" y="8308"/>
                    <a:pt x="9520" y="8573"/>
                    <a:pt x="9520" y="8899"/>
                  </a:cubicBezTo>
                  <a:cubicBezTo>
                    <a:pt x="9520" y="9224"/>
                    <a:pt x="9255" y="9489"/>
                    <a:pt x="8929" y="9489"/>
                  </a:cubicBezTo>
                  <a:cubicBezTo>
                    <a:pt x="8603" y="9489"/>
                    <a:pt x="8339" y="9224"/>
                    <a:pt x="8339" y="8899"/>
                  </a:cubicBezTo>
                  <a:cubicBezTo>
                    <a:pt x="8339" y="8573"/>
                    <a:pt x="8603" y="8308"/>
                    <a:pt x="8929" y="8308"/>
                  </a:cubicBezTo>
                  <a:close/>
                  <a:moveTo>
                    <a:pt x="5958" y="0"/>
                  </a:moveTo>
                  <a:cubicBezTo>
                    <a:pt x="5290" y="0"/>
                    <a:pt x="4665" y="242"/>
                    <a:pt x="4174" y="684"/>
                  </a:cubicBezTo>
                  <a:cubicBezTo>
                    <a:pt x="3984" y="627"/>
                    <a:pt x="3787" y="598"/>
                    <a:pt x="3586" y="598"/>
                  </a:cubicBezTo>
                  <a:cubicBezTo>
                    <a:pt x="2525" y="598"/>
                    <a:pt x="1649" y="1401"/>
                    <a:pt x="1531" y="2430"/>
                  </a:cubicBezTo>
                  <a:cubicBezTo>
                    <a:pt x="661" y="2646"/>
                    <a:pt x="31" y="3431"/>
                    <a:pt x="31" y="4350"/>
                  </a:cubicBezTo>
                  <a:cubicBezTo>
                    <a:pt x="31" y="5441"/>
                    <a:pt x="919" y="6328"/>
                    <a:pt x="2010" y="6339"/>
                  </a:cubicBezTo>
                  <a:lnTo>
                    <a:pt x="4775" y="6339"/>
                  </a:lnTo>
                  <a:lnTo>
                    <a:pt x="4775" y="7754"/>
                  </a:lnTo>
                  <a:cubicBezTo>
                    <a:pt x="4361" y="7862"/>
                    <a:pt x="4034" y="8189"/>
                    <a:pt x="3927" y="8603"/>
                  </a:cubicBezTo>
                  <a:lnTo>
                    <a:pt x="2356" y="8603"/>
                  </a:lnTo>
                  <a:cubicBezTo>
                    <a:pt x="2225" y="8094"/>
                    <a:pt x="1762" y="7717"/>
                    <a:pt x="1212" y="7717"/>
                  </a:cubicBezTo>
                  <a:cubicBezTo>
                    <a:pt x="1193" y="7717"/>
                    <a:pt x="1175" y="7717"/>
                    <a:pt x="1156" y="7718"/>
                  </a:cubicBezTo>
                  <a:cubicBezTo>
                    <a:pt x="552" y="7746"/>
                    <a:pt x="60" y="8237"/>
                    <a:pt x="32" y="8842"/>
                  </a:cubicBezTo>
                  <a:cubicBezTo>
                    <a:pt x="0" y="9519"/>
                    <a:pt x="542" y="10079"/>
                    <a:pt x="1212" y="10079"/>
                  </a:cubicBezTo>
                  <a:cubicBezTo>
                    <a:pt x="1762" y="10079"/>
                    <a:pt x="2225" y="9702"/>
                    <a:pt x="2356" y="9194"/>
                  </a:cubicBezTo>
                  <a:lnTo>
                    <a:pt x="3927" y="9194"/>
                  </a:lnTo>
                  <a:cubicBezTo>
                    <a:pt x="4058" y="9702"/>
                    <a:pt x="4521" y="10079"/>
                    <a:pt x="5071" y="10079"/>
                  </a:cubicBezTo>
                  <a:cubicBezTo>
                    <a:pt x="5620" y="10079"/>
                    <a:pt x="6083" y="9702"/>
                    <a:pt x="6214" y="9194"/>
                  </a:cubicBezTo>
                  <a:lnTo>
                    <a:pt x="7786" y="9194"/>
                  </a:lnTo>
                  <a:cubicBezTo>
                    <a:pt x="7916" y="9702"/>
                    <a:pt x="8380" y="10079"/>
                    <a:pt x="8929" y="10079"/>
                  </a:cubicBezTo>
                  <a:cubicBezTo>
                    <a:pt x="8947" y="10079"/>
                    <a:pt x="8966" y="10079"/>
                    <a:pt x="8984" y="10078"/>
                  </a:cubicBezTo>
                  <a:cubicBezTo>
                    <a:pt x="9590" y="10051"/>
                    <a:pt x="10081" y="9560"/>
                    <a:pt x="10110" y="8955"/>
                  </a:cubicBezTo>
                  <a:cubicBezTo>
                    <a:pt x="10141" y="8277"/>
                    <a:pt x="9599" y="7717"/>
                    <a:pt x="8929" y="7717"/>
                  </a:cubicBezTo>
                  <a:cubicBezTo>
                    <a:pt x="8380" y="7717"/>
                    <a:pt x="7917" y="8094"/>
                    <a:pt x="7786" y="8603"/>
                  </a:cubicBezTo>
                  <a:lnTo>
                    <a:pt x="6215" y="8603"/>
                  </a:lnTo>
                  <a:cubicBezTo>
                    <a:pt x="6108" y="8189"/>
                    <a:pt x="5781" y="7862"/>
                    <a:pt x="5366" y="7754"/>
                  </a:cubicBezTo>
                  <a:lnTo>
                    <a:pt x="5366" y="6320"/>
                  </a:lnTo>
                  <a:lnTo>
                    <a:pt x="8132" y="6320"/>
                  </a:lnTo>
                  <a:cubicBezTo>
                    <a:pt x="8137" y="6320"/>
                    <a:pt x="8142" y="6320"/>
                    <a:pt x="8147" y="6320"/>
                  </a:cubicBezTo>
                  <a:cubicBezTo>
                    <a:pt x="9232" y="6320"/>
                    <a:pt x="10111" y="5436"/>
                    <a:pt x="10111" y="4350"/>
                  </a:cubicBezTo>
                  <a:cubicBezTo>
                    <a:pt x="10111" y="3433"/>
                    <a:pt x="9483" y="2648"/>
                    <a:pt x="8614" y="2432"/>
                  </a:cubicBezTo>
                  <a:cubicBezTo>
                    <a:pt x="8495" y="1071"/>
                    <a:pt x="7348" y="0"/>
                    <a:pt x="5958" y="0"/>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 name="Google Shape;1012;p68"/>
          <p:cNvGrpSpPr/>
          <p:nvPr/>
        </p:nvGrpSpPr>
        <p:grpSpPr>
          <a:xfrm>
            <a:off x="4383201" y="1479964"/>
            <a:ext cx="383400" cy="380381"/>
            <a:chOff x="4787151" y="1571889"/>
            <a:chExt cx="383400" cy="380381"/>
          </a:xfrm>
        </p:grpSpPr>
        <p:sp>
          <p:nvSpPr>
            <p:cNvPr id="1013" name="Google Shape;1013;p68"/>
            <p:cNvSpPr/>
            <p:nvPr/>
          </p:nvSpPr>
          <p:spPr>
            <a:xfrm>
              <a:off x="4945778" y="1728667"/>
              <a:ext cx="66900" cy="66862"/>
            </a:xfrm>
            <a:custGeom>
              <a:rect b="b" l="l" r="r" t="t"/>
              <a:pathLst>
                <a:path extrusionOk="0" h="1772" w="1773">
                  <a:moveTo>
                    <a:pt x="886" y="591"/>
                  </a:moveTo>
                  <a:cubicBezTo>
                    <a:pt x="1050" y="591"/>
                    <a:pt x="1182" y="723"/>
                    <a:pt x="1182" y="886"/>
                  </a:cubicBezTo>
                  <a:cubicBezTo>
                    <a:pt x="1182" y="1049"/>
                    <a:pt x="1050" y="1181"/>
                    <a:pt x="886" y="1181"/>
                  </a:cubicBezTo>
                  <a:cubicBezTo>
                    <a:pt x="724" y="1181"/>
                    <a:pt x="591" y="1049"/>
                    <a:pt x="591" y="886"/>
                  </a:cubicBezTo>
                  <a:cubicBezTo>
                    <a:pt x="591" y="723"/>
                    <a:pt x="724" y="591"/>
                    <a:pt x="886" y="591"/>
                  </a:cubicBezTo>
                  <a:close/>
                  <a:moveTo>
                    <a:pt x="886" y="0"/>
                  </a:moveTo>
                  <a:cubicBezTo>
                    <a:pt x="398" y="0"/>
                    <a:pt x="0" y="397"/>
                    <a:pt x="0" y="886"/>
                  </a:cubicBezTo>
                  <a:cubicBezTo>
                    <a:pt x="0" y="1374"/>
                    <a:pt x="398" y="1771"/>
                    <a:pt x="886" y="1771"/>
                  </a:cubicBezTo>
                  <a:cubicBezTo>
                    <a:pt x="1375" y="1771"/>
                    <a:pt x="1773" y="1374"/>
                    <a:pt x="1773" y="886"/>
                  </a:cubicBezTo>
                  <a:cubicBezTo>
                    <a:pt x="1773" y="397"/>
                    <a:pt x="1375" y="0"/>
                    <a:pt x="886" y="0"/>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68"/>
            <p:cNvSpPr/>
            <p:nvPr/>
          </p:nvSpPr>
          <p:spPr>
            <a:xfrm>
              <a:off x="4787151" y="1571889"/>
              <a:ext cx="383400" cy="380381"/>
            </a:xfrm>
            <a:custGeom>
              <a:rect b="b" l="l" r="r" t="t"/>
              <a:pathLst>
                <a:path extrusionOk="0" h="10081" w="10161">
                  <a:moveTo>
                    <a:pt x="1232" y="592"/>
                  </a:moveTo>
                  <a:cubicBezTo>
                    <a:pt x="1558" y="592"/>
                    <a:pt x="1823" y="857"/>
                    <a:pt x="1823" y="1183"/>
                  </a:cubicBezTo>
                  <a:cubicBezTo>
                    <a:pt x="1823" y="1507"/>
                    <a:pt x="1558" y="1772"/>
                    <a:pt x="1232" y="1772"/>
                  </a:cubicBezTo>
                  <a:cubicBezTo>
                    <a:pt x="906" y="1772"/>
                    <a:pt x="641" y="1507"/>
                    <a:pt x="641" y="1183"/>
                  </a:cubicBezTo>
                  <a:cubicBezTo>
                    <a:pt x="641" y="857"/>
                    <a:pt x="906" y="592"/>
                    <a:pt x="1232" y="592"/>
                  </a:cubicBezTo>
                  <a:close/>
                  <a:moveTo>
                    <a:pt x="5090" y="592"/>
                  </a:moveTo>
                  <a:cubicBezTo>
                    <a:pt x="5416" y="592"/>
                    <a:pt x="5681" y="857"/>
                    <a:pt x="5681" y="1183"/>
                  </a:cubicBezTo>
                  <a:cubicBezTo>
                    <a:pt x="5681" y="1507"/>
                    <a:pt x="5416" y="1772"/>
                    <a:pt x="5090" y="1772"/>
                  </a:cubicBezTo>
                  <a:cubicBezTo>
                    <a:pt x="4765" y="1772"/>
                    <a:pt x="4500" y="1507"/>
                    <a:pt x="4500" y="1183"/>
                  </a:cubicBezTo>
                  <a:cubicBezTo>
                    <a:pt x="4500" y="857"/>
                    <a:pt x="4765" y="592"/>
                    <a:pt x="5090" y="592"/>
                  </a:cubicBezTo>
                  <a:close/>
                  <a:moveTo>
                    <a:pt x="8949" y="592"/>
                  </a:moveTo>
                  <a:cubicBezTo>
                    <a:pt x="9275" y="592"/>
                    <a:pt x="9540" y="857"/>
                    <a:pt x="9540" y="1182"/>
                  </a:cubicBezTo>
                  <a:cubicBezTo>
                    <a:pt x="9540" y="1507"/>
                    <a:pt x="9275" y="1772"/>
                    <a:pt x="8949" y="1772"/>
                  </a:cubicBezTo>
                  <a:cubicBezTo>
                    <a:pt x="8623" y="1772"/>
                    <a:pt x="8358" y="1507"/>
                    <a:pt x="8358" y="1182"/>
                  </a:cubicBezTo>
                  <a:cubicBezTo>
                    <a:pt x="8358" y="857"/>
                    <a:pt x="8623" y="592"/>
                    <a:pt x="8949" y="592"/>
                  </a:cubicBezTo>
                  <a:close/>
                  <a:moveTo>
                    <a:pt x="5090" y="3564"/>
                  </a:moveTo>
                  <a:cubicBezTo>
                    <a:pt x="5670" y="3564"/>
                    <a:pt x="6193" y="3824"/>
                    <a:pt x="6646" y="4336"/>
                  </a:cubicBezTo>
                  <a:cubicBezTo>
                    <a:pt x="6889" y="4611"/>
                    <a:pt x="7048" y="4889"/>
                    <a:pt x="7126" y="5041"/>
                  </a:cubicBezTo>
                  <a:cubicBezTo>
                    <a:pt x="6940" y="5405"/>
                    <a:pt x="6274" y="6517"/>
                    <a:pt x="5090" y="6517"/>
                  </a:cubicBezTo>
                  <a:cubicBezTo>
                    <a:pt x="4512" y="6517"/>
                    <a:pt x="3988" y="6257"/>
                    <a:pt x="3535" y="5745"/>
                  </a:cubicBezTo>
                  <a:cubicBezTo>
                    <a:pt x="3292" y="5470"/>
                    <a:pt x="3133" y="5191"/>
                    <a:pt x="3056" y="5040"/>
                  </a:cubicBezTo>
                  <a:cubicBezTo>
                    <a:pt x="3241" y="4676"/>
                    <a:pt x="3908" y="3564"/>
                    <a:pt x="5090" y="3564"/>
                  </a:cubicBezTo>
                  <a:close/>
                  <a:moveTo>
                    <a:pt x="1232" y="8309"/>
                  </a:moveTo>
                  <a:cubicBezTo>
                    <a:pt x="1558" y="8309"/>
                    <a:pt x="1823" y="8574"/>
                    <a:pt x="1823" y="8900"/>
                  </a:cubicBezTo>
                  <a:cubicBezTo>
                    <a:pt x="1823" y="9225"/>
                    <a:pt x="1558" y="9490"/>
                    <a:pt x="1232" y="9490"/>
                  </a:cubicBezTo>
                  <a:cubicBezTo>
                    <a:pt x="906" y="9490"/>
                    <a:pt x="641" y="9225"/>
                    <a:pt x="641" y="8900"/>
                  </a:cubicBezTo>
                  <a:cubicBezTo>
                    <a:pt x="641" y="8574"/>
                    <a:pt x="906" y="8309"/>
                    <a:pt x="1232" y="8309"/>
                  </a:cubicBezTo>
                  <a:close/>
                  <a:moveTo>
                    <a:pt x="5090" y="8309"/>
                  </a:moveTo>
                  <a:cubicBezTo>
                    <a:pt x="5416" y="8309"/>
                    <a:pt x="5681" y="8574"/>
                    <a:pt x="5681" y="8900"/>
                  </a:cubicBezTo>
                  <a:cubicBezTo>
                    <a:pt x="5681" y="9225"/>
                    <a:pt x="5416" y="9490"/>
                    <a:pt x="5090" y="9490"/>
                  </a:cubicBezTo>
                  <a:cubicBezTo>
                    <a:pt x="4765" y="9490"/>
                    <a:pt x="4500" y="9225"/>
                    <a:pt x="4500" y="8900"/>
                  </a:cubicBezTo>
                  <a:cubicBezTo>
                    <a:pt x="4500" y="8574"/>
                    <a:pt x="4765" y="8309"/>
                    <a:pt x="5090" y="8309"/>
                  </a:cubicBezTo>
                  <a:close/>
                  <a:moveTo>
                    <a:pt x="8949" y="8309"/>
                  </a:moveTo>
                  <a:cubicBezTo>
                    <a:pt x="9275" y="8309"/>
                    <a:pt x="9540" y="8574"/>
                    <a:pt x="9540" y="8900"/>
                  </a:cubicBezTo>
                  <a:cubicBezTo>
                    <a:pt x="9540" y="9225"/>
                    <a:pt x="9275" y="9490"/>
                    <a:pt x="8949" y="9490"/>
                  </a:cubicBezTo>
                  <a:cubicBezTo>
                    <a:pt x="8623" y="9490"/>
                    <a:pt x="8358" y="9225"/>
                    <a:pt x="8358" y="8900"/>
                  </a:cubicBezTo>
                  <a:cubicBezTo>
                    <a:pt x="8358" y="8574"/>
                    <a:pt x="8623" y="8309"/>
                    <a:pt x="8949" y="8309"/>
                  </a:cubicBezTo>
                  <a:close/>
                  <a:moveTo>
                    <a:pt x="1213" y="1"/>
                  </a:moveTo>
                  <a:cubicBezTo>
                    <a:pt x="1194" y="1"/>
                    <a:pt x="1176" y="1"/>
                    <a:pt x="1157" y="2"/>
                  </a:cubicBezTo>
                  <a:cubicBezTo>
                    <a:pt x="552" y="30"/>
                    <a:pt x="61" y="521"/>
                    <a:pt x="33" y="1126"/>
                  </a:cubicBezTo>
                  <a:cubicBezTo>
                    <a:pt x="1" y="1803"/>
                    <a:pt x="542" y="2363"/>
                    <a:pt x="1212" y="2363"/>
                  </a:cubicBezTo>
                  <a:cubicBezTo>
                    <a:pt x="1761" y="2363"/>
                    <a:pt x="2225" y="1986"/>
                    <a:pt x="2356" y="1477"/>
                  </a:cubicBezTo>
                  <a:lnTo>
                    <a:pt x="3927" y="1477"/>
                  </a:lnTo>
                  <a:cubicBezTo>
                    <a:pt x="4035" y="1891"/>
                    <a:pt x="4361" y="2218"/>
                    <a:pt x="4775" y="2326"/>
                  </a:cubicBezTo>
                  <a:lnTo>
                    <a:pt x="4775" y="2992"/>
                  </a:lnTo>
                  <a:cubicBezTo>
                    <a:pt x="4775" y="2992"/>
                    <a:pt x="3569" y="3400"/>
                    <a:pt x="3079" y="3960"/>
                  </a:cubicBezTo>
                  <a:cubicBezTo>
                    <a:pt x="2664" y="4434"/>
                    <a:pt x="2464" y="4907"/>
                    <a:pt x="2456" y="4926"/>
                  </a:cubicBezTo>
                  <a:lnTo>
                    <a:pt x="2408" y="5041"/>
                  </a:lnTo>
                  <a:lnTo>
                    <a:pt x="2456" y="5155"/>
                  </a:lnTo>
                  <a:cubicBezTo>
                    <a:pt x="2464" y="5175"/>
                    <a:pt x="2664" y="5648"/>
                    <a:pt x="3079" y="6121"/>
                  </a:cubicBezTo>
                  <a:cubicBezTo>
                    <a:pt x="3569" y="6681"/>
                    <a:pt x="4158" y="7012"/>
                    <a:pt x="4795" y="7090"/>
                  </a:cubicBezTo>
                  <a:lnTo>
                    <a:pt x="4795" y="7755"/>
                  </a:lnTo>
                  <a:cubicBezTo>
                    <a:pt x="4381" y="7863"/>
                    <a:pt x="4054" y="8190"/>
                    <a:pt x="3947" y="8604"/>
                  </a:cubicBezTo>
                  <a:lnTo>
                    <a:pt x="2375" y="8604"/>
                  </a:lnTo>
                  <a:cubicBezTo>
                    <a:pt x="2245" y="8095"/>
                    <a:pt x="1782" y="7718"/>
                    <a:pt x="1232" y="7718"/>
                  </a:cubicBezTo>
                  <a:cubicBezTo>
                    <a:pt x="581" y="7718"/>
                    <a:pt x="51" y="8248"/>
                    <a:pt x="51" y="8900"/>
                  </a:cubicBezTo>
                  <a:cubicBezTo>
                    <a:pt x="51" y="9550"/>
                    <a:pt x="581" y="10080"/>
                    <a:pt x="1232" y="10080"/>
                  </a:cubicBezTo>
                  <a:cubicBezTo>
                    <a:pt x="1782" y="10080"/>
                    <a:pt x="2375" y="9194"/>
                    <a:pt x="2375" y="9194"/>
                  </a:cubicBezTo>
                  <a:lnTo>
                    <a:pt x="3947" y="9194"/>
                  </a:lnTo>
                  <a:cubicBezTo>
                    <a:pt x="4078" y="9703"/>
                    <a:pt x="4541" y="10080"/>
                    <a:pt x="5090" y="10080"/>
                  </a:cubicBezTo>
                  <a:cubicBezTo>
                    <a:pt x="5640" y="10080"/>
                    <a:pt x="6103" y="9703"/>
                    <a:pt x="6234" y="9194"/>
                  </a:cubicBezTo>
                  <a:lnTo>
                    <a:pt x="7806" y="9194"/>
                  </a:lnTo>
                  <a:cubicBezTo>
                    <a:pt x="7937" y="9703"/>
                    <a:pt x="8400" y="10080"/>
                    <a:pt x="8949" y="10080"/>
                  </a:cubicBezTo>
                  <a:cubicBezTo>
                    <a:pt x="8968" y="10080"/>
                    <a:pt x="8986" y="10080"/>
                    <a:pt x="9005" y="10079"/>
                  </a:cubicBezTo>
                  <a:cubicBezTo>
                    <a:pt x="9609" y="10052"/>
                    <a:pt x="10101" y="9560"/>
                    <a:pt x="10129" y="8956"/>
                  </a:cubicBezTo>
                  <a:cubicBezTo>
                    <a:pt x="10161" y="8278"/>
                    <a:pt x="9620" y="7718"/>
                    <a:pt x="8949" y="7718"/>
                  </a:cubicBezTo>
                  <a:cubicBezTo>
                    <a:pt x="8399" y="7718"/>
                    <a:pt x="7937" y="8095"/>
                    <a:pt x="7806" y="8604"/>
                  </a:cubicBezTo>
                  <a:lnTo>
                    <a:pt x="6234" y="8604"/>
                  </a:lnTo>
                  <a:cubicBezTo>
                    <a:pt x="6127" y="8190"/>
                    <a:pt x="5800" y="7863"/>
                    <a:pt x="5386" y="7755"/>
                  </a:cubicBezTo>
                  <a:lnTo>
                    <a:pt x="5386" y="7090"/>
                  </a:lnTo>
                  <a:cubicBezTo>
                    <a:pt x="6023" y="7012"/>
                    <a:pt x="6612" y="6680"/>
                    <a:pt x="7102" y="6121"/>
                  </a:cubicBezTo>
                  <a:cubicBezTo>
                    <a:pt x="7517" y="5648"/>
                    <a:pt x="7717" y="5174"/>
                    <a:pt x="7725" y="5154"/>
                  </a:cubicBezTo>
                  <a:lnTo>
                    <a:pt x="7773" y="5040"/>
                  </a:lnTo>
                  <a:lnTo>
                    <a:pt x="7725" y="4926"/>
                  </a:lnTo>
                  <a:cubicBezTo>
                    <a:pt x="7717" y="4906"/>
                    <a:pt x="7517" y="4434"/>
                    <a:pt x="7102" y="3960"/>
                  </a:cubicBezTo>
                  <a:cubicBezTo>
                    <a:pt x="6612" y="3400"/>
                    <a:pt x="6023" y="3070"/>
                    <a:pt x="5386" y="2992"/>
                  </a:cubicBezTo>
                  <a:lnTo>
                    <a:pt x="5386" y="2326"/>
                  </a:lnTo>
                  <a:cubicBezTo>
                    <a:pt x="5800" y="2218"/>
                    <a:pt x="6127" y="1891"/>
                    <a:pt x="6234" y="1477"/>
                  </a:cubicBezTo>
                  <a:lnTo>
                    <a:pt x="7806" y="1477"/>
                  </a:lnTo>
                  <a:cubicBezTo>
                    <a:pt x="7936" y="1986"/>
                    <a:pt x="8400" y="2363"/>
                    <a:pt x="8948" y="2363"/>
                  </a:cubicBezTo>
                  <a:cubicBezTo>
                    <a:pt x="8967" y="2363"/>
                    <a:pt x="8985" y="2363"/>
                    <a:pt x="9004" y="2362"/>
                  </a:cubicBezTo>
                  <a:cubicBezTo>
                    <a:pt x="9609" y="2334"/>
                    <a:pt x="10100" y="1844"/>
                    <a:pt x="10128" y="1238"/>
                  </a:cubicBezTo>
                  <a:cubicBezTo>
                    <a:pt x="10160" y="561"/>
                    <a:pt x="9619" y="1"/>
                    <a:pt x="8949" y="1"/>
                  </a:cubicBezTo>
                  <a:cubicBezTo>
                    <a:pt x="8399" y="1"/>
                    <a:pt x="7936" y="378"/>
                    <a:pt x="7806" y="887"/>
                  </a:cubicBezTo>
                  <a:lnTo>
                    <a:pt x="6215" y="887"/>
                  </a:lnTo>
                  <a:cubicBezTo>
                    <a:pt x="6083" y="378"/>
                    <a:pt x="5620" y="1"/>
                    <a:pt x="5071" y="1"/>
                  </a:cubicBezTo>
                  <a:cubicBezTo>
                    <a:pt x="4522" y="1"/>
                    <a:pt x="4059" y="378"/>
                    <a:pt x="3927" y="887"/>
                  </a:cubicBezTo>
                  <a:lnTo>
                    <a:pt x="2356" y="887"/>
                  </a:lnTo>
                  <a:cubicBezTo>
                    <a:pt x="2225" y="378"/>
                    <a:pt x="1762" y="1"/>
                    <a:pt x="1213"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 name="Google Shape;1015;p68"/>
          <p:cNvGrpSpPr/>
          <p:nvPr/>
        </p:nvGrpSpPr>
        <p:grpSpPr>
          <a:xfrm>
            <a:off x="1843233" y="1480883"/>
            <a:ext cx="335782" cy="380344"/>
            <a:chOff x="3997258" y="2173496"/>
            <a:chExt cx="335782" cy="380344"/>
          </a:xfrm>
        </p:grpSpPr>
        <p:sp>
          <p:nvSpPr>
            <p:cNvPr id="1016" name="Google Shape;1016;p68"/>
            <p:cNvSpPr/>
            <p:nvPr/>
          </p:nvSpPr>
          <p:spPr>
            <a:xfrm>
              <a:off x="3997258" y="2173496"/>
              <a:ext cx="335782" cy="380344"/>
            </a:xfrm>
            <a:custGeom>
              <a:rect b="b" l="l" r="r" t="t"/>
              <a:pathLst>
                <a:path extrusionOk="0" h="10080" w="8899">
                  <a:moveTo>
                    <a:pt x="4449" y="590"/>
                  </a:moveTo>
                  <a:cubicBezTo>
                    <a:pt x="6007" y="590"/>
                    <a:pt x="7274" y="1858"/>
                    <a:pt x="7274" y="3416"/>
                  </a:cubicBezTo>
                  <a:cubicBezTo>
                    <a:pt x="7274" y="4973"/>
                    <a:pt x="6007" y="6241"/>
                    <a:pt x="4449" y="6241"/>
                  </a:cubicBezTo>
                  <a:cubicBezTo>
                    <a:pt x="2891" y="6241"/>
                    <a:pt x="1624" y="4973"/>
                    <a:pt x="1624" y="3416"/>
                  </a:cubicBezTo>
                  <a:cubicBezTo>
                    <a:pt x="1624" y="1858"/>
                    <a:pt x="2891" y="590"/>
                    <a:pt x="4449" y="590"/>
                  </a:cubicBezTo>
                  <a:close/>
                  <a:moveTo>
                    <a:pt x="1771" y="8309"/>
                  </a:moveTo>
                  <a:lnTo>
                    <a:pt x="1771" y="9489"/>
                  </a:lnTo>
                  <a:lnTo>
                    <a:pt x="591" y="9489"/>
                  </a:lnTo>
                  <a:lnTo>
                    <a:pt x="591" y="8309"/>
                  </a:lnTo>
                  <a:close/>
                  <a:moveTo>
                    <a:pt x="5040" y="8309"/>
                  </a:moveTo>
                  <a:lnTo>
                    <a:pt x="5040" y="9489"/>
                  </a:lnTo>
                  <a:lnTo>
                    <a:pt x="3859" y="9489"/>
                  </a:lnTo>
                  <a:lnTo>
                    <a:pt x="3859" y="8309"/>
                  </a:lnTo>
                  <a:close/>
                  <a:moveTo>
                    <a:pt x="8308" y="8309"/>
                  </a:moveTo>
                  <a:lnTo>
                    <a:pt x="8308" y="9489"/>
                  </a:lnTo>
                  <a:lnTo>
                    <a:pt x="7126" y="9489"/>
                  </a:lnTo>
                  <a:lnTo>
                    <a:pt x="7126" y="8309"/>
                  </a:lnTo>
                  <a:close/>
                  <a:moveTo>
                    <a:pt x="4449" y="1"/>
                  </a:moveTo>
                  <a:cubicBezTo>
                    <a:pt x="2565" y="1"/>
                    <a:pt x="1034" y="1532"/>
                    <a:pt x="1034" y="3416"/>
                  </a:cubicBezTo>
                  <a:cubicBezTo>
                    <a:pt x="1034" y="5200"/>
                    <a:pt x="2408" y="6668"/>
                    <a:pt x="4154" y="6819"/>
                  </a:cubicBezTo>
                  <a:lnTo>
                    <a:pt x="4154" y="7718"/>
                  </a:lnTo>
                  <a:lnTo>
                    <a:pt x="3268" y="7718"/>
                  </a:lnTo>
                  <a:lnTo>
                    <a:pt x="3268" y="8604"/>
                  </a:lnTo>
                  <a:lnTo>
                    <a:pt x="2362" y="8604"/>
                  </a:lnTo>
                  <a:lnTo>
                    <a:pt x="2362" y="7718"/>
                  </a:lnTo>
                  <a:lnTo>
                    <a:pt x="0" y="7718"/>
                  </a:lnTo>
                  <a:lnTo>
                    <a:pt x="0" y="10080"/>
                  </a:lnTo>
                  <a:lnTo>
                    <a:pt x="2362" y="10080"/>
                  </a:lnTo>
                  <a:lnTo>
                    <a:pt x="2362" y="9194"/>
                  </a:lnTo>
                  <a:lnTo>
                    <a:pt x="3268" y="9194"/>
                  </a:lnTo>
                  <a:lnTo>
                    <a:pt x="3268" y="10080"/>
                  </a:lnTo>
                  <a:lnTo>
                    <a:pt x="5630" y="10080"/>
                  </a:lnTo>
                  <a:lnTo>
                    <a:pt x="5630" y="9194"/>
                  </a:lnTo>
                  <a:lnTo>
                    <a:pt x="6536" y="9194"/>
                  </a:lnTo>
                  <a:lnTo>
                    <a:pt x="6536" y="10080"/>
                  </a:lnTo>
                  <a:lnTo>
                    <a:pt x="8898" y="10080"/>
                  </a:lnTo>
                  <a:lnTo>
                    <a:pt x="8898" y="7718"/>
                  </a:lnTo>
                  <a:lnTo>
                    <a:pt x="6536" y="7718"/>
                  </a:lnTo>
                  <a:lnTo>
                    <a:pt x="6536" y="8604"/>
                  </a:lnTo>
                  <a:lnTo>
                    <a:pt x="5631" y="8604"/>
                  </a:lnTo>
                  <a:lnTo>
                    <a:pt x="5631" y="7718"/>
                  </a:lnTo>
                  <a:lnTo>
                    <a:pt x="4745" y="7718"/>
                  </a:lnTo>
                  <a:lnTo>
                    <a:pt x="4745" y="6819"/>
                  </a:lnTo>
                  <a:cubicBezTo>
                    <a:pt x="6490" y="6668"/>
                    <a:pt x="7865" y="5200"/>
                    <a:pt x="7865" y="3416"/>
                  </a:cubicBezTo>
                  <a:cubicBezTo>
                    <a:pt x="7865" y="1532"/>
                    <a:pt x="6332" y="1"/>
                    <a:pt x="4449"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68"/>
            <p:cNvSpPr/>
            <p:nvPr/>
          </p:nvSpPr>
          <p:spPr>
            <a:xfrm>
              <a:off x="4080421" y="2218058"/>
              <a:ext cx="169381" cy="168664"/>
            </a:xfrm>
            <a:custGeom>
              <a:rect b="b" l="l" r="r" t="t"/>
              <a:pathLst>
                <a:path extrusionOk="0" h="4470" w="4489">
                  <a:moveTo>
                    <a:pt x="2245" y="1182"/>
                  </a:moveTo>
                  <a:cubicBezTo>
                    <a:pt x="2825" y="1182"/>
                    <a:pt x="3298" y="1654"/>
                    <a:pt x="3298" y="2235"/>
                  </a:cubicBezTo>
                  <a:cubicBezTo>
                    <a:pt x="3298" y="2815"/>
                    <a:pt x="2825" y="3288"/>
                    <a:pt x="2245" y="3288"/>
                  </a:cubicBezTo>
                  <a:cubicBezTo>
                    <a:pt x="1664" y="3288"/>
                    <a:pt x="1191" y="2815"/>
                    <a:pt x="1191" y="2235"/>
                  </a:cubicBezTo>
                  <a:cubicBezTo>
                    <a:pt x="1191" y="1654"/>
                    <a:pt x="1664" y="1182"/>
                    <a:pt x="2245" y="1182"/>
                  </a:cubicBezTo>
                  <a:close/>
                  <a:moveTo>
                    <a:pt x="1950" y="0"/>
                  </a:moveTo>
                  <a:lnTo>
                    <a:pt x="1950" y="628"/>
                  </a:lnTo>
                  <a:cubicBezTo>
                    <a:pt x="1715" y="671"/>
                    <a:pt x="1497" y="763"/>
                    <a:pt x="1308" y="894"/>
                  </a:cubicBezTo>
                  <a:lnTo>
                    <a:pt x="869" y="456"/>
                  </a:lnTo>
                  <a:lnTo>
                    <a:pt x="449" y="874"/>
                  </a:lnTo>
                  <a:lnTo>
                    <a:pt x="888" y="1311"/>
                  </a:lnTo>
                  <a:cubicBezTo>
                    <a:pt x="757" y="1499"/>
                    <a:pt x="664" y="1715"/>
                    <a:pt x="622" y="1949"/>
                  </a:cubicBezTo>
                  <a:lnTo>
                    <a:pt x="1" y="1949"/>
                  </a:lnTo>
                  <a:lnTo>
                    <a:pt x="1" y="2540"/>
                  </a:lnTo>
                  <a:lnTo>
                    <a:pt x="628" y="2540"/>
                  </a:lnTo>
                  <a:cubicBezTo>
                    <a:pt x="670" y="2772"/>
                    <a:pt x="763" y="2988"/>
                    <a:pt x="893" y="3175"/>
                  </a:cubicBezTo>
                  <a:lnTo>
                    <a:pt x="456" y="3611"/>
                  </a:lnTo>
                  <a:lnTo>
                    <a:pt x="874" y="4026"/>
                  </a:lnTo>
                  <a:lnTo>
                    <a:pt x="1311" y="3591"/>
                  </a:lnTo>
                  <a:cubicBezTo>
                    <a:pt x="1499" y="3721"/>
                    <a:pt x="1716" y="3812"/>
                    <a:pt x="1950" y="3854"/>
                  </a:cubicBezTo>
                  <a:lnTo>
                    <a:pt x="1950" y="4469"/>
                  </a:lnTo>
                  <a:lnTo>
                    <a:pt x="2541" y="4469"/>
                  </a:lnTo>
                  <a:lnTo>
                    <a:pt x="2541" y="3862"/>
                  </a:lnTo>
                  <a:cubicBezTo>
                    <a:pt x="2775" y="3819"/>
                    <a:pt x="2993" y="3727"/>
                    <a:pt x="3182" y="3596"/>
                  </a:cubicBezTo>
                  <a:lnTo>
                    <a:pt x="3622" y="4034"/>
                  </a:lnTo>
                  <a:lnTo>
                    <a:pt x="4042" y="3616"/>
                  </a:lnTo>
                  <a:lnTo>
                    <a:pt x="3602" y="3178"/>
                  </a:lnTo>
                  <a:cubicBezTo>
                    <a:pt x="3734" y="2991"/>
                    <a:pt x="3825" y="2774"/>
                    <a:pt x="3869" y="2540"/>
                  </a:cubicBezTo>
                  <a:lnTo>
                    <a:pt x="4489" y="2540"/>
                  </a:lnTo>
                  <a:lnTo>
                    <a:pt x="4489" y="1949"/>
                  </a:lnTo>
                  <a:lnTo>
                    <a:pt x="3861" y="1949"/>
                  </a:lnTo>
                  <a:cubicBezTo>
                    <a:pt x="3819" y="1714"/>
                    <a:pt x="3727" y="1497"/>
                    <a:pt x="3596" y="1307"/>
                  </a:cubicBezTo>
                  <a:lnTo>
                    <a:pt x="4034" y="868"/>
                  </a:lnTo>
                  <a:lnTo>
                    <a:pt x="3616" y="448"/>
                  </a:lnTo>
                  <a:lnTo>
                    <a:pt x="3179" y="888"/>
                  </a:lnTo>
                  <a:cubicBezTo>
                    <a:pt x="2991" y="756"/>
                    <a:pt x="2774" y="665"/>
                    <a:pt x="2541" y="621"/>
                  </a:cubicBezTo>
                  <a:lnTo>
                    <a:pt x="254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018" name="Google Shape;1018;p68"/>
          <p:cNvCxnSpPr>
            <a:stCxn id="994" idx="0"/>
            <a:endCxn id="1007" idx="4"/>
          </p:cNvCxnSpPr>
          <p:nvPr/>
        </p:nvCxnSpPr>
        <p:spPr>
          <a:xfrm rot="10800000">
            <a:off x="2012700" y="1985375"/>
            <a:ext cx="0" cy="345900"/>
          </a:xfrm>
          <a:prstGeom prst="straightConnector1">
            <a:avLst/>
          </a:prstGeom>
          <a:noFill/>
          <a:ln cap="flat" cmpd="sng" w="19050">
            <a:solidFill>
              <a:schemeClr val="accent5"/>
            </a:solidFill>
            <a:prstDash val="solid"/>
            <a:round/>
            <a:headEnd len="med" w="med" type="oval"/>
            <a:tailEnd len="med" w="med" type="none"/>
          </a:ln>
        </p:spPr>
      </p:cxnSp>
      <p:cxnSp>
        <p:nvCxnSpPr>
          <p:cNvPr id="1019" name="Google Shape;1019;p68"/>
          <p:cNvCxnSpPr>
            <a:stCxn id="995" idx="0"/>
            <a:endCxn id="1006" idx="4"/>
          </p:cNvCxnSpPr>
          <p:nvPr/>
        </p:nvCxnSpPr>
        <p:spPr>
          <a:xfrm rot="10800000">
            <a:off x="4571888" y="1985375"/>
            <a:ext cx="3000" cy="345900"/>
          </a:xfrm>
          <a:prstGeom prst="straightConnector1">
            <a:avLst/>
          </a:prstGeom>
          <a:noFill/>
          <a:ln cap="flat" cmpd="sng" w="19050">
            <a:solidFill>
              <a:schemeClr val="accent5"/>
            </a:solidFill>
            <a:prstDash val="solid"/>
            <a:round/>
            <a:headEnd len="med" w="med" type="oval"/>
            <a:tailEnd len="med" w="med" type="none"/>
          </a:ln>
        </p:spPr>
      </p:cxnSp>
      <p:cxnSp>
        <p:nvCxnSpPr>
          <p:cNvPr id="1020" name="Google Shape;1020;p68"/>
          <p:cNvCxnSpPr>
            <a:stCxn id="996" idx="0"/>
            <a:endCxn id="1005" idx="4"/>
          </p:cNvCxnSpPr>
          <p:nvPr/>
        </p:nvCxnSpPr>
        <p:spPr>
          <a:xfrm rot="10800000">
            <a:off x="7137088" y="1985375"/>
            <a:ext cx="0" cy="345900"/>
          </a:xfrm>
          <a:prstGeom prst="straightConnector1">
            <a:avLst/>
          </a:prstGeom>
          <a:noFill/>
          <a:ln cap="flat" cmpd="sng" w="19050">
            <a:solidFill>
              <a:schemeClr val="accent5"/>
            </a:solidFill>
            <a:prstDash val="solid"/>
            <a:round/>
            <a:headEnd len="med" w="med" type="oval"/>
            <a:tailEnd len="med" w="med" type="none"/>
          </a:ln>
        </p:spPr>
      </p:cxn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4" name="Shape 1024"/>
        <p:cNvGrpSpPr/>
        <p:nvPr/>
      </p:nvGrpSpPr>
      <p:grpSpPr>
        <a:xfrm>
          <a:off x="0" y="0"/>
          <a:ext cx="0" cy="0"/>
          <a:chOff x="0" y="0"/>
          <a:chExt cx="0" cy="0"/>
        </a:xfrm>
      </p:grpSpPr>
      <p:sp>
        <p:nvSpPr>
          <p:cNvPr id="1025" name="Google Shape;1025;p69"/>
          <p:cNvSpPr/>
          <p:nvPr/>
        </p:nvSpPr>
        <p:spPr>
          <a:xfrm>
            <a:off x="4614898" y="3633074"/>
            <a:ext cx="615600" cy="6156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9"/>
          <p:cNvSpPr/>
          <p:nvPr/>
        </p:nvSpPr>
        <p:spPr>
          <a:xfrm>
            <a:off x="4614898" y="2516249"/>
            <a:ext cx="615600" cy="6156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9"/>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ANOTHER INFOGRAPHIC</a:t>
            </a:r>
            <a:endParaRPr/>
          </a:p>
        </p:txBody>
      </p:sp>
      <p:sp>
        <p:nvSpPr>
          <p:cNvPr id="1028" name="Google Shape;1028;p69"/>
          <p:cNvSpPr/>
          <p:nvPr/>
        </p:nvSpPr>
        <p:spPr>
          <a:xfrm>
            <a:off x="720000" y="2246550"/>
            <a:ext cx="1155000" cy="11550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9"/>
          <p:cNvSpPr txBox="1"/>
          <p:nvPr>
            <p:ph idx="4294967295" type="subTitle"/>
          </p:nvPr>
        </p:nvSpPr>
        <p:spPr>
          <a:xfrm>
            <a:off x="6420275" y="2827613"/>
            <a:ext cx="2002500" cy="493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1030" name="Google Shape;1030;p69"/>
          <p:cNvSpPr txBox="1"/>
          <p:nvPr>
            <p:ph idx="4294967295" type="subTitle"/>
          </p:nvPr>
        </p:nvSpPr>
        <p:spPr>
          <a:xfrm>
            <a:off x="6420275" y="4025450"/>
            <a:ext cx="2003700" cy="492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031" name="Google Shape;1031;p69"/>
          <p:cNvSpPr txBox="1"/>
          <p:nvPr/>
        </p:nvSpPr>
        <p:spPr>
          <a:xfrm>
            <a:off x="6420275" y="3611213"/>
            <a:ext cx="1313400" cy="492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2000">
                <a:solidFill>
                  <a:schemeClr val="lt1"/>
                </a:solidFill>
                <a:latin typeface="Montserrat ExtraBold"/>
                <a:ea typeface="Montserrat ExtraBold"/>
                <a:cs typeface="Montserrat ExtraBold"/>
                <a:sym typeface="Montserrat ExtraBold"/>
              </a:rPr>
              <a:t>VENUS</a:t>
            </a:r>
            <a:endParaRPr sz="2000">
              <a:solidFill>
                <a:schemeClr val="lt1"/>
              </a:solidFill>
              <a:latin typeface="Montserrat ExtraBold"/>
              <a:ea typeface="Montserrat ExtraBold"/>
              <a:cs typeface="Montserrat ExtraBold"/>
              <a:sym typeface="Montserrat ExtraBold"/>
            </a:endParaRPr>
          </a:p>
        </p:txBody>
      </p:sp>
      <p:sp>
        <p:nvSpPr>
          <p:cNvPr id="1032" name="Google Shape;1032;p69"/>
          <p:cNvSpPr txBox="1"/>
          <p:nvPr/>
        </p:nvSpPr>
        <p:spPr>
          <a:xfrm>
            <a:off x="6420275" y="2423925"/>
            <a:ext cx="1316700" cy="492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2000">
                <a:solidFill>
                  <a:schemeClr val="lt1"/>
                </a:solidFill>
                <a:latin typeface="Montserrat ExtraBold"/>
                <a:ea typeface="Montserrat ExtraBold"/>
                <a:cs typeface="Montserrat ExtraBold"/>
                <a:sym typeface="Montserrat ExtraBold"/>
              </a:rPr>
              <a:t>MARS</a:t>
            </a:r>
            <a:endParaRPr sz="2000">
              <a:solidFill>
                <a:schemeClr val="lt1"/>
              </a:solidFill>
              <a:latin typeface="Montserrat ExtraBold"/>
              <a:ea typeface="Montserrat ExtraBold"/>
              <a:cs typeface="Montserrat ExtraBold"/>
              <a:sym typeface="Montserrat ExtraBold"/>
            </a:endParaRPr>
          </a:p>
        </p:txBody>
      </p:sp>
      <p:sp>
        <p:nvSpPr>
          <p:cNvPr id="1033" name="Google Shape;1033;p69"/>
          <p:cNvSpPr txBox="1"/>
          <p:nvPr>
            <p:ph idx="4294967295" type="subTitle"/>
          </p:nvPr>
        </p:nvSpPr>
        <p:spPr>
          <a:xfrm>
            <a:off x="6420275" y="1629788"/>
            <a:ext cx="2002500" cy="493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1034" name="Google Shape;1034;p69"/>
          <p:cNvSpPr txBox="1"/>
          <p:nvPr/>
        </p:nvSpPr>
        <p:spPr>
          <a:xfrm>
            <a:off x="6420275" y="1204500"/>
            <a:ext cx="1316700" cy="492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2000">
                <a:solidFill>
                  <a:schemeClr val="lt1"/>
                </a:solidFill>
                <a:latin typeface="Montserrat ExtraBold"/>
                <a:ea typeface="Montserrat ExtraBold"/>
                <a:cs typeface="Montserrat ExtraBold"/>
                <a:sym typeface="Montserrat ExtraBold"/>
              </a:rPr>
              <a:t>SATURN</a:t>
            </a:r>
            <a:endParaRPr sz="2000">
              <a:solidFill>
                <a:schemeClr val="lt1"/>
              </a:solidFill>
              <a:latin typeface="Montserrat ExtraBold"/>
              <a:ea typeface="Montserrat ExtraBold"/>
              <a:cs typeface="Montserrat ExtraBold"/>
              <a:sym typeface="Montserrat ExtraBold"/>
            </a:endParaRPr>
          </a:p>
        </p:txBody>
      </p:sp>
      <p:sp>
        <p:nvSpPr>
          <p:cNvPr id="1035" name="Google Shape;1035;p69"/>
          <p:cNvSpPr/>
          <p:nvPr/>
        </p:nvSpPr>
        <p:spPr>
          <a:xfrm>
            <a:off x="4614898" y="1348574"/>
            <a:ext cx="615600" cy="6156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9"/>
          <p:cNvSpPr txBox="1"/>
          <p:nvPr/>
        </p:nvSpPr>
        <p:spPr>
          <a:xfrm>
            <a:off x="4706088" y="1457625"/>
            <a:ext cx="499800" cy="397500"/>
          </a:xfrm>
          <a:prstGeom prst="rect">
            <a:avLst/>
          </a:prstGeom>
          <a:noFill/>
          <a:ln>
            <a:noFill/>
          </a:ln>
        </p:spPr>
        <p:txBody>
          <a:bodyPr anchorCtr="0" anchor="ctr" bIns="0" lIns="0" spcFirstLastPara="1" rIns="91425" wrap="square" tIns="0">
            <a:noAutofit/>
          </a:bodyPr>
          <a:lstStyle/>
          <a:p>
            <a:pPr indent="0" lvl="0" marL="0" rtl="0" algn="ctr">
              <a:spcBef>
                <a:spcPts val="0"/>
              </a:spcBef>
              <a:spcAft>
                <a:spcPts val="0"/>
              </a:spcAft>
              <a:buNone/>
            </a:pPr>
            <a:r>
              <a:rPr lang="en" sz="2000">
                <a:solidFill>
                  <a:schemeClr val="accent2"/>
                </a:solidFill>
                <a:latin typeface="Montserrat ExtraBold"/>
                <a:ea typeface="Montserrat ExtraBold"/>
                <a:cs typeface="Montserrat ExtraBold"/>
                <a:sym typeface="Montserrat ExtraBold"/>
              </a:rPr>
              <a:t>01</a:t>
            </a:r>
            <a:endParaRPr sz="2000">
              <a:solidFill>
                <a:schemeClr val="accent2"/>
              </a:solidFill>
              <a:latin typeface="Montserrat ExtraBold"/>
              <a:ea typeface="Montserrat ExtraBold"/>
              <a:cs typeface="Montserrat ExtraBold"/>
              <a:sym typeface="Montserrat ExtraBold"/>
            </a:endParaRPr>
          </a:p>
        </p:txBody>
      </p:sp>
      <p:sp>
        <p:nvSpPr>
          <p:cNvPr id="1037" name="Google Shape;1037;p69"/>
          <p:cNvSpPr txBox="1"/>
          <p:nvPr/>
        </p:nvSpPr>
        <p:spPr>
          <a:xfrm>
            <a:off x="4706088" y="2625225"/>
            <a:ext cx="499800" cy="397500"/>
          </a:xfrm>
          <a:prstGeom prst="rect">
            <a:avLst/>
          </a:prstGeom>
          <a:noFill/>
          <a:ln>
            <a:noFill/>
          </a:ln>
        </p:spPr>
        <p:txBody>
          <a:bodyPr anchorCtr="0" anchor="ctr" bIns="0" lIns="0" spcFirstLastPara="1" rIns="91425" wrap="square" tIns="0">
            <a:noAutofit/>
          </a:bodyPr>
          <a:lstStyle/>
          <a:p>
            <a:pPr indent="0" lvl="0" marL="0" rtl="0" algn="ctr">
              <a:spcBef>
                <a:spcPts val="0"/>
              </a:spcBef>
              <a:spcAft>
                <a:spcPts val="0"/>
              </a:spcAft>
              <a:buNone/>
            </a:pPr>
            <a:r>
              <a:rPr lang="en" sz="2000">
                <a:solidFill>
                  <a:schemeClr val="accent2"/>
                </a:solidFill>
                <a:latin typeface="Montserrat ExtraBold"/>
                <a:ea typeface="Montserrat ExtraBold"/>
                <a:cs typeface="Montserrat ExtraBold"/>
                <a:sym typeface="Montserrat ExtraBold"/>
              </a:rPr>
              <a:t>02</a:t>
            </a:r>
            <a:endParaRPr sz="2000">
              <a:solidFill>
                <a:schemeClr val="accent2"/>
              </a:solidFill>
              <a:latin typeface="Montserrat ExtraBold"/>
              <a:ea typeface="Montserrat ExtraBold"/>
              <a:cs typeface="Montserrat ExtraBold"/>
              <a:sym typeface="Montserrat ExtraBold"/>
            </a:endParaRPr>
          </a:p>
        </p:txBody>
      </p:sp>
      <p:sp>
        <p:nvSpPr>
          <p:cNvPr id="1038" name="Google Shape;1038;p69"/>
          <p:cNvSpPr txBox="1"/>
          <p:nvPr/>
        </p:nvSpPr>
        <p:spPr>
          <a:xfrm>
            <a:off x="4706088" y="3742125"/>
            <a:ext cx="499800" cy="397500"/>
          </a:xfrm>
          <a:prstGeom prst="rect">
            <a:avLst/>
          </a:prstGeom>
          <a:noFill/>
          <a:ln>
            <a:noFill/>
          </a:ln>
        </p:spPr>
        <p:txBody>
          <a:bodyPr anchorCtr="0" anchor="ctr" bIns="0" lIns="0" spcFirstLastPara="1" rIns="91425" wrap="square" tIns="0">
            <a:noAutofit/>
          </a:bodyPr>
          <a:lstStyle/>
          <a:p>
            <a:pPr indent="0" lvl="0" marL="0" rtl="0" algn="ctr">
              <a:spcBef>
                <a:spcPts val="0"/>
              </a:spcBef>
              <a:spcAft>
                <a:spcPts val="0"/>
              </a:spcAft>
              <a:buNone/>
            </a:pPr>
            <a:r>
              <a:rPr lang="en" sz="2000">
                <a:solidFill>
                  <a:schemeClr val="accent2"/>
                </a:solidFill>
                <a:latin typeface="Montserrat ExtraBold"/>
                <a:ea typeface="Montserrat ExtraBold"/>
                <a:cs typeface="Montserrat ExtraBold"/>
                <a:sym typeface="Montserrat ExtraBold"/>
              </a:rPr>
              <a:t>03</a:t>
            </a:r>
            <a:endParaRPr sz="2000">
              <a:solidFill>
                <a:schemeClr val="accent2"/>
              </a:solidFill>
              <a:latin typeface="Montserrat ExtraBold"/>
              <a:ea typeface="Montserrat ExtraBold"/>
              <a:cs typeface="Montserrat ExtraBold"/>
              <a:sym typeface="Montserrat ExtraBold"/>
            </a:endParaRPr>
          </a:p>
        </p:txBody>
      </p:sp>
      <p:sp>
        <p:nvSpPr>
          <p:cNvPr id="1039" name="Google Shape;1039;p69"/>
          <p:cNvSpPr/>
          <p:nvPr/>
        </p:nvSpPr>
        <p:spPr>
          <a:xfrm>
            <a:off x="2809523" y="3633074"/>
            <a:ext cx="615600" cy="6156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69"/>
          <p:cNvSpPr/>
          <p:nvPr/>
        </p:nvSpPr>
        <p:spPr>
          <a:xfrm>
            <a:off x="2809523" y="2516249"/>
            <a:ext cx="615600" cy="6156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69"/>
          <p:cNvSpPr/>
          <p:nvPr/>
        </p:nvSpPr>
        <p:spPr>
          <a:xfrm>
            <a:off x="2809523" y="1348574"/>
            <a:ext cx="615600" cy="615600"/>
          </a:xfrm>
          <a:prstGeom prst="ellipse">
            <a:avLst/>
          </a:prstGeom>
          <a:gradFill>
            <a:gsLst>
              <a:gs pos="0">
                <a:schemeClr val="accent1"/>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 name="Google Shape;1042;p69"/>
          <p:cNvGrpSpPr/>
          <p:nvPr/>
        </p:nvGrpSpPr>
        <p:grpSpPr>
          <a:xfrm>
            <a:off x="2949577" y="3772917"/>
            <a:ext cx="335843" cy="335839"/>
            <a:chOff x="3161219" y="1571926"/>
            <a:chExt cx="380344" cy="380381"/>
          </a:xfrm>
        </p:grpSpPr>
        <p:sp>
          <p:nvSpPr>
            <p:cNvPr id="1043" name="Google Shape;1043;p69"/>
            <p:cNvSpPr/>
            <p:nvPr/>
          </p:nvSpPr>
          <p:spPr>
            <a:xfrm>
              <a:off x="3283774" y="1683313"/>
              <a:ext cx="135233" cy="157533"/>
            </a:xfrm>
            <a:custGeom>
              <a:rect b="b" l="l" r="r" t="t"/>
              <a:pathLst>
                <a:path extrusionOk="0" h="4175" w="3584">
                  <a:moveTo>
                    <a:pt x="1497" y="628"/>
                  </a:moveTo>
                  <a:lnTo>
                    <a:pt x="1497" y="3547"/>
                  </a:lnTo>
                  <a:cubicBezTo>
                    <a:pt x="977" y="3415"/>
                    <a:pt x="591" y="2944"/>
                    <a:pt x="591" y="2383"/>
                  </a:cubicBezTo>
                  <a:lnTo>
                    <a:pt x="591" y="1793"/>
                  </a:lnTo>
                  <a:cubicBezTo>
                    <a:pt x="591" y="1232"/>
                    <a:pt x="977" y="760"/>
                    <a:pt x="1497" y="628"/>
                  </a:cubicBezTo>
                  <a:close/>
                  <a:moveTo>
                    <a:pt x="2087" y="628"/>
                  </a:moveTo>
                  <a:cubicBezTo>
                    <a:pt x="2607" y="760"/>
                    <a:pt x="2993" y="1232"/>
                    <a:pt x="2993" y="1793"/>
                  </a:cubicBezTo>
                  <a:lnTo>
                    <a:pt x="2993" y="2382"/>
                  </a:lnTo>
                  <a:cubicBezTo>
                    <a:pt x="2993" y="2944"/>
                    <a:pt x="2607" y="3415"/>
                    <a:pt x="2087" y="3547"/>
                  </a:cubicBezTo>
                  <a:lnTo>
                    <a:pt x="2087" y="628"/>
                  </a:lnTo>
                  <a:close/>
                  <a:moveTo>
                    <a:pt x="1792" y="1"/>
                  </a:moveTo>
                  <a:cubicBezTo>
                    <a:pt x="804" y="1"/>
                    <a:pt x="0" y="804"/>
                    <a:pt x="0" y="1793"/>
                  </a:cubicBezTo>
                  <a:lnTo>
                    <a:pt x="0" y="2383"/>
                  </a:lnTo>
                  <a:cubicBezTo>
                    <a:pt x="0" y="3371"/>
                    <a:pt x="804" y="4175"/>
                    <a:pt x="1792" y="4175"/>
                  </a:cubicBezTo>
                  <a:cubicBezTo>
                    <a:pt x="2780" y="4175"/>
                    <a:pt x="3584" y="3371"/>
                    <a:pt x="3584" y="2383"/>
                  </a:cubicBezTo>
                  <a:lnTo>
                    <a:pt x="3584" y="1793"/>
                  </a:lnTo>
                  <a:cubicBezTo>
                    <a:pt x="3584" y="804"/>
                    <a:pt x="2780" y="1"/>
                    <a:pt x="1792"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9"/>
            <p:cNvSpPr/>
            <p:nvPr/>
          </p:nvSpPr>
          <p:spPr>
            <a:xfrm>
              <a:off x="3161219" y="1571926"/>
              <a:ext cx="380344" cy="380381"/>
            </a:xfrm>
            <a:custGeom>
              <a:rect b="b" l="l" r="r" t="t"/>
              <a:pathLst>
                <a:path extrusionOk="0" h="10081" w="10080">
                  <a:moveTo>
                    <a:pt x="7718" y="2362"/>
                  </a:moveTo>
                  <a:lnTo>
                    <a:pt x="7718" y="7717"/>
                  </a:lnTo>
                  <a:lnTo>
                    <a:pt x="2362" y="7717"/>
                  </a:lnTo>
                  <a:lnTo>
                    <a:pt x="2362" y="2362"/>
                  </a:lnTo>
                  <a:close/>
                  <a:moveTo>
                    <a:pt x="2362" y="0"/>
                  </a:moveTo>
                  <a:lnTo>
                    <a:pt x="2362" y="1771"/>
                  </a:lnTo>
                  <a:lnTo>
                    <a:pt x="1773" y="1771"/>
                  </a:lnTo>
                  <a:lnTo>
                    <a:pt x="1773" y="2362"/>
                  </a:lnTo>
                  <a:lnTo>
                    <a:pt x="1" y="2362"/>
                  </a:lnTo>
                  <a:lnTo>
                    <a:pt x="1" y="2953"/>
                  </a:lnTo>
                  <a:lnTo>
                    <a:pt x="1773" y="2953"/>
                  </a:lnTo>
                  <a:lnTo>
                    <a:pt x="1773" y="3563"/>
                  </a:lnTo>
                  <a:lnTo>
                    <a:pt x="1" y="3563"/>
                  </a:lnTo>
                  <a:lnTo>
                    <a:pt x="1" y="4134"/>
                  </a:lnTo>
                  <a:lnTo>
                    <a:pt x="1773" y="4134"/>
                  </a:lnTo>
                  <a:lnTo>
                    <a:pt x="1773" y="4745"/>
                  </a:lnTo>
                  <a:lnTo>
                    <a:pt x="1" y="4745"/>
                  </a:lnTo>
                  <a:lnTo>
                    <a:pt x="1" y="5335"/>
                  </a:lnTo>
                  <a:lnTo>
                    <a:pt x="1773" y="5335"/>
                  </a:lnTo>
                  <a:lnTo>
                    <a:pt x="1773" y="5945"/>
                  </a:lnTo>
                  <a:lnTo>
                    <a:pt x="1" y="5945"/>
                  </a:lnTo>
                  <a:lnTo>
                    <a:pt x="1" y="6516"/>
                  </a:lnTo>
                  <a:lnTo>
                    <a:pt x="1773" y="6516"/>
                  </a:lnTo>
                  <a:lnTo>
                    <a:pt x="1773" y="7127"/>
                  </a:lnTo>
                  <a:lnTo>
                    <a:pt x="1" y="7127"/>
                  </a:lnTo>
                  <a:lnTo>
                    <a:pt x="1" y="7717"/>
                  </a:lnTo>
                  <a:lnTo>
                    <a:pt x="1773" y="7717"/>
                  </a:lnTo>
                  <a:lnTo>
                    <a:pt x="1773" y="8308"/>
                  </a:lnTo>
                  <a:lnTo>
                    <a:pt x="2362" y="8308"/>
                  </a:lnTo>
                  <a:lnTo>
                    <a:pt x="2362" y="10080"/>
                  </a:lnTo>
                  <a:lnTo>
                    <a:pt x="2953" y="10080"/>
                  </a:lnTo>
                  <a:lnTo>
                    <a:pt x="2953" y="8308"/>
                  </a:lnTo>
                  <a:lnTo>
                    <a:pt x="3564" y="8308"/>
                  </a:lnTo>
                  <a:lnTo>
                    <a:pt x="3564" y="10080"/>
                  </a:lnTo>
                  <a:lnTo>
                    <a:pt x="4154" y="10080"/>
                  </a:lnTo>
                  <a:lnTo>
                    <a:pt x="4154" y="8308"/>
                  </a:lnTo>
                  <a:lnTo>
                    <a:pt x="4745" y="8308"/>
                  </a:lnTo>
                  <a:lnTo>
                    <a:pt x="4745" y="10080"/>
                  </a:lnTo>
                  <a:lnTo>
                    <a:pt x="5336" y="10080"/>
                  </a:lnTo>
                  <a:lnTo>
                    <a:pt x="5336" y="8308"/>
                  </a:lnTo>
                  <a:lnTo>
                    <a:pt x="5946" y="8308"/>
                  </a:lnTo>
                  <a:lnTo>
                    <a:pt x="5946" y="10080"/>
                  </a:lnTo>
                  <a:lnTo>
                    <a:pt x="6536" y="10080"/>
                  </a:lnTo>
                  <a:lnTo>
                    <a:pt x="6536" y="8308"/>
                  </a:lnTo>
                  <a:lnTo>
                    <a:pt x="7127" y="8308"/>
                  </a:lnTo>
                  <a:lnTo>
                    <a:pt x="7127" y="10080"/>
                  </a:lnTo>
                  <a:lnTo>
                    <a:pt x="7718" y="10080"/>
                  </a:lnTo>
                  <a:lnTo>
                    <a:pt x="7718" y="8308"/>
                  </a:lnTo>
                  <a:lnTo>
                    <a:pt x="8308" y="8308"/>
                  </a:lnTo>
                  <a:lnTo>
                    <a:pt x="8308" y="7717"/>
                  </a:lnTo>
                  <a:lnTo>
                    <a:pt x="10079" y="7717"/>
                  </a:lnTo>
                  <a:lnTo>
                    <a:pt x="10079" y="7127"/>
                  </a:lnTo>
                  <a:lnTo>
                    <a:pt x="8308" y="7127"/>
                  </a:lnTo>
                  <a:lnTo>
                    <a:pt x="8308" y="6516"/>
                  </a:lnTo>
                  <a:lnTo>
                    <a:pt x="10079" y="6516"/>
                  </a:lnTo>
                  <a:lnTo>
                    <a:pt x="10079" y="5945"/>
                  </a:lnTo>
                  <a:lnTo>
                    <a:pt x="8308" y="5945"/>
                  </a:lnTo>
                  <a:lnTo>
                    <a:pt x="8308" y="5335"/>
                  </a:lnTo>
                  <a:lnTo>
                    <a:pt x="10079" y="5335"/>
                  </a:lnTo>
                  <a:lnTo>
                    <a:pt x="10079" y="4745"/>
                  </a:lnTo>
                  <a:lnTo>
                    <a:pt x="8308" y="4745"/>
                  </a:lnTo>
                  <a:lnTo>
                    <a:pt x="8308" y="4134"/>
                  </a:lnTo>
                  <a:lnTo>
                    <a:pt x="10079" y="4134"/>
                  </a:lnTo>
                  <a:lnTo>
                    <a:pt x="10079" y="3563"/>
                  </a:lnTo>
                  <a:lnTo>
                    <a:pt x="8308" y="3563"/>
                  </a:lnTo>
                  <a:lnTo>
                    <a:pt x="8308" y="2953"/>
                  </a:lnTo>
                  <a:lnTo>
                    <a:pt x="10079" y="2953"/>
                  </a:lnTo>
                  <a:lnTo>
                    <a:pt x="10079" y="2362"/>
                  </a:lnTo>
                  <a:lnTo>
                    <a:pt x="8308" y="2362"/>
                  </a:lnTo>
                  <a:lnTo>
                    <a:pt x="8308" y="1771"/>
                  </a:lnTo>
                  <a:lnTo>
                    <a:pt x="7718" y="1771"/>
                  </a:lnTo>
                  <a:lnTo>
                    <a:pt x="7718" y="0"/>
                  </a:lnTo>
                  <a:lnTo>
                    <a:pt x="7127" y="0"/>
                  </a:lnTo>
                  <a:lnTo>
                    <a:pt x="7127" y="1771"/>
                  </a:lnTo>
                  <a:lnTo>
                    <a:pt x="6536" y="1771"/>
                  </a:lnTo>
                  <a:lnTo>
                    <a:pt x="6536" y="0"/>
                  </a:lnTo>
                  <a:lnTo>
                    <a:pt x="5946" y="0"/>
                  </a:lnTo>
                  <a:lnTo>
                    <a:pt x="5946" y="1771"/>
                  </a:lnTo>
                  <a:lnTo>
                    <a:pt x="5336" y="1771"/>
                  </a:lnTo>
                  <a:lnTo>
                    <a:pt x="5336" y="0"/>
                  </a:lnTo>
                  <a:lnTo>
                    <a:pt x="4745" y="0"/>
                  </a:lnTo>
                  <a:lnTo>
                    <a:pt x="4745" y="1771"/>
                  </a:lnTo>
                  <a:lnTo>
                    <a:pt x="4154" y="1771"/>
                  </a:lnTo>
                  <a:lnTo>
                    <a:pt x="4154" y="0"/>
                  </a:lnTo>
                  <a:lnTo>
                    <a:pt x="3564" y="0"/>
                  </a:lnTo>
                  <a:lnTo>
                    <a:pt x="3564" y="1771"/>
                  </a:lnTo>
                  <a:lnTo>
                    <a:pt x="2953" y="1771"/>
                  </a:lnTo>
                  <a:lnTo>
                    <a:pt x="2953"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 name="Google Shape;1045;p69"/>
          <p:cNvGrpSpPr/>
          <p:nvPr/>
        </p:nvGrpSpPr>
        <p:grpSpPr>
          <a:xfrm>
            <a:off x="989704" y="2552275"/>
            <a:ext cx="615609" cy="543462"/>
            <a:chOff x="6416139" y="2195758"/>
            <a:chExt cx="380381" cy="335782"/>
          </a:xfrm>
        </p:grpSpPr>
        <p:sp>
          <p:nvSpPr>
            <p:cNvPr id="1046" name="Google Shape;1046;p69"/>
            <p:cNvSpPr/>
            <p:nvPr/>
          </p:nvSpPr>
          <p:spPr>
            <a:xfrm>
              <a:off x="6416139" y="2195758"/>
              <a:ext cx="380381" cy="335782"/>
            </a:xfrm>
            <a:custGeom>
              <a:rect b="b" l="l" r="r" t="t"/>
              <a:pathLst>
                <a:path extrusionOk="0" h="8899" w="10081">
                  <a:moveTo>
                    <a:pt x="9490" y="591"/>
                  </a:moveTo>
                  <a:lnTo>
                    <a:pt x="9490" y="5946"/>
                  </a:lnTo>
                  <a:lnTo>
                    <a:pt x="591" y="5946"/>
                  </a:lnTo>
                  <a:lnTo>
                    <a:pt x="591" y="591"/>
                  </a:lnTo>
                  <a:close/>
                  <a:moveTo>
                    <a:pt x="9490" y="6537"/>
                  </a:moveTo>
                  <a:lnTo>
                    <a:pt x="9490" y="7128"/>
                  </a:lnTo>
                  <a:lnTo>
                    <a:pt x="591" y="7128"/>
                  </a:lnTo>
                  <a:lnTo>
                    <a:pt x="591" y="6537"/>
                  </a:lnTo>
                  <a:close/>
                  <a:moveTo>
                    <a:pt x="5631" y="7719"/>
                  </a:moveTo>
                  <a:lnTo>
                    <a:pt x="5631" y="8308"/>
                  </a:lnTo>
                  <a:lnTo>
                    <a:pt x="4450" y="8308"/>
                  </a:lnTo>
                  <a:lnTo>
                    <a:pt x="4450" y="7719"/>
                  </a:lnTo>
                  <a:close/>
                  <a:moveTo>
                    <a:pt x="1" y="0"/>
                  </a:moveTo>
                  <a:lnTo>
                    <a:pt x="1" y="7719"/>
                  </a:lnTo>
                  <a:lnTo>
                    <a:pt x="3859" y="7719"/>
                  </a:lnTo>
                  <a:lnTo>
                    <a:pt x="3859" y="8308"/>
                  </a:lnTo>
                  <a:lnTo>
                    <a:pt x="1182" y="8308"/>
                  </a:lnTo>
                  <a:lnTo>
                    <a:pt x="1182" y="8899"/>
                  </a:lnTo>
                  <a:lnTo>
                    <a:pt x="8899" y="8899"/>
                  </a:lnTo>
                  <a:lnTo>
                    <a:pt x="8899" y="8308"/>
                  </a:lnTo>
                  <a:lnTo>
                    <a:pt x="6222" y="8308"/>
                  </a:lnTo>
                  <a:lnTo>
                    <a:pt x="6222" y="7719"/>
                  </a:lnTo>
                  <a:lnTo>
                    <a:pt x="10080" y="7719"/>
                  </a:lnTo>
                  <a:lnTo>
                    <a:pt x="10080"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9"/>
            <p:cNvSpPr/>
            <p:nvPr/>
          </p:nvSpPr>
          <p:spPr>
            <a:xfrm>
              <a:off x="6549863" y="2240320"/>
              <a:ext cx="112971" cy="157533"/>
            </a:xfrm>
            <a:custGeom>
              <a:rect b="b" l="l" r="r" t="t"/>
              <a:pathLst>
                <a:path extrusionOk="0" h="4175" w="2994">
                  <a:moveTo>
                    <a:pt x="1496" y="592"/>
                  </a:moveTo>
                  <a:cubicBezTo>
                    <a:pt x="1822" y="592"/>
                    <a:pt x="2087" y="856"/>
                    <a:pt x="2087" y="1182"/>
                  </a:cubicBezTo>
                  <a:cubicBezTo>
                    <a:pt x="2087" y="1508"/>
                    <a:pt x="1822" y="1773"/>
                    <a:pt x="1496" y="1773"/>
                  </a:cubicBezTo>
                  <a:cubicBezTo>
                    <a:pt x="1172" y="1773"/>
                    <a:pt x="906" y="1508"/>
                    <a:pt x="906" y="1182"/>
                  </a:cubicBezTo>
                  <a:cubicBezTo>
                    <a:pt x="906" y="856"/>
                    <a:pt x="1172" y="592"/>
                    <a:pt x="1496" y="592"/>
                  </a:cubicBezTo>
                  <a:close/>
                  <a:moveTo>
                    <a:pt x="1496" y="2364"/>
                  </a:moveTo>
                  <a:cubicBezTo>
                    <a:pt x="1996" y="2364"/>
                    <a:pt x="2403" y="2770"/>
                    <a:pt x="2403" y="3269"/>
                  </a:cubicBezTo>
                  <a:lnTo>
                    <a:pt x="2403" y="3584"/>
                  </a:lnTo>
                  <a:lnTo>
                    <a:pt x="591" y="3584"/>
                  </a:lnTo>
                  <a:lnTo>
                    <a:pt x="591" y="3269"/>
                  </a:lnTo>
                  <a:cubicBezTo>
                    <a:pt x="591" y="2770"/>
                    <a:pt x="998" y="2364"/>
                    <a:pt x="1496" y="2364"/>
                  </a:cubicBezTo>
                  <a:close/>
                  <a:moveTo>
                    <a:pt x="1496" y="1"/>
                  </a:moveTo>
                  <a:cubicBezTo>
                    <a:pt x="846" y="1"/>
                    <a:pt x="316" y="531"/>
                    <a:pt x="316" y="1182"/>
                  </a:cubicBezTo>
                  <a:cubicBezTo>
                    <a:pt x="316" y="1511"/>
                    <a:pt x="451" y="1809"/>
                    <a:pt x="668" y="2024"/>
                  </a:cubicBezTo>
                  <a:cubicBezTo>
                    <a:pt x="267" y="2292"/>
                    <a:pt x="1" y="2750"/>
                    <a:pt x="1" y="3269"/>
                  </a:cubicBezTo>
                  <a:lnTo>
                    <a:pt x="1" y="4175"/>
                  </a:lnTo>
                  <a:lnTo>
                    <a:pt x="2993" y="4175"/>
                  </a:lnTo>
                  <a:lnTo>
                    <a:pt x="2993" y="3269"/>
                  </a:lnTo>
                  <a:cubicBezTo>
                    <a:pt x="2993" y="2750"/>
                    <a:pt x="2727" y="2292"/>
                    <a:pt x="2325" y="2024"/>
                  </a:cubicBezTo>
                  <a:cubicBezTo>
                    <a:pt x="2543" y="1809"/>
                    <a:pt x="2678" y="1511"/>
                    <a:pt x="2678" y="1182"/>
                  </a:cubicBezTo>
                  <a:cubicBezTo>
                    <a:pt x="2678" y="531"/>
                    <a:pt x="2148" y="1"/>
                    <a:pt x="1496"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9"/>
            <p:cNvSpPr/>
            <p:nvPr/>
          </p:nvSpPr>
          <p:spPr>
            <a:xfrm>
              <a:off x="6460701" y="2375554"/>
              <a:ext cx="22338" cy="22300"/>
            </a:xfrm>
            <a:custGeom>
              <a:rect b="b" l="l" r="r" t="t"/>
              <a:pathLst>
                <a:path extrusionOk="0" h="591" w="592">
                  <a:moveTo>
                    <a:pt x="1" y="0"/>
                  </a:moveTo>
                  <a:lnTo>
                    <a:pt x="1" y="591"/>
                  </a:lnTo>
                  <a:lnTo>
                    <a:pt x="592" y="591"/>
                  </a:lnTo>
                  <a:lnTo>
                    <a:pt x="592"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69"/>
            <p:cNvSpPr/>
            <p:nvPr/>
          </p:nvSpPr>
          <p:spPr>
            <a:xfrm>
              <a:off x="6505301" y="2375554"/>
              <a:ext cx="22338" cy="22300"/>
            </a:xfrm>
            <a:custGeom>
              <a:rect b="b" l="l" r="r" t="t"/>
              <a:pathLst>
                <a:path extrusionOk="0" h="591" w="592">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9"/>
            <p:cNvSpPr/>
            <p:nvPr/>
          </p:nvSpPr>
          <p:spPr>
            <a:xfrm>
              <a:off x="6460701" y="2330954"/>
              <a:ext cx="22338" cy="22338"/>
            </a:xfrm>
            <a:custGeom>
              <a:rect b="b" l="l" r="r" t="t"/>
              <a:pathLst>
                <a:path extrusionOk="0" h="592" w="592">
                  <a:moveTo>
                    <a:pt x="1" y="1"/>
                  </a:moveTo>
                  <a:lnTo>
                    <a:pt x="1" y="591"/>
                  </a:lnTo>
                  <a:lnTo>
                    <a:pt x="592" y="591"/>
                  </a:lnTo>
                  <a:lnTo>
                    <a:pt x="592"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9"/>
            <p:cNvSpPr/>
            <p:nvPr/>
          </p:nvSpPr>
          <p:spPr>
            <a:xfrm>
              <a:off x="6505301" y="2330954"/>
              <a:ext cx="22338" cy="22338"/>
            </a:xfrm>
            <a:custGeom>
              <a:rect b="b" l="l" r="r" t="t"/>
              <a:pathLst>
                <a:path extrusionOk="0" h="592" w="592">
                  <a:moveTo>
                    <a:pt x="0" y="1"/>
                  </a:moveTo>
                  <a:lnTo>
                    <a:pt x="0" y="591"/>
                  </a:lnTo>
                  <a:lnTo>
                    <a:pt x="591" y="591"/>
                  </a:lnTo>
                  <a:lnTo>
                    <a:pt x="591"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9"/>
            <p:cNvSpPr/>
            <p:nvPr/>
          </p:nvSpPr>
          <p:spPr>
            <a:xfrm>
              <a:off x="6460701" y="2286392"/>
              <a:ext cx="22338" cy="22300"/>
            </a:xfrm>
            <a:custGeom>
              <a:rect b="b" l="l" r="r" t="t"/>
              <a:pathLst>
                <a:path extrusionOk="0" h="591" w="592">
                  <a:moveTo>
                    <a:pt x="1" y="0"/>
                  </a:moveTo>
                  <a:lnTo>
                    <a:pt x="1" y="591"/>
                  </a:lnTo>
                  <a:lnTo>
                    <a:pt x="592" y="591"/>
                  </a:lnTo>
                  <a:lnTo>
                    <a:pt x="592"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69"/>
            <p:cNvSpPr/>
            <p:nvPr/>
          </p:nvSpPr>
          <p:spPr>
            <a:xfrm>
              <a:off x="6505301" y="2286392"/>
              <a:ext cx="22338" cy="22300"/>
            </a:xfrm>
            <a:custGeom>
              <a:rect b="b" l="l" r="r" t="t"/>
              <a:pathLst>
                <a:path extrusionOk="0" h="591" w="592">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9"/>
            <p:cNvSpPr/>
            <p:nvPr/>
          </p:nvSpPr>
          <p:spPr>
            <a:xfrm>
              <a:off x="6460701" y="2241830"/>
              <a:ext cx="22338" cy="22300"/>
            </a:xfrm>
            <a:custGeom>
              <a:rect b="b" l="l" r="r" t="t"/>
              <a:pathLst>
                <a:path extrusionOk="0" h="591" w="592">
                  <a:moveTo>
                    <a:pt x="1" y="1"/>
                  </a:moveTo>
                  <a:lnTo>
                    <a:pt x="1" y="591"/>
                  </a:lnTo>
                  <a:lnTo>
                    <a:pt x="592" y="591"/>
                  </a:lnTo>
                  <a:lnTo>
                    <a:pt x="592"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69"/>
            <p:cNvSpPr/>
            <p:nvPr/>
          </p:nvSpPr>
          <p:spPr>
            <a:xfrm>
              <a:off x="6505301" y="2241830"/>
              <a:ext cx="22338" cy="22300"/>
            </a:xfrm>
            <a:custGeom>
              <a:rect b="b" l="l" r="r" t="t"/>
              <a:pathLst>
                <a:path extrusionOk="0" h="591" w="592">
                  <a:moveTo>
                    <a:pt x="0" y="1"/>
                  </a:moveTo>
                  <a:lnTo>
                    <a:pt x="0" y="591"/>
                  </a:lnTo>
                  <a:lnTo>
                    <a:pt x="591" y="591"/>
                  </a:lnTo>
                  <a:lnTo>
                    <a:pt x="591"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69"/>
            <p:cNvSpPr/>
            <p:nvPr/>
          </p:nvSpPr>
          <p:spPr>
            <a:xfrm>
              <a:off x="6685059" y="2375554"/>
              <a:ext cx="22338" cy="22300"/>
            </a:xfrm>
            <a:custGeom>
              <a:rect b="b" l="l" r="r" t="t"/>
              <a:pathLst>
                <a:path extrusionOk="0" h="591" w="592">
                  <a:moveTo>
                    <a:pt x="1" y="0"/>
                  </a:moveTo>
                  <a:lnTo>
                    <a:pt x="1" y="591"/>
                  </a:lnTo>
                  <a:lnTo>
                    <a:pt x="592" y="591"/>
                  </a:lnTo>
                  <a:lnTo>
                    <a:pt x="592"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9"/>
            <p:cNvSpPr/>
            <p:nvPr/>
          </p:nvSpPr>
          <p:spPr>
            <a:xfrm>
              <a:off x="6729621" y="2375554"/>
              <a:ext cx="22338" cy="22300"/>
            </a:xfrm>
            <a:custGeom>
              <a:rect b="b" l="l" r="r" t="t"/>
              <a:pathLst>
                <a:path extrusionOk="0" h="591" w="592">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9"/>
            <p:cNvSpPr/>
            <p:nvPr/>
          </p:nvSpPr>
          <p:spPr>
            <a:xfrm>
              <a:off x="6685059" y="2330954"/>
              <a:ext cx="22338" cy="22338"/>
            </a:xfrm>
            <a:custGeom>
              <a:rect b="b" l="l" r="r" t="t"/>
              <a:pathLst>
                <a:path extrusionOk="0" h="592" w="592">
                  <a:moveTo>
                    <a:pt x="1" y="1"/>
                  </a:moveTo>
                  <a:lnTo>
                    <a:pt x="1" y="591"/>
                  </a:lnTo>
                  <a:lnTo>
                    <a:pt x="592" y="591"/>
                  </a:lnTo>
                  <a:lnTo>
                    <a:pt x="592"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9"/>
            <p:cNvSpPr/>
            <p:nvPr/>
          </p:nvSpPr>
          <p:spPr>
            <a:xfrm>
              <a:off x="6729621" y="2330954"/>
              <a:ext cx="22338" cy="22338"/>
            </a:xfrm>
            <a:custGeom>
              <a:rect b="b" l="l" r="r" t="t"/>
              <a:pathLst>
                <a:path extrusionOk="0" h="592" w="592">
                  <a:moveTo>
                    <a:pt x="0" y="1"/>
                  </a:moveTo>
                  <a:lnTo>
                    <a:pt x="0" y="591"/>
                  </a:lnTo>
                  <a:lnTo>
                    <a:pt x="591" y="591"/>
                  </a:lnTo>
                  <a:lnTo>
                    <a:pt x="591"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9"/>
            <p:cNvSpPr/>
            <p:nvPr/>
          </p:nvSpPr>
          <p:spPr>
            <a:xfrm>
              <a:off x="6685059" y="2286392"/>
              <a:ext cx="22338" cy="22300"/>
            </a:xfrm>
            <a:custGeom>
              <a:rect b="b" l="l" r="r" t="t"/>
              <a:pathLst>
                <a:path extrusionOk="0" h="591" w="592">
                  <a:moveTo>
                    <a:pt x="1" y="0"/>
                  </a:moveTo>
                  <a:lnTo>
                    <a:pt x="1" y="591"/>
                  </a:lnTo>
                  <a:lnTo>
                    <a:pt x="592" y="591"/>
                  </a:lnTo>
                  <a:lnTo>
                    <a:pt x="592"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69"/>
            <p:cNvSpPr/>
            <p:nvPr/>
          </p:nvSpPr>
          <p:spPr>
            <a:xfrm>
              <a:off x="6729621" y="2286392"/>
              <a:ext cx="22338" cy="22300"/>
            </a:xfrm>
            <a:custGeom>
              <a:rect b="b" l="l" r="r" t="t"/>
              <a:pathLst>
                <a:path extrusionOk="0" h="591" w="592">
                  <a:moveTo>
                    <a:pt x="0" y="0"/>
                  </a:moveTo>
                  <a:lnTo>
                    <a:pt x="0" y="591"/>
                  </a:lnTo>
                  <a:lnTo>
                    <a:pt x="591" y="591"/>
                  </a:lnTo>
                  <a:lnTo>
                    <a:pt x="591"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69"/>
            <p:cNvSpPr/>
            <p:nvPr/>
          </p:nvSpPr>
          <p:spPr>
            <a:xfrm>
              <a:off x="6685059" y="2241830"/>
              <a:ext cx="22338" cy="22300"/>
            </a:xfrm>
            <a:custGeom>
              <a:rect b="b" l="l" r="r" t="t"/>
              <a:pathLst>
                <a:path extrusionOk="0" h="591" w="592">
                  <a:moveTo>
                    <a:pt x="1" y="1"/>
                  </a:moveTo>
                  <a:lnTo>
                    <a:pt x="1" y="591"/>
                  </a:lnTo>
                  <a:lnTo>
                    <a:pt x="592" y="591"/>
                  </a:lnTo>
                  <a:lnTo>
                    <a:pt x="592"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69"/>
            <p:cNvSpPr/>
            <p:nvPr/>
          </p:nvSpPr>
          <p:spPr>
            <a:xfrm>
              <a:off x="6729621" y="2241830"/>
              <a:ext cx="22338" cy="22300"/>
            </a:xfrm>
            <a:custGeom>
              <a:rect b="b" l="l" r="r" t="t"/>
              <a:pathLst>
                <a:path extrusionOk="0" h="591" w="592">
                  <a:moveTo>
                    <a:pt x="0" y="1"/>
                  </a:moveTo>
                  <a:lnTo>
                    <a:pt x="0" y="591"/>
                  </a:lnTo>
                  <a:lnTo>
                    <a:pt x="591" y="591"/>
                  </a:lnTo>
                  <a:lnTo>
                    <a:pt x="591"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 name="Google Shape;1064;p69"/>
          <p:cNvGrpSpPr/>
          <p:nvPr/>
        </p:nvGrpSpPr>
        <p:grpSpPr>
          <a:xfrm>
            <a:off x="2969237" y="1525506"/>
            <a:ext cx="296516" cy="261746"/>
            <a:chOff x="4788698" y="2195796"/>
            <a:chExt cx="380344" cy="335744"/>
          </a:xfrm>
        </p:grpSpPr>
        <p:sp>
          <p:nvSpPr>
            <p:cNvPr id="1065" name="Google Shape;1065;p69"/>
            <p:cNvSpPr/>
            <p:nvPr/>
          </p:nvSpPr>
          <p:spPr>
            <a:xfrm>
              <a:off x="4788698" y="2195796"/>
              <a:ext cx="380344" cy="335744"/>
            </a:xfrm>
            <a:custGeom>
              <a:rect b="b" l="l" r="r" t="t"/>
              <a:pathLst>
                <a:path extrusionOk="0" h="8898" w="10080">
                  <a:moveTo>
                    <a:pt x="5040" y="590"/>
                  </a:moveTo>
                  <a:cubicBezTo>
                    <a:pt x="6516" y="590"/>
                    <a:pt x="7717" y="1792"/>
                    <a:pt x="7717" y="3268"/>
                  </a:cubicBezTo>
                  <a:cubicBezTo>
                    <a:pt x="7717" y="4744"/>
                    <a:pt x="6516" y="5945"/>
                    <a:pt x="5040" y="5945"/>
                  </a:cubicBezTo>
                  <a:cubicBezTo>
                    <a:pt x="3563" y="5945"/>
                    <a:pt x="2363" y="4744"/>
                    <a:pt x="2363" y="3268"/>
                  </a:cubicBezTo>
                  <a:cubicBezTo>
                    <a:pt x="2363" y="1792"/>
                    <a:pt x="3563" y="590"/>
                    <a:pt x="5040" y="590"/>
                  </a:cubicBezTo>
                  <a:close/>
                  <a:moveTo>
                    <a:pt x="8899" y="1772"/>
                  </a:moveTo>
                  <a:lnTo>
                    <a:pt x="8899" y="7127"/>
                  </a:lnTo>
                  <a:lnTo>
                    <a:pt x="1181" y="7127"/>
                  </a:lnTo>
                  <a:lnTo>
                    <a:pt x="1181" y="1772"/>
                  </a:lnTo>
                  <a:lnTo>
                    <a:pt x="2135" y="1772"/>
                  </a:lnTo>
                  <a:cubicBezTo>
                    <a:pt x="1903" y="2220"/>
                    <a:pt x="1772" y="2729"/>
                    <a:pt x="1772" y="3268"/>
                  </a:cubicBezTo>
                  <a:cubicBezTo>
                    <a:pt x="1772" y="5070"/>
                    <a:pt x="3238" y="6536"/>
                    <a:pt x="5040" y="6536"/>
                  </a:cubicBezTo>
                  <a:cubicBezTo>
                    <a:pt x="6842" y="6536"/>
                    <a:pt x="8308" y="5070"/>
                    <a:pt x="8308" y="3268"/>
                  </a:cubicBezTo>
                  <a:cubicBezTo>
                    <a:pt x="8308" y="2729"/>
                    <a:pt x="8177" y="2220"/>
                    <a:pt x="7945" y="1772"/>
                  </a:cubicBezTo>
                  <a:close/>
                  <a:moveTo>
                    <a:pt x="9489" y="7718"/>
                  </a:moveTo>
                  <a:lnTo>
                    <a:pt x="9489" y="8307"/>
                  </a:lnTo>
                  <a:lnTo>
                    <a:pt x="591" y="8307"/>
                  </a:lnTo>
                  <a:lnTo>
                    <a:pt x="591" y="7718"/>
                  </a:lnTo>
                  <a:close/>
                  <a:moveTo>
                    <a:pt x="5040" y="0"/>
                  </a:moveTo>
                  <a:cubicBezTo>
                    <a:pt x="4031" y="0"/>
                    <a:pt x="3127" y="460"/>
                    <a:pt x="2526" y="1181"/>
                  </a:cubicBezTo>
                  <a:lnTo>
                    <a:pt x="591" y="1181"/>
                  </a:lnTo>
                  <a:lnTo>
                    <a:pt x="591" y="7127"/>
                  </a:lnTo>
                  <a:lnTo>
                    <a:pt x="0" y="7127"/>
                  </a:lnTo>
                  <a:lnTo>
                    <a:pt x="0" y="8898"/>
                  </a:lnTo>
                  <a:lnTo>
                    <a:pt x="10080" y="8898"/>
                  </a:lnTo>
                  <a:lnTo>
                    <a:pt x="10080" y="7127"/>
                  </a:lnTo>
                  <a:lnTo>
                    <a:pt x="9489" y="7127"/>
                  </a:lnTo>
                  <a:lnTo>
                    <a:pt x="9489" y="1181"/>
                  </a:lnTo>
                  <a:lnTo>
                    <a:pt x="7553" y="1181"/>
                  </a:lnTo>
                  <a:cubicBezTo>
                    <a:pt x="6953" y="460"/>
                    <a:pt x="6049" y="0"/>
                    <a:pt x="5040" y="0"/>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69"/>
            <p:cNvSpPr/>
            <p:nvPr/>
          </p:nvSpPr>
          <p:spPr>
            <a:xfrm>
              <a:off x="4911215" y="2240320"/>
              <a:ext cx="135271" cy="157533"/>
            </a:xfrm>
            <a:custGeom>
              <a:rect b="b" l="l" r="r" t="t"/>
              <a:pathLst>
                <a:path extrusionOk="0" h="4175" w="3585">
                  <a:moveTo>
                    <a:pt x="1498" y="628"/>
                  </a:moveTo>
                  <a:lnTo>
                    <a:pt x="1498" y="3547"/>
                  </a:lnTo>
                  <a:cubicBezTo>
                    <a:pt x="978" y="3415"/>
                    <a:pt x="592" y="2944"/>
                    <a:pt x="592" y="2384"/>
                  </a:cubicBezTo>
                  <a:lnTo>
                    <a:pt x="592" y="1793"/>
                  </a:lnTo>
                  <a:cubicBezTo>
                    <a:pt x="592" y="1233"/>
                    <a:pt x="978" y="760"/>
                    <a:pt x="1498" y="628"/>
                  </a:cubicBezTo>
                  <a:close/>
                  <a:moveTo>
                    <a:pt x="2088" y="628"/>
                  </a:moveTo>
                  <a:cubicBezTo>
                    <a:pt x="2608" y="760"/>
                    <a:pt x="2993" y="1232"/>
                    <a:pt x="2993" y="1793"/>
                  </a:cubicBezTo>
                  <a:lnTo>
                    <a:pt x="2993" y="2384"/>
                  </a:lnTo>
                  <a:cubicBezTo>
                    <a:pt x="2993" y="2944"/>
                    <a:pt x="2608" y="3415"/>
                    <a:pt x="2088" y="3547"/>
                  </a:cubicBezTo>
                  <a:lnTo>
                    <a:pt x="2088" y="628"/>
                  </a:lnTo>
                  <a:close/>
                  <a:moveTo>
                    <a:pt x="1793" y="1"/>
                  </a:moveTo>
                  <a:cubicBezTo>
                    <a:pt x="805" y="1"/>
                    <a:pt x="1" y="805"/>
                    <a:pt x="1" y="1793"/>
                  </a:cubicBezTo>
                  <a:lnTo>
                    <a:pt x="1" y="2384"/>
                  </a:lnTo>
                  <a:cubicBezTo>
                    <a:pt x="2" y="3371"/>
                    <a:pt x="805" y="4175"/>
                    <a:pt x="1793" y="4175"/>
                  </a:cubicBezTo>
                  <a:cubicBezTo>
                    <a:pt x="2780" y="4175"/>
                    <a:pt x="3584" y="3371"/>
                    <a:pt x="3584" y="2384"/>
                  </a:cubicBezTo>
                  <a:lnTo>
                    <a:pt x="3584" y="1793"/>
                  </a:lnTo>
                  <a:cubicBezTo>
                    <a:pt x="3584" y="805"/>
                    <a:pt x="2780" y="1"/>
                    <a:pt x="1793"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 name="Google Shape;1067;p69"/>
          <p:cNvGrpSpPr/>
          <p:nvPr/>
        </p:nvGrpSpPr>
        <p:grpSpPr>
          <a:xfrm>
            <a:off x="2969059" y="2656127"/>
            <a:ext cx="296528" cy="335843"/>
            <a:chOff x="1556002" y="2173496"/>
            <a:chExt cx="335819" cy="380344"/>
          </a:xfrm>
        </p:grpSpPr>
        <p:sp>
          <p:nvSpPr>
            <p:cNvPr id="1068" name="Google Shape;1068;p69"/>
            <p:cNvSpPr/>
            <p:nvPr/>
          </p:nvSpPr>
          <p:spPr>
            <a:xfrm>
              <a:off x="1556002" y="2173496"/>
              <a:ext cx="335819" cy="380344"/>
            </a:xfrm>
            <a:custGeom>
              <a:rect b="b" l="l" r="r" t="t"/>
              <a:pathLst>
                <a:path extrusionOk="0" h="10080" w="8900">
                  <a:moveTo>
                    <a:pt x="4450" y="591"/>
                  </a:moveTo>
                  <a:cubicBezTo>
                    <a:pt x="6684" y="591"/>
                    <a:pt x="7894" y="939"/>
                    <a:pt x="8308" y="1086"/>
                  </a:cubicBezTo>
                  <a:lnTo>
                    <a:pt x="8308" y="4995"/>
                  </a:lnTo>
                  <a:cubicBezTo>
                    <a:pt x="8308" y="6088"/>
                    <a:pt x="7914" y="7144"/>
                    <a:pt x="7198" y="7970"/>
                  </a:cubicBezTo>
                  <a:cubicBezTo>
                    <a:pt x="6490" y="8785"/>
                    <a:pt x="5516" y="9321"/>
                    <a:pt x="4450" y="9483"/>
                  </a:cubicBezTo>
                  <a:cubicBezTo>
                    <a:pt x="3385" y="9321"/>
                    <a:pt x="2410" y="8785"/>
                    <a:pt x="1702" y="7970"/>
                  </a:cubicBezTo>
                  <a:cubicBezTo>
                    <a:pt x="986" y="7144"/>
                    <a:pt x="591" y="6088"/>
                    <a:pt x="591" y="4995"/>
                  </a:cubicBezTo>
                  <a:lnTo>
                    <a:pt x="591" y="1086"/>
                  </a:lnTo>
                  <a:cubicBezTo>
                    <a:pt x="1006" y="939"/>
                    <a:pt x="2216" y="591"/>
                    <a:pt x="4450" y="591"/>
                  </a:cubicBezTo>
                  <a:close/>
                  <a:moveTo>
                    <a:pt x="4450" y="1"/>
                  </a:moveTo>
                  <a:cubicBezTo>
                    <a:pt x="1463" y="1"/>
                    <a:pt x="217" y="597"/>
                    <a:pt x="165" y="622"/>
                  </a:cubicBezTo>
                  <a:lnTo>
                    <a:pt x="1" y="702"/>
                  </a:lnTo>
                  <a:lnTo>
                    <a:pt x="1" y="4995"/>
                  </a:lnTo>
                  <a:cubicBezTo>
                    <a:pt x="1" y="6231"/>
                    <a:pt x="447" y="7425"/>
                    <a:pt x="1256" y="8357"/>
                  </a:cubicBezTo>
                  <a:cubicBezTo>
                    <a:pt x="2066" y="9290"/>
                    <a:pt x="3185" y="9899"/>
                    <a:pt x="4408" y="10073"/>
                  </a:cubicBezTo>
                  <a:lnTo>
                    <a:pt x="4450" y="10080"/>
                  </a:lnTo>
                  <a:lnTo>
                    <a:pt x="4491" y="10073"/>
                  </a:lnTo>
                  <a:cubicBezTo>
                    <a:pt x="5715" y="9899"/>
                    <a:pt x="6834" y="9290"/>
                    <a:pt x="7644" y="8357"/>
                  </a:cubicBezTo>
                  <a:cubicBezTo>
                    <a:pt x="8453" y="7425"/>
                    <a:pt x="8899" y="6231"/>
                    <a:pt x="8899" y="4995"/>
                  </a:cubicBezTo>
                  <a:lnTo>
                    <a:pt x="8899" y="703"/>
                  </a:lnTo>
                  <a:lnTo>
                    <a:pt x="8735" y="622"/>
                  </a:lnTo>
                  <a:cubicBezTo>
                    <a:pt x="8683" y="597"/>
                    <a:pt x="7437" y="1"/>
                    <a:pt x="4450"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9"/>
            <p:cNvSpPr/>
            <p:nvPr/>
          </p:nvSpPr>
          <p:spPr>
            <a:xfrm>
              <a:off x="1600602" y="2218096"/>
              <a:ext cx="246620" cy="290653"/>
            </a:xfrm>
            <a:custGeom>
              <a:rect b="b" l="l" r="r" t="t"/>
              <a:pathLst>
                <a:path extrusionOk="0" h="7703" w="6536">
                  <a:moveTo>
                    <a:pt x="3268" y="591"/>
                  </a:moveTo>
                  <a:cubicBezTo>
                    <a:pt x="4509" y="591"/>
                    <a:pt x="5388" y="704"/>
                    <a:pt x="5945" y="812"/>
                  </a:cubicBezTo>
                  <a:lnTo>
                    <a:pt x="5945" y="3813"/>
                  </a:lnTo>
                  <a:cubicBezTo>
                    <a:pt x="5945" y="4621"/>
                    <a:pt x="5654" y="5403"/>
                    <a:pt x="5123" y="6014"/>
                  </a:cubicBezTo>
                  <a:cubicBezTo>
                    <a:pt x="4642" y="6568"/>
                    <a:pt x="3985" y="6953"/>
                    <a:pt x="3268" y="7101"/>
                  </a:cubicBezTo>
                  <a:cubicBezTo>
                    <a:pt x="2551" y="6953"/>
                    <a:pt x="1893" y="6568"/>
                    <a:pt x="1412" y="6014"/>
                  </a:cubicBezTo>
                  <a:cubicBezTo>
                    <a:pt x="883" y="5403"/>
                    <a:pt x="591" y="4621"/>
                    <a:pt x="591" y="3813"/>
                  </a:cubicBezTo>
                  <a:lnTo>
                    <a:pt x="591" y="812"/>
                  </a:lnTo>
                  <a:cubicBezTo>
                    <a:pt x="1123" y="708"/>
                    <a:pt x="2005" y="591"/>
                    <a:pt x="3268" y="591"/>
                  </a:cubicBezTo>
                  <a:close/>
                  <a:moveTo>
                    <a:pt x="3268" y="0"/>
                  </a:moveTo>
                  <a:cubicBezTo>
                    <a:pt x="1905" y="0"/>
                    <a:pt x="961" y="134"/>
                    <a:pt x="409" y="246"/>
                  </a:cubicBezTo>
                  <a:cubicBezTo>
                    <a:pt x="349" y="259"/>
                    <a:pt x="288" y="271"/>
                    <a:pt x="230" y="285"/>
                  </a:cubicBezTo>
                  <a:lnTo>
                    <a:pt x="0" y="337"/>
                  </a:lnTo>
                  <a:lnTo>
                    <a:pt x="0" y="3813"/>
                  </a:lnTo>
                  <a:cubicBezTo>
                    <a:pt x="0" y="4764"/>
                    <a:pt x="343" y="5683"/>
                    <a:pt x="966" y="6401"/>
                  </a:cubicBezTo>
                  <a:cubicBezTo>
                    <a:pt x="1546" y="7069"/>
                    <a:pt x="2344" y="7527"/>
                    <a:pt x="3213" y="7692"/>
                  </a:cubicBezTo>
                  <a:lnTo>
                    <a:pt x="3268" y="7703"/>
                  </a:lnTo>
                  <a:lnTo>
                    <a:pt x="3323" y="7692"/>
                  </a:lnTo>
                  <a:cubicBezTo>
                    <a:pt x="4192" y="7527"/>
                    <a:pt x="4990" y="7069"/>
                    <a:pt x="5570" y="6401"/>
                  </a:cubicBezTo>
                  <a:cubicBezTo>
                    <a:pt x="6193" y="5683"/>
                    <a:pt x="6536" y="4764"/>
                    <a:pt x="6536" y="3813"/>
                  </a:cubicBezTo>
                  <a:lnTo>
                    <a:pt x="6536" y="337"/>
                  </a:lnTo>
                  <a:lnTo>
                    <a:pt x="6306" y="285"/>
                  </a:lnTo>
                  <a:cubicBezTo>
                    <a:pt x="6291" y="281"/>
                    <a:pt x="6276" y="278"/>
                    <a:pt x="6261" y="274"/>
                  </a:cubicBezTo>
                  <a:cubicBezTo>
                    <a:pt x="5694" y="149"/>
                    <a:pt x="4714" y="0"/>
                    <a:pt x="3268" y="0"/>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9"/>
            <p:cNvSpPr/>
            <p:nvPr/>
          </p:nvSpPr>
          <p:spPr>
            <a:xfrm>
              <a:off x="1656295" y="2273789"/>
              <a:ext cx="135196" cy="157495"/>
            </a:xfrm>
            <a:custGeom>
              <a:rect b="b" l="l" r="r" t="t"/>
              <a:pathLst>
                <a:path extrusionOk="0" h="4174" w="3583">
                  <a:moveTo>
                    <a:pt x="1497" y="628"/>
                  </a:moveTo>
                  <a:lnTo>
                    <a:pt x="1497" y="3546"/>
                  </a:lnTo>
                  <a:cubicBezTo>
                    <a:pt x="977" y="3414"/>
                    <a:pt x="592" y="2943"/>
                    <a:pt x="592" y="2383"/>
                  </a:cubicBezTo>
                  <a:lnTo>
                    <a:pt x="592" y="1792"/>
                  </a:lnTo>
                  <a:cubicBezTo>
                    <a:pt x="592" y="1232"/>
                    <a:pt x="977" y="759"/>
                    <a:pt x="1497" y="628"/>
                  </a:cubicBezTo>
                  <a:close/>
                  <a:moveTo>
                    <a:pt x="2087" y="628"/>
                  </a:moveTo>
                  <a:cubicBezTo>
                    <a:pt x="2607" y="759"/>
                    <a:pt x="2993" y="1232"/>
                    <a:pt x="2993" y="1792"/>
                  </a:cubicBezTo>
                  <a:lnTo>
                    <a:pt x="2993" y="2383"/>
                  </a:lnTo>
                  <a:cubicBezTo>
                    <a:pt x="2993" y="2943"/>
                    <a:pt x="2607" y="3414"/>
                    <a:pt x="2087" y="3546"/>
                  </a:cubicBezTo>
                  <a:lnTo>
                    <a:pt x="2087" y="628"/>
                  </a:lnTo>
                  <a:close/>
                  <a:moveTo>
                    <a:pt x="1792" y="1"/>
                  </a:moveTo>
                  <a:cubicBezTo>
                    <a:pt x="804" y="1"/>
                    <a:pt x="1" y="805"/>
                    <a:pt x="1" y="1792"/>
                  </a:cubicBezTo>
                  <a:lnTo>
                    <a:pt x="1" y="2361"/>
                  </a:lnTo>
                  <a:cubicBezTo>
                    <a:pt x="1" y="3328"/>
                    <a:pt x="759" y="4138"/>
                    <a:pt x="1725" y="4173"/>
                  </a:cubicBezTo>
                  <a:cubicBezTo>
                    <a:pt x="1748" y="4174"/>
                    <a:pt x="1770" y="4174"/>
                    <a:pt x="1792" y="4174"/>
                  </a:cubicBezTo>
                  <a:cubicBezTo>
                    <a:pt x="2780" y="4174"/>
                    <a:pt x="3583" y="3370"/>
                    <a:pt x="3583" y="2383"/>
                  </a:cubicBezTo>
                  <a:lnTo>
                    <a:pt x="3583" y="1814"/>
                  </a:lnTo>
                  <a:cubicBezTo>
                    <a:pt x="3583" y="847"/>
                    <a:pt x="2825" y="37"/>
                    <a:pt x="1858" y="2"/>
                  </a:cubicBezTo>
                  <a:cubicBezTo>
                    <a:pt x="1836" y="1"/>
                    <a:pt x="1814" y="1"/>
                    <a:pt x="1792"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071" name="Google Shape;1071;p69"/>
          <p:cNvCxnSpPr>
            <a:stCxn id="1028" idx="6"/>
            <a:endCxn id="1041" idx="2"/>
          </p:cNvCxnSpPr>
          <p:nvPr/>
        </p:nvCxnSpPr>
        <p:spPr>
          <a:xfrm flipH="1" rot="10800000">
            <a:off x="1875000" y="1656450"/>
            <a:ext cx="934500" cy="1167600"/>
          </a:xfrm>
          <a:prstGeom prst="bentConnector3">
            <a:avLst>
              <a:gd fmla="val 50001" name="adj1"/>
            </a:avLst>
          </a:prstGeom>
          <a:noFill/>
          <a:ln cap="flat" cmpd="sng" w="19050">
            <a:solidFill>
              <a:schemeClr val="accent5"/>
            </a:solidFill>
            <a:prstDash val="solid"/>
            <a:round/>
            <a:headEnd len="med" w="med" type="none"/>
            <a:tailEnd len="med" w="med" type="none"/>
          </a:ln>
        </p:spPr>
      </p:cxnSp>
      <p:cxnSp>
        <p:nvCxnSpPr>
          <p:cNvPr id="1072" name="Google Shape;1072;p69"/>
          <p:cNvCxnSpPr>
            <a:stCxn id="1028" idx="6"/>
            <a:endCxn id="1039" idx="2"/>
          </p:cNvCxnSpPr>
          <p:nvPr/>
        </p:nvCxnSpPr>
        <p:spPr>
          <a:xfrm>
            <a:off x="1875000" y="2824050"/>
            <a:ext cx="934500" cy="1116900"/>
          </a:xfrm>
          <a:prstGeom prst="bentConnector3">
            <a:avLst>
              <a:gd fmla="val 50001" name="adj1"/>
            </a:avLst>
          </a:prstGeom>
          <a:noFill/>
          <a:ln cap="flat" cmpd="sng" w="19050">
            <a:solidFill>
              <a:schemeClr val="accent5"/>
            </a:solidFill>
            <a:prstDash val="solid"/>
            <a:round/>
            <a:headEnd len="med" w="med" type="none"/>
            <a:tailEnd len="med" w="med" type="none"/>
          </a:ln>
        </p:spPr>
      </p:cxnSp>
      <p:cxnSp>
        <p:nvCxnSpPr>
          <p:cNvPr id="1073" name="Google Shape;1073;p69"/>
          <p:cNvCxnSpPr>
            <a:stCxn id="1028" idx="6"/>
            <a:endCxn id="1040" idx="2"/>
          </p:cNvCxnSpPr>
          <p:nvPr/>
        </p:nvCxnSpPr>
        <p:spPr>
          <a:xfrm>
            <a:off x="1875000" y="2824050"/>
            <a:ext cx="934500" cy="0"/>
          </a:xfrm>
          <a:prstGeom prst="straightConnector1">
            <a:avLst/>
          </a:prstGeom>
          <a:noFill/>
          <a:ln cap="flat" cmpd="sng" w="19050">
            <a:solidFill>
              <a:schemeClr val="accent5"/>
            </a:solidFill>
            <a:prstDash val="solid"/>
            <a:round/>
            <a:headEnd len="med" w="med" type="none"/>
            <a:tailEnd len="med" w="med" type="none"/>
          </a:ln>
        </p:spPr>
      </p:cxnSp>
      <p:cxnSp>
        <p:nvCxnSpPr>
          <p:cNvPr id="1074" name="Google Shape;1074;p69"/>
          <p:cNvCxnSpPr>
            <a:endCxn id="1026" idx="2"/>
          </p:cNvCxnSpPr>
          <p:nvPr/>
        </p:nvCxnSpPr>
        <p:spPr>
          <a:xfrm>
            <a:off x="3425398" y="2824049"/>
            <a:ext cx="1189500" cy="0"/>
          </a:xfrm>
          <a:prstGeom prst="straightConnector1">
            <a:avLst/>
          </a:prstGeom>
          <a:noFill/>
          <a:ln cap="flat" cmpd="sng" w="19050">
            <a:solidFill>
              <a:schemeClr val="accent5"/>
            </a:solidFill>
            <a:prstDash val="solid"/>
            <a:round/>
            <a:headEnd len="med" w="med" type="none"/>
            <a:tailEnd len="med" w="med" type="none"/>
          </a:ln>
        </p:spPr>
      </p:cxnSp>
      <p:cxnSp>
        <p:nvCxnSpPr>
          <p:cNvPr id="1075" name="Google Shape;1075;p69"/>
          <p:cNvCxnSpPr>
            <a:stCxn id="1039" idx="6"/>
            <a:endCxn id="1025" idx="2"/>
          </p:cNvCxnSpPr>
          <p:nvPr/>
        </p:nvCxnSpPr>
        <p:spPr>
          <a:xfrm>
            <a:off x="3425123" y="3940874"/>
            <a:ext cx="1189800" cy="0"/>
          </a:xfrm>
          <a:prstGeom prst="straightConnector1">
            <a:avLst/>
          </a:prstGeom>
          <a:noFill/>
          <a:ln cap="flat" cmpd="sng" w="19050">
            <a:solidFill>
              <a:schemeClr val="accent5"/>
            </a:solidFill>
            <a:prstDash val="solid"/>
            <a:round/>
            <a:headEnd len="med" w="med" type="none"/>
            <a:tailEnd len="med" w="med" type="none"/>
          </a:ln>
        </p:spPr>
      </p:cxnSp>
      <p:cxnSp>
        <p:nvCxnSpPr>
          <p:cNvPr id="1076" name="Google Shape;1076;p69"/>
          <p:cNvCxnSpPr>
            <a:stCxn id="1041" idx="6"/>
            <a:endCxn id="1035" idx="2"/>
          </p:cNvCxnSpPr>
          <p:nvPr/>
        </p:nvCxnSpPr>
        <p:spPr>
          <a:xfrm>
            <a:off x="3425123" y="1656374"/>
            <a:ext cx="1189800" cy="0"/>
          </a:xfrm>
          <a:prstGeom prst="straightConnector1">
            <a:avLst/>
          </a:prstGeom>
          <a:noFill/>
          <a:ln cap="flat" cmpd="sng" w="19050">
            <a:solidFill>
              <a:schemeClr val="accent5"/>
            </a:solidFill>
            <a:prstDash val="solid"/>
            <a:round/>
            <a:headEnd len="med" w="med" type="none"/>
            <a:tailEnd len="med" w="med" type="none"/>
          </a:ln>
        </p:spPr>
      </p:cxnSp>
      <p:cxnSp>
        <p:nvCxnSpPr>
          <p:cNvPr id="1077" name="Google Shape;1077;p69"/>
          <p:cNvCxnSpPr/>
          <p:nvPr/>
        </p:nvCxnSpPr>
        <p:spPr>
          <a:xfrm>
            <a:off x="5230500" y="1656375"/>
            <a:ext cx="1189500" cy="0"/>
          </a:xfrm>
          <a:prstGeom prst="straightConnector1">
            <a:avLst/>
          </a:prstGeom>
          <a:noFill/>
          <a:ln cap="flat" cmpd="sng" w="19050">
            <a:solidFill>
              <a:schemeClr val="accent5"/>
            </a:solidFill>
            <a:prstDash val="solid"/>
            <a:round/>
            <a:headEnd len="med" w="med" type="none"/>
            <a:tailEnd len="med" w="med" type="oval"/>
          </a:ln>
        </p:spPr>
      </p:cxnSp>
      <p:cxnSp>
        <p:nvCxnSpPr>
          <p:cNvPr id="1078" name="Google Shape;1078;p69"/>
          <p:cNvCxnSpPr/>
          <p:nvPr/>
        </p:nvCxnSpPr>
        <p:spPr>
          <a:xfrm>
            <a:off x="5230500" y="2823756"/>
            <a:ext cx="1189500" cy="1500"/>
          </a:xfrm>
          <a:prstGeom prst="straightConnector1">
            <a:avLst/>
          </a:prstGeom>
          <a:noFill/>
          <a:ln cap="flat" cmpd="sng" w="19050">
            <a:solidFill>
              <a:schemeClr val="accent5"/>
            </a:solidFill>
            <a:prstDash val="solid"/>
            <a:round/>
            <a:headEnd len="med" w="med" type="none"/>
            <a:tailEnd len="med" w="med" type="oval"/>
          </a:ln>
        </p:spPr>
      </p:cxnSp>
      <p:cxnSp>
        <p:nvCxnSpPr>
          <p:cNvPr id="1079" name="Google Shape;1079;p69"/>
          <p:cNvCxnSpPr/>
          <p:nvPr/>
        </p:nvCxnSpPr>
        <p:spPr>
          <a:xfrm>
            <a:off x="5230500" y="3940299"/>
            <a:ext cx="1189500" cy="9600"/>
          </a:xfrm>
          <a:prstGeom prst="straightConnector1">
            <a:avLst/>
          </a:prstGeom>
          <a:noFill/>
          <a:ln cap="flat" cmpd="sng" w="19050">
            <a:solidFill>
              <a:schemeClr val="accent5"/>
            </a:solidFill>
            <a:prstDash val="solid"/>
            <a:round/>
            <a:headEnd len="med" w="med" type="none"/>
            <a:tailEnd len="med" w="med" type="oval"/>
          </a:ln>
        </p:spPr>
      </p:cxnSp>
      <p:cxnSp>
        <p:nvCxnSpPr>
          <p:cNvPr id="1080" name="Google Shape;1080;p69"/>
          <p:cNvCxnSpPr/>
          <p:nvPr/>
        </p:nvCxnSpPr>
        <p:spPr>
          <a:xfrm>
            <a:off x="2028150" y="1059050"/>
            <a:ext cx="5087700" cy="0"/>
          </a:xfrm>
          <a:prstGeom prst="straightConnector1">
            <a:avLst/>
          </a:prstGeom>
          <a:noFill/>
          <a:ln cap="flat" cmpd="sng" w="19050">
            <a:solidFill>
              <a:schemeClr val="accent5"/>
            </a:solidFill>
            <a:prstDash val="solid"/>
            <a:round/>
            <a:headEnd len="med" w="med" type="oval"/>
            <a:tailEnd len="med" w="med" type="oval"/>
          </a:ln>
        </p:spPr>
      </p:cxn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4" name="Shape 1084"/>
        <p:cNvGrpSpPr/>
        <p:nvPr/>
      </p:nvGrpSpPr>
      <p:grpSpPr>
        <a:xfrm>
          <a:off x="0" y="0"/>
          <a:ext cx="0" cy="0"/>
          <a:chOff x="0" y="0"/>
          <a:chExt cx="0" cy="0"/>
        </a:xfrm>
      </p:grpSpPr>
      <p:sp>
        <p:nvSpPr>
          <p:cNvPr id="1085" name="Google Shape;1085;p70"/>
          <p:cNvSpPr txBox="1"/>
          <p:nvPr>
            <p:ph idx="1" type="subTitle"/>
          </p:nvPr>
        </p:nvSpPr>
        <p:spPr>
          <a:xfrm>
            <a:off x="823138" y="2759200"/>
            <a:ext cx="2086500" cy="36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SUN</a:t>
            </a:r>
            <a:endParaRPr/>
          </a:p>
        </p:txBody>
      </p:sp>
      <p:sp>
        <p:nvSpPr>
          <p:cNvPr id="1086" name="Google Shape;1086;p70"/>
          <p:cNvSpPr txBox="1"/>
          <p:nvPr>
            <p:ph idx="2" type="subTitle"/>
          </p:nvPr>
        </p:nvSpPr>
        <p:spPr>
          <a:xfrm>
            <a:off x="6236150" y="2759200"/>
            <a:ext cx="20847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CERES</a:t>
            </a:r>
            <a:endParaRPr/>
          </a:p>
        </p:txBody>
      </p:sp>
      <p:sp>
        <p:nvSpPr>
          <p:cNvPr id="1087" name="Google Shape;1087;p70"/>
          <p:cNvSpPr txBox="1"/>
          <p:nvPr>
            <p:ph idx="3" type="subTitle"/>
          </p:nvPr>
        </p:nvSpPr>
        <p:spPr>
          <a:xfrm>
            <a:off x="719988" y="3038750"/>
            <a:ext cx="2292900" cy="61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a:t>
            </a:r>
            <a:r>
              <a:rPr b="1" lang="en"/>
              <a:t>Sun </a:t>
            </a:r>
            <a:r>
              <a:rPr lang="en"/>
              <a:t>is the star at the center of the Solar System</a:t>
            </a:r>
            <a:endParaRPr/>
          </a:p>
        </p:txBody>
      </p:sp>
      <p:sp>
        <p:nvSpPr>
          <p:cNvPr id="1088" name="Google Shape;1088;p70"/>
          <p:cNvSpPr txBox="1"/>
          <p:nvPr>
            <p:ph idx="4" type="subTitle"/>
          </p:nvPr>
        </p:nvSpPr>
        <p:spPr>
          <a:xfrm>
            <a:off x="6131000" y="3039350"/>
            <a:ext cx="2295000" cy="61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t>Ceres </a:t>
            </a:r>
            <a:r>
              <a:rPr lang="en"/>
              <a:t>is located in the main asteroid belt</a:t>
            </a:r>
            <a:endParaRPr/>
          </a:p>
        </p:txBody>
      </p:sp>
      <p:sp>
        <p:nvSpPr>
          <p:cNvPr id="1089" name="Google Shape;1089;p70"/>
          <p:cNvSpPr txBox="1"/>
          <p:nvPr>
            <p:ph type="title"/>
          </p:nvPr>
        </p:nvSpPr>
        <p:spPr>
          <a:xfrm>
            <a:off x="720000" y="595950"/>
            <a:ext cx="7704000" cy="32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IMPROVED ROI</a:t>
            </a:r>
            <a:endParaRPr/>
          </a:p>
        </p:txBody>
      </p:sp>
      <p:sp>
        <p:nvSpPr>
          <p:cNvPr id="1090" name="Google Shape;1090;p70"/>
          <p:cNvSpPr/>
          <p:nvPr/>
        </p:nvSpPr>
        <p:spPr>
          <a:xfrm flipH="1">
            <a:off x="6905406" y="1738003"/>
            <a:ext cx="746100" cy="746100"/>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70"/>
          <p:cNvSpPr/>
          <p:nvPr/>
        </p:nvSpPr>
        <p:spPr>
          <a:xfrm flipH="1">
            <a:off x="1493331" y="1738003"/>
            <a:ext cx="746100" cy="746100"/>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2" name="Google Shape;1092;p70"/>
          <p:cNvCxnSpPr>
            <a:stCxn id="1091" idx="4"/>
            <a:endCxn id="1085" idx="0"/>
          </p:cNvCxnSpPr>
          <p:nvPr/>
        </p:nvCxnSpPr>
        <p:spPr>
          <a:xfrm>
            <a:off x="1866381" y="2484103"/>
            <a:ext cx="0" cy="275100"/>
          </a:xfrm>
          <a:prstGeom prst="straightConnector1">
            <a:avLst/>
          </a:prstGeom>
          <a:noFill/>
          <a:ln cap="flat" cmpd="sng" w="19050">
            <a:solidFill>
              <a:schemeClr val="accent5"/>
            </a:solidFill>
            <a:prstDash val="solid"/>
            <a:round/>
            <a:headEnd len="med" w="med" type="none"/>
            <a:tailEnd len="med" w="med" type="oval"/>
          </a:ln>
        </p:spPr>
      </p:cxnSp>
      <p:cxnSp>
        <p:nvCxnSpPr>
          <p:cNvPr id="1093" name="Google Shape;1093;p70"/>
          <p:cNvCxnSpPr>
            <a:stCxn id="1090" idx="4"/>
            <a:endCxn id="1086" idx="0"/>
          </p:cNvCxnSpPr>
          <p:nvPr/>
        </p:nvCxnSpPr>
        <p:spPr>
          <a:xfrm>
            <a:off x="7278456" y="2484103"/>
            <a:ext cx="0" cy="275100"/>
          </a:xfrm>
          <a:prstGeom prst="straightConnector1">
            <a:avLst/>
          </a:prstGeom>
          <a:noFill/>
          <a:ln cap="flat" cmpd="sng" w="19050">
            <a:solidFill>
              <a:schemeClr val="accent5"/>
            </a:solidFill>
            <a:prstDash val="solid"/>
            <a:round/>
            <a:headEnd len="med" w="med" type="none"/>
            <a:tailEnd len="med" w="med" type="oval"/>
          </a:ln>
        </p:spPr>
      </p:cxnSp>
      <p:sp>
        <p:nvSpPr>
          <p:cNvPr id="1094" name="Google Shape;1094;p70"/>
          <p:cNvSpPr/>
          <p:nvPr/>
        </p:nvSpPr>
        <p:spPr>
          <a:xfrm>
            <a:off x="7117287" y="1862548"/>
            <a:ext cx="322323" cy="496997"/>
          </a:xfrm>
          <a:custGeom>
            <a:rect b="b" l="l" r="r" t="t"/>
            <a:pathLst>
              <a:path extrusionOk="0" h="10078" w="6536">
                <a:moveTo>
                  <a:pt x="2973" y="616"/>
                </a:moveTo>
                <a:lnTo>
                  <a:pt x="2973" y="1790"/>
                </a:lnTo>
                <a:lnTo>
                  <a:pt x="1040" y="1790"/>
                </a:lnTo>
                <a:cubicBezTo>
                  <a:pt x="1470" y="1150"/>
                  <a:pt x="2168" y="703"/>
                  <a:pt x="2973" y="616"/>
                </a:cubicBezTo>
                <a:close/>
                <a:moveTo>
                  <a:pt x="3563" y="616"/>
                </a:moveTo>
                <a:cubicBezTo>
                  <a:pt x="4367" y="703"/>
                  <a:pt x="5065" y="1150"/>
                  <a:pt x="5495" y="1790"/>
                </a:cubicBezTo>
                <a:lnTo>
                  <a:pt x="3563" y="1790"/>
                </a:lnTo>
                <a:lnTo>
                  <a:pt x="3563" y="616"/>
                </a:lnTo>
                <a:close/>
                <a:moveTo>
                  <a:pt x="2973" y="2360"/>
                </a:moveTo>
                <a:lnTo>
                  <a:pt x="2973" y="3562"/>
                </a:lnTo>
                <a:lnTo>
                  <a:pt x="590" y="3562"/>
                </a:lnTo>
                <a:lnTo>
                  <a:pt x="590" y="3268"/>
                </a:lnTo>
                <a:cubicBezTo>
                  <a:pt x="590" y="2949"/>
                  <a:pt x="645" y="2644"/>
                  <a:pt x="745" y="2360"/>
                </a:cubicBezTo>
                <a:close/>
                <a:moveTo>
                  <a:pt x="5790" y="2360"/>
                </a:moveTo>
                <a:cubicBezTo>
                  <a:pt x="5890" y="2644"/>
                  <a:pt x="5945" y="2949"/>
                  <a:pt x="5945" y="3268"/>
                </a:cubicBezTo>
                <a:lnTo>
                  <a:pt x="5945" y="3562"/>
                </a:lnTo>
                <a:lnTo>
                  <a:pt x="3563" y="3562"/>
                </a:lnTo>
                <a:lnTo>
                  <a:pt x="3563" y="2360"/>
                </a:lnTo>
                <a:close/>
                <a:moveTo>
                  <a:pt x="2973" y="4153"/>
                </a:moveTo>
                <a:lnTo>
                  <a:pt x="2973" y="5353"/>
                </a:lnTo>
                <a:lnTo>
                  <a:pt x="746" y="5353"/>
                </a:lnTo>
                <a:cubicBezTo>
                  <a:pt x="645" y="5066"/>
                  <a:pt x="590" y="4760"/>
                  <a:pt x="590" y="4447"/>
                </a:cubicBezTo>
                <a:lnTo>
                  <a:pt x="590" y="4153"/>
                </a:lnTo>
                <a:close/>
                <a:moveTo>
                  <a:pt x="5945" y="4153"/>
                </a:moveTo>
                <a:lnTo>
                  <a:pt x="5945" y="4447"/>
                </a:lnTo>
                <a:cubicBezTo>
                  <a:pt x="5945" y="4760"/>
                  <a:pt x="5890" y="5066"/>
                  <a:pt x="5789" y="5353"/>
                </a:cubicBezTo>
                <a:lnTo>
                  <a:pt x="3563" y="5353"/>
                </a:lnTo>
                <a:lnTo>
                  <a:pt x="3563" y="4153"/>
                </a:lnTo>
                <a:close/>
                <a:moveTo>
                  <a:pt x="2973" y="5924"/>
                </a:moveTo>
                <a:lnTo>
                  <a:pt x="2973" y="6732"/>
                </a:lnTo>
                <a:lnTo>
                  <a:pt x="1862" y="6732"/>
                </a:lnTo>
                <a:cubicBezTo>
                  <a:pt x="1522" y="6524"/>
                  <a:pt x="1238" y="6246"/>
                  <a:pt x="1022" y="5924"/>
                </a:cubicBezTo>
                <a:close/>
                <a:moveTo>
                  <a:pt x="5514" y="5924"/>
                </a:moveTo>
                <a:cubicBezTo>
                  <a:pt x="5299" y="6246"/>
                  <a:pt x="5014" y="6524"/>
                  <a:pt x="4673" y="6732"/>
                </a:cubicBezTo>
                <a:lnTo>
                  <a:pt x="3563" y="6732"/>
                </a:lnTo>
                <a:lnTo>
                  <a:pt x="3563" y="5924"/>
                </a:lnTo>
                <a:close/>
                <a:moveTo>
                  <a:pt x="4449" y="7322"/>
                </a:moveTo>
                <a:lnTo>
                  <a:pt x="4449" y="8307"/>
                </a:lnTo>
                <a:lnTo>
                  <a:pt x="2087" y="8307"/>
                </a:lnTo>
                <a:lnTo>
                  <a:pt x="2087" y="7322"/>
                </a:lnTo>
                <a:close/>
                <a:moveTo>
                  <a:pt x="3862" y="8897"/>
                </a:moveTo>
                <a:cubicBezTo>
                  <a:pt x="3862" y="9222"/>
                  <a:pt x="3597" y="9488"/>
                  <a:pt x="3271" y="9488"/>
                </a:cubicBezTo>
                <a:cubicBezTo>
                  <a:pt x="2945" y="9488"/>
                  <a:pt x="2681" y="9222"/>
                  <a:pt x="2681" y="8897"/>
                </a:cubicBezTo>
                <a:close/>
                <a:moveTo>
                  <a:pt x="3267" y="1"/>
                </a:moveTo>
                <a:cubicBezTo>
                  <a:pt x="1467" y="1"/>
                  <a:pt x="0" y="1486"/>
                  <a:pt x="0" y="3302"/>
                </a:cubicBezTo>
                <a:lnTo>
                  <a:pt x="0" y="4445"/>
                </a:lnTo>
                <a:cubicBezTo>
                  <a:pt x="0" y="5557"/>
                  <a:pt x="569" y="6595"/>
                  <a:pt x="1496" y="7195"/>
                </a:cubicBezTo>
                <a:lnTo>
                  <a:pt x="1496" y="8897"/>
                </a:lnTo>
                <a:lnTo>
                  <a:pt x="2093" y="8897"/>
                </a:lnTo>
                <a:cubicBezTo>
                  <a:pt x="2093" y="9548"/>
                  <a:pt x="2621" y="10078"/>
                  <a:pt x="3271" y="10078"/>
                </a:cubicBezTo>
                <a:cubicBezTo>
                  <a:pt x="3921" y="10078"/>
                  <a:pt x="4451" y="9548"/>
                  <a:pt x="4451" y="8897"/>
                </a:cubicBezTo>
                <a:lnTo>
                  <a:pt x="5039" y="8897"/>
                </a:lnTo>
                <a:lnTo>
                  <a:pt x="5039" y="7195"/>
                </a:lnTo>
                <a:cubicBezTo>
                  <a:pt x="5966" y="6595"/>
                  <a:pt x="6536" y="5557"/>
                  <a:pt x="6536" y="4445"/>
                </a:cubicBezTo>
                <a:lnTo>
                  <a:pt x="6536" y="3268"/>
                </a:lnTo>
                <a:cubicBezTo>
                  <a:pt x="6536" y="1508"/>
                  <a:pt x="5137" y="68"/>
                  <a:pt x="3393" y="3"/>
                </a:cubicBezTo>
                <a:cubicBezTo>
                  <a:pt x="3351" y="1"/>
                  <a:pt x="3309" y="1"/>
                  <a:pt x="3267" y="1"/>
                </a:cubicBez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 name="Google Shape;1095;p70"/>
          <p:cNvGrpSpPr/>
          <p:nvPr/>
        </p:nvGrpSpPr>
        <p:grpSpPr>
          <a:xfrm>
            <a:off x="1685035" y="1890831"/>
            <a:ext cx="362805" cy="440134"/>
            <a:chOff x="3194650" y="3376673"/>
            <a:chExt cx="313519" cy="380344"/>
          </a:xfrm>
        </p:grpSpPr>
        <p:sp>
          <p:nvSpPr>
            <p:cNvPr id="1096" name="Google Shape;1096;p70"/>
            <p:cNvSpPr/>
            <p:nvPr/>
          </p:nvSpPr>
          <p:spPr>
            <a:xfrm>
              <a:off x="3329091" y="3376673"/>
              <a:ext cx="22300" cy="22300"/>
            </a:xfrm>
            <a:custGeom>
              <a:rect b="b" l="l" r="r" t="t"/>
              <a:pathLst>
                <a:path extrusionOk="0" h="591" w="591">
                  <a:moveTo>
                    <a:pt x="1" y="0"/>
                  </a:moveTo>
                  <a:lnTo>
                    <a:pt x="1" y="591"/>
                  </a:lnTo>
                  <a:lnTo>
                    <a:pt x="590" y="591"/>
                  </a:lnTo>
                  <a:lnTo>
                    <a:pt x="590"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70"/>
            <p:cNvSpPr/>
            <p:nvPr/>
          </p:nvSpPr>
          <p:spPr>
            <a:xfrm>
              <a:off x="3284529" y="3398935"/>
              <a:ext cx="22338" cy="22338"/>
            </a:xfrm>
            <a:custGeom>
              <a:rect b="b" l="l" r="r" t="t"/>
              <a:pathLst>
                <a:path extrusionOk="0" h="592" w="592">
                  <a:moveTo>
                    <a:pt x="0" y="1"/>
                  </a:moveTo>
                  <a:lnTo>
                    <a:pt x="0" y="591"/>
                  </a:lnTo>
                  <a:lnTo>
                    <a:pt x="591" y="591"/>
                  </a:lnTo>
                  <a:lnTo>
                    <a:pt x="591"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70"/>
            <p:cNvSpPr/>
            <p:nvPr/>
          </p:nvSpPr>
          <p:spPr>
            <a:xfrm>
              <a:off x="3351391" y="3421235"/>
              <a:ext cx="22300" cy="22338"/>
            </a:xfrm>
            <a:custGeom>
              <a:rect b="b" l="l" r="r" t="t"/>
              <a:pathLst>
                <a:path extrusionOk="0" h="592" w="591">
                  <a:moveTo>
                    <a:pt x="0" y="0"/>
                  </a:moveTo>
                  <a:lnTo>
                    <a:pt x="0" y="591"/>
                  </a:lnTo>
                  <a:lnTo>
                    <a:pt x="590" y="591"/>
                  </a:lnTo>
                  <a:lnTo>
                    <a:pt x="590" y="0"/>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70"/>
            <p:cNvSpPr/>
            <p:nvPr/>
          </p:nvSpPr>
          <p:spPr>
            <a:xfrm>
              <a:off x="3395915" y="3398935"/>
              <a:ext cx="22338" cy="22338"/>
            </a:xfrm>
            <a:custGeom>
              <a:rect b="b" l="l" r="r" t="t"/>
              <a:pathLst>
                <a:path extrusionOk="0" h="592" w="592">
                  <a:moveTo>
                    <a:pt x="1" y="1"/>
                  </a:moveTo>
                  <a:lnTo>
                    <a:pt x="1" y="591"/>
                  </a:lnTo>
                  <a:lnTo>
                    <a:pt x="592" y="591"/>
                  </a:lnTo>
                  <a:lnTo>
                    <a:pt x="592"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70"/>
            <p:cNvSpPr/>
            <p:nvPr/>
          </p:nvSpPr>
          <p:spPr>
            <a:xfrm>
              <a:off x="3194650" y="3465797"/>
              <a:ext cx="313519" cy="291219"/>
            </a:xfrm>
            <a:custGeom>
              <a:rect b="b" l="l" r="r" t="t"/>
              <a:pathLst>
                <a:path extrusionOk="0" h="7718" w="8309">
                  <a:moveTo>
                    <a:pt x="5870" y="592"/>
                  </a:moveTo>
                  <a:lnTo>
                    <a:pt x="4607" y="1952"/>
                  </a:lnTo>
                  <a:lnTo>
                    <a:pt x="4607" y="4290"/>
                  </a:lnTo>
                  <a:lnTo>
                    <a:pt x="3721" y="3935"/>
                  </a:lnTo>
                  <a:lnTo>
                    <a:pt x="3721" y="1952"/>
                  </a:lnTo>
                  <a:lnTo>
                    <a:pt x="2458" y="592"/>
                  </a:lnTo>
                  <a:close/>
                  <a:moveTo>
                    <a:pt x="7127" y="2363"/>
                  </a:moveTo>
                  <a:lnTo>
                    <a:pt x="7127" y="5946"/>
                  </a:lnTo>
                  <a:lnTo>
                    <a:pt x="1181" y="5946"/>
                  </a:lnTo>
                  <a:lnTo>
                    <a:pt x="1181" y="2363"/>
                  </a:lnTo>
                  <a:lnTo>
                    <a:pt x="3130" y="2363"/>
                  </a:lnTo>
                  <a:lnTo>
                    <a:pt x="3130" y="4335"/>
                  </a:lnTo>
                  <a:lnTo>
                    <a:pt x="5198" y="5162"/>
                  </a:lnTo>
                  <a:lnTo>
                    <a:pt x="5198" y="2363"/>
                  </a:lnTo>
                  <a:close/>
                  <a:moveTo>
                    <a:pt x="7718" y="6537"/>
                  </a:moveTo>
                  <a:lnTo>
                    <a:pt x="7718" y="7127"/>
                  </a:lnTo>
                  <a:lnTo>
                    <a:pt x="590" y="7127"/>
                  </a:lnTo>
                  <a:lnTo>
                    <a:pt x="590" y="6537"/>
                  </a:lnTo>
                  <a:close/>
                  <a:moveTo>
                    <a:pt x="1096" y="1"/>
                  </a:moveTo>
                  <a:lnTo>
                    <a:pt x="2739" y="1772"/>
                  </a:lnTo>
                  <a:lnTo>
                    <a:pt x="590" y="1772"/>
                  </a:lnTo>
                  <a:lnTo>
                    <a:pt x="590" y="5946"/>
                  </a:lnTo>
                  <a:lnTo>
                    <a:pt x="1" y="5946"/>
                  </a:lnTo>
                  <a:lnTo>
                    <a:pt x="1" y="7718"/>
                  </a:lnTo>
                  <a:lnTo>
                    <a:pt x="8308" y="7718"/>
                  </a:lnTo>
                  <a:lnTo>
                    <a:pt x="8308" y="5946"/>
                  </a:lnTo>
                  <a:lnTo>
                    <a:pt x="7718" y="5946"/>
                  </a:lnTo>
                  <a:lnTo>
                    <a:pt x="7718" y="1772"/>
                  </a:lnTo>
                  <a:lnTo>
                    <a:pt x="5569" y="1772"/>
                  </a:lnTo>
                  <a:lnTo>
                    <a:pt x="7212" y="1"/>
                  </a:lnTo>
                  <a:close/>
                </a:path>
              </a:pathLst>
            </a:custGeom>
            <a:gradFill>
              <a:gsLst>
                <a:gs pos="0">
                  <a:schemeClr val="accent2"/>
                </a:gs>
                <a:gs pos="100000">
                  <a:schemeClr val="accent4"/>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 name="Google Shape;1101;p70"/>
          <p:cNvSpPr/>
          <p:nvPr/>
        </p:nvSpPr>
        <p:spPr>
          <a:xfrm>
            <a:off x="3176725" y="1400100"/>
            <a:ext cx="2790600" cy="2790600"/>
          </a:xfrm>
          <a:prstGeom prst="ellipse">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02" name="Google Shape;1102;p70"/>
          <p:cNvPicPr preferRelativeResize="0"/>
          <p:nvPr/>
        </p:nvPicPr>
        <p:blipFill rotWithShape="1">
          <a:blip r:embed="rId3">
            <a:alphaModFix/>
          </a:blip>
          <a:srcRect b="0" l="149" r="139" t="0"/>
          <a:stretch/>
        </p:blipFill>
        <p:spPr>
          <a:xfrm>
            <a:off x="3378660" y="1623846"/>
            <a:ext cx="2386500" cy="2395800"/>
          </a:xfrm>
          <a:prstGeom prst="ellipse">
            <a:avLst/>
          </a:prstGeom>
          <a:noFill/>
          <a:ln>
            <a:noFill/>
          </a:ln>
        </p:spPr>
      </p:pic>
      <p:sp>
        <p:nvSpPr>
          <p:cNvPr id="1103" name="Google Shape;1103;p70"/>
          <p:cNvSpPr/>
          <p:nvPr/>
        </p:nvSpPr>
        <p:spPr>
          <a:xfrm flipH="1">
            <a:off x="3634116" y="3878639"/>
            <a:ext cx="362700" cy="362700"/>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70"/>
          <p:cNvSpPr/>
          <p:nvPr/>
        </p:nvSpPr>
        <p:spPr>
          <a:xfrm flipH="1">
            <a:off x="5321666" y="1554089"/>
            <a:ext cx="362700" cy="362700"/>
          </a:xfrm>
          <a:prstGeom prst="ellipse">
            <a:avLst/>
          </a:prstGeom>
          <a:gradFill>
            <a:gsLst>
              <a:gs pos="0">
                <a:schemeClr val="accent5"/>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5" name="Google Shape;1105;p70"/>
          <p:cNvCxnSpPr/>
          <p:nvPr/>
        </p:nvCxnSpPr>
        <p:spPr>
          <a:xfrm>
            <a:off x="2691325" y="1059050"/>
            <a:ext cx="3761400" cy="0"/>
          </a:xfrm>
          <a:prstGeom prst="straightConnector1">
            <a:avLst/>
          </a:prstGeom>
          <a:noFill/>
          <a:ln cap="flat" cmpd="sng" w="19050">
            <a:solidFill>
              <a:schemeClr val="accent5"/>
            </a:solidFill>
            <a:prstDash val="solid"/>
            <a:round/>
            <a:headEnd len="med" w="med" type="oval"/>
            <a:tailEnd len="med" w="med" type="oval"/>
          </a:ln>
        </p:spPr>
      </p:cxn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 name="Shape 1109"/>
        <p:cNvGrpSpPr/>
        <p:nvPr/>
      </p:nvGrpSpPr>
      <p:grpSpPr>
        <a:xfrm>
          <a:off x="0" y="0"/>
          <a:ext cx="0" cy="0"/>
          <a:chOff x="0" y="0"/>
          <a:chExt cx="0" cy="0"/>
        </a:xfrm>
      </p:grpSpPr>
      <p:sp>
        <p:nvSpPr>
          <p:cNvPr id="1110" name="Google Shape;1110;p71"/>
          <p:cNvSpPr/>
          <p:nvPr/>
        </p:nvSpPr>
        <p:spPr>
          <a:xfrm>
            <a:off x="4924400" y="1528375"/>
            <a:ext cx="3256200" cy="21078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11" name="Google Shape;1111;p71" title="Chart">
            <a:hlinkClick r:id="rId3"/>
          </p:cNvPr>
          <p:cNvPicPr preferRelativeResize="0"/>
          <p:nvPr/>
        </p:nvPicPr>
        <p:blipFill>
          <a:blip r:embed="rId4">
            <a:alphaModFix/>
          </a:blip>
          <a:stretch>
            <a:fillRect/>
          </a:stretch>
        </p:blipFill>
        <p:spPr>
          <a:xfrm>
            <a:off x="4651850" y="1601050"/>
            <a:ext cx="3643200" cy="2252712"/>
          </a:xfrm>
          <a:prstGeom prst="rect">
            <a:avLst/>
          </a:prstGeom>
          <a:noFill/>
          <a:ln>
            <a:noFill/>
          </a:ln>
        </p:spPr>
      </p:pic>
      <p:sp>
        <p:nvSpPr>
          <p:cNvPr id="1112" name="Google Shape;1112;p71"/>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ANOTHER GRAPH</a:t>
            </a:r>
            <a:endParaRPr/>
          </a:p>
        </p:txBody>
      </p:sp>
      <p:sp>
        <p:nvSpPr>
          <p:cNvPr id="1113" name="Google Shape;1113;p71"/>
          <p:cNvSpPr txBox="1"/>
          <p:nvPr/>
        </p:nvSpPr>
        <p:spPr>
          <a:xfrm>
            <a:off x="4876850" y="3982550"/>
            <a:ext cx="33513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000">
                <a:solidFill>
                  <a:schemeClr val="accent5"/>
                </a:solidFill>
                <a:latin typeface="Oxygen"/>
                <a:ea typeface="Oxygen"/>
                <a:cs typeface="Oxygen"/>
                <a:sym typeface="Oxygen"/>
              </a:rPr>
              <a:t>Follow the link in the graph to modify its data and then paste the new one here. </a:t>
            </a:r>
            <a:r>
              <a:rPr b="1" lang="en" sz="1000">
                <a:solidFill>
                  <a:schemeClr val="accent5"/>
                </a:solidFill>
                <a:uFill>
                  <a:noFill/>
                </a:uFill>
                <a:latin typeface="Oxygen"/>
                <a:ea typeface="Oxygen"/>
                <a:cs typeface="Oxygen"/>
                <a:sym typeface="Oxygen"/>
                <a:hlinkClick r:id="rId5">
                  <a:extLst>
                    <a:ext uri="{A12FA001-AC4F-418D-AE19-62706E023703}">
                      <ahyp:hlinkClr val="tx"/>
                    </a:ext>
                  </a:extLst>
                </a:hlinkClick>
              </a:rPr>
              <a:t>For more info, click here</a:t>
            </a:r>
            <a:endParaRPr sz="1000">
              <a:solidFill>
                <a:schemeClr val="accent5"/>
              </a:solidFill>
              <a:latin typeface="Oxygen"/>
              <a:ea typeface="Oxygen"/>
              <a:cs typeface="Oxygen"/>
              <a:sym typeface="Oxygen"/>
            </a:endParaRPr>
          </a:p>
        </p:txBody>
      </p:sp>
      <p:sp>
        <p:nvSpPr>
          <p:cNvPr id="1114" name="Google Shape;1114;p71"/>
          <p:cNvSpPr txBox="1"/>
          <p:nvPr>
            <p:ph idx="4294967295" type="subTitle"/>
          </p:nvPr>
        </p:nvSpPr>
        <p:spPr>
          <a:xfrm>
            <a:off x="723000" y="3866063"/>
            <a:ext cx="1624500" cy="69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biggest planet in the Solar System</a:t>
            </a:r>
            <a:endParaRPr/>
          </a:p>
        </p:txBody>
      </p:sp>
      <p:sp>
        <p:nvSpPr>
          <p:cNvPr id="1115" name="Google Shape;1115;p71"/>
          <p:cNvSpPr txBox="1"/>
          <p:nvPr>
            <p:ph idx="4294967295" type="subTitle"/>
          </p:nvPr>
        </p:nvSpPr>
        <p:spPr>
          <a:xfrm>
            <a:off x="2588425" y="2116200"/>
            <a:ext cx="1627500" cy="69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very cold place</a:t>
            </a:r>
            <a:endParaRPr/>
          </a:p>
        </p:txBody>
      </p:sp>
      <p:sp>
        <p:nvSpPr>
          <p:cNvPr id="1116" name="Google Shape;1116;p71"/>
          <p:cNvSpPr txBox="1"/>
          <p:nvPr>
            <p:ph idx="4294967295" type="subTitle"/>
          </p:nvPr>
        </p:nvSpPr>
        <p:spPr>
          <a:xfrm>
            <a:off x="2588435" y="3866063"/>
            <a:ext cx="1627500" cy="69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Earth is the only planet known to harbor life</a:t>
            </a:r>
            <a:endParaRPr/>
          </a:p>
        </p:txBody>
      </p:sp>
      <p:sp>
        <p:nvSpPr>
          <p:cNvPr id="1117" name="Google Shape;1117;p71"/>
          <p:cNvSpPr txBox="1"/>
          <p:nvPr>
            <p:ph idx="4294967295" type="subTitle"/>
          </p:nvPr>
        </p:nvSpPr>
        <p:spPr>
          <a:xfrm>
            <a:off x="720000" y="2115525"/>
            <a:ext cx="1627500" cy="69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118" name="Google Shape;1118;p71"/>
          <p:cNvSpPr txBox="1"/>
          <p:nvPr/>
        </p:nvSpPr>
        <p:spPr>
          <a:xfrm>
            <a:off x="721500" y="1687213"/>
            <a:ext cx="16275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VENUS</a:t>
            </a:r>
            <a:endParaRPr sz="2000">
              <a:solidFill>
                <a:schemeClr val="lt1"/>
              </a:solidFill>
              <a:latin typeface="Montserrat ExtraBold"/>
              <a:ea typeface="Montserrat ExtraBold"/>
              <a:cs typeface="Montserrat ExtraBold"/>
              <a:sym typeface="Montserrat ExtraBold"/>
            </a:endParaRPr>
          </a:p>
        </p:txBody>
      </p:sp>
      <p:sp>
        <p:nvSpPr>
          <p:cNvPr id="1119" name="Google Shape;1119;p71"/>
          <p:cNvSpPr txBox="1"/>
          <p:nvPr/>
        </p:nvSpPr>
        <p:spPr>
          <a:xfrm>
            <a:off x="721488" y="3431925"/>
            <a:ext cx="16275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JUPITER</a:t>
            </a:r>
            <a:endParaRPr sz="2000">
              <a:solidFill>
                <a:schemeClr val="lt1"/>
              </a:solidFill>
              <a:latin typeface="Montserrat ExtraBold"/>
              <a:ea typeface="Montserrat ExtraBold"/>
              <a:cs typeface="Montserrat ExtraBold"/>
              <a:sym typeface="Montserrat ExtraBold"/>
            </a:endParaRPr>
          </a:p>
        </p:txBody>
      </p:sp>
      <p:sp>
        <p:nvSpPr>
          <p:cNvPr id="1120" name="Google Shape;1120;p71"/>
          <p:cNvSpPr txBox="1"/>
          <p:nvPr/>
        </p:nvSpPr>
        <p:spPr>
          <a:xfrm>
            <a:off x="2588425" y="1687438"/>
            <a:ext cx="16275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MARS</a:t>
            </a:r>
            <a:endParaRPr sz="2000">
              <a:solidFill>
                <a:schemeClr val="lt1"/>
              </a:solidFill>
              <a:latin typeface="Montserrat ExtraBold"/>
              <a:ea typeface="Montserrat ExtraBold"/>
              <a:cs typeface="Montserrat ExtraBold"/>
              <a:sym typeface="Montserrat ExtraBold"/>
            </a:endParaRPr>
          </a:p>
        </p:txBody>
      </p:sp>
      <p:sp>
        <p:nvSpPr>
          <p:cNvPr id="1121" name="Google Shape;1121;p71"/>
          <p:cNvSpPr txBox="1"/>
          <p:nvPr/>
        </p:nvSpPr>
        <p:spPr>
          <a:xfrm>
            <a:off x="2588425" y="3431925"/>
            <a:ext cx="1627500" cy="49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Montserrat ExtraBold"/>
                <a:ea typeface="Montserrat ExtraBold"/>
                <a:cs typeface="Montserrat ExtraBold"/>
                <a:sym typeface="Montserrat ExtraBold"/>
              </a:rPr>
              <a:t>EARTH</a:t>
            </a:r>
            <a:endParaRPr sz="2000">
              <a:solidFill>
                <a:schemeClr val="lt1"/>
              </a:solidFill>
              <a:latin typeface="Montserrat ExtraBold"/>
              <a:ea typeface="Montserrat ExtraBold"/>
              <a:cs typeface="Montserrat ExtraBold"/>
              <a:sym typeface="Montserrat ExtraBold"/>
            </a:endParaRPr>
          </a:p>
        </p:txBody>
      </p:sp>
      <p:cxnSp>
        <p:nvCxnSpPr>
          <p:cNvPr id="1122" name="Google Shape;1122;p71"/>
          <p:cNvCxnSpPr/>
          <p:nvPr/>
        </p:nvCxnSpPr>
        <p:spPr>
          <a:xfrm>
            <a:off x="2028150" y="1059050"/>
            <a:ext cx="5087700" cy="0"/>
          </a:xfrm>
          <a:prstGeom prst="straightConnector1">
            <a:avLst/>
          </a:prstGeom>
          <a:noFill/>
          <a:ln cap="flat" cmpd="sng" w="19050">
            <a:solidFill>
              <a:schemeClr val="accent5"/>
            </a:solidFill>
            <a:prstDash val="solid"/>
            <a:round/>
            <a:headEnd len="med" w="med" type="oval"/>
            <a:tailEnd len="med" w="med" type="oval"/>
          </a:ln>
        </p:spPr>
      </p:cxnSp>
      <p:sp>
        <p:nvSpPr>
          <p:cNvPr id="1123" name="Google Shape;1123;p71"/>
          <p:cNvSpPr/>
          <p:nvPr/>
        </p:nvSpPr>
        <p:spPr>
          <a:xfrm>
            <a:off x="1398150" y="1459000"/>
            <a:ext cx="274200" cy="274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71"/>
          <p:cNvSpPr/>
          <p:nvPr/>
        </p:nvSpPr>
        <p:spPr>
          <a:xfrm>
            <a:off x="3265075" y="1461338"/>
            <a:ext cx="274200" cy="274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71"/>
          <p:cNvSpPr/>
          <p:nvPr/>
        </p:nvSpPr>
        <p:spPr>
          <a:xfrm>
            <a:off x="1398150" y="3200375"/>
            <a:ext cx="274200" cy="274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71"/>
          <p:cNvSpPr/>
          <p:nvPr/>
        </p:nvSpPr>
        <p:spPr>
          <a:xfrm>
            <a:off x="3265075" y="3202713"/>
            <a:ext cx="274200" cy="274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 name="Shape 1130"/>
        <p:cNvGrpSpPr/>
        <p:nvPr/>
      </p:nvGrpSpPr>
      <p:grpSpPr>
        <a:xfrm>
          <a:off x="0" y="0"/>
          <a:ext cx="0" cy="0"/>
          <a:chOff x="0" y="0"/>
          <a:chExt cx="0" cy="0"/>
        </a:xfrm>
      </p:grpSpPr>
      <p:sp>
        <p:nvSpPr>
          <p:cNvPr id="1131" name="Google Shape;1131;p72"/>
          <p:cNvSpPr txBox="1"/>
          <p:nvPr>
            <p:ph type="ctrTitle"/>
          </p:nvPr>
        </p:nvSpPr>
        <p:spPr>
          <a:xfrm>
            <a:off x="2361350" y="777175"/>
            <a:ext cx="4421400" cy="102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132" name="Google Shape;1132;p72"/>
          <p:cNvSpPr txBox="1"/>
          <p:nvPr>
            <p:ph idx="1" type="subTitle"/>
          </p:nvPr>
        </p:nvSpPr>
        <p:spPr>
          <a:xfrm>
            <a:off x="2679300" y="2282458"/>
            <a:ext cx="3785400" cy="122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accent5"/>
                </a:solidFill>
              </a:rPr>
              <a:t>Does anyone have any questions?</a:t>
            </a:r>
            <a:endParaRPr b="1">
              <a:solidFill>
                <a:schemeClr val="accent5"/>
              </a:solidFill>
            </a:endParaRPr>
          </a:p>
          <a:p>
            <a:pPr indent="0" lvl="0" marL="0" rtl="0" algn="ctr">
              <a:spcBef>
                <a:spcPts val="0"/>
              </a:spcBef>
              <a:spcAft>
                <a:spcPts val="0"/>
              </a:spcAft>
              <a:buNone/>
            </a:pPr>
            <a:r>
              <a:t/>
            </a:r>
            <a:endParaRPr/>
          </a:p>
          <a:p>
            <a:pPr indent="0" lvl="0" marL="0" rtl="0" algn="ctr">
              <a:spcBef>
                <a:spcPts val="0"/>
              </a:spcBef>
              <a:spcAft>
                <a:spcPts val="0"/>
              </a:spcAft>
              <a:buNone/>
            </a:pPr>
            <a:r>
              <a:rPr lang="en"/>
              <a:t>addyouremail@freepik.com</a:t>
            </a:r>
            <a:endParaRPr/>
          </a:p>
          <a:p>
            <a:pPr indent="0" lvl="0" marL="0" rtl="0" algn="ctr">
              <a:spcBef>
                <a:spcPts val="0"/>
              </a:spcBef>
              <a:spcAft>
                <a:spcPts val="0"/>
              </a:spcAft>
              <a:buNone/>
            </a:pPr>
            <a:r>
              <a:rPr lang="en"/>
              <a:t>+91 620 421 88</a:t>
            </a:r>
            <a:endParaRPr/>
          </a:p>
          <a:p>
            <a:pPr indent="0" lvl="0" marL="0" rtl="0" algn="ctr">
              <a:spcBef>
                <a:spcPts val="0"/>
              </a:spcBef>
              <a:spcAft>
                <a:spcPts val="0"/>
              </a:spcAft>
              <a:buNone/>
            </a:pPr>
            <a:r>
              <a:rPr lang="en"/>
              <a:t>yourcompany.com</a:t>
            </a:r>
            <a:endParaRPr/>
          </a:p>
        </p:txBody>
      </p:sp>
      <p:sp>
        <p:nvSpPr>
          <p:cNvPr id="1133" name="Google Shape;1133;p72"/>
          <p:cNvSpPr txBox="1"/>
          <p:nvPr>
            <p:ph idx="2" type="subTitle"/>
          </p:nvPr>
        </p:nvSpPr>
        <p:spPr>
          <a:xfrm rot="-962">
            <a:off x="2963720" y="4229842"/>
            <a:ext cx="3216600" cy="37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Please keep this slide as attribution</a:t>
            </a:r>
            <a:endParaRPr/>
          </a:p>
        </p:txBody>
      </p:sp>
      <p:cxnSp>
        <p:nvCxnSpPr>
          <p:cNvPr id="1134" name="Google Shape;1134;p72"/>
          <p:cNvCxnSpPr/>
          <p:nvPr/>
        </p:nvCxnSpPr>
        <p:spPr>
          <a:xfrm>
            <a:off x="2456900" y="1805575"/>
            <a:ext cx="4230300" cy="0"/>
          </a:xfrm>
          <a:prstGeom prst="straightConnector1">
            <a:avLst/>
          </a:prstGeom>
          <a:noFill/>
          <a:ln cap="flat" cmpd="sng" w="19050">
            <a:solidFill>
              <a:schemeClr val="accent5"/>
            </a:solidFill>
            <a:prstDash val="solid"/>
            <a:round/>
            <a:headEnd len="med" w="med" type="oval"/>
            <a:tailEnd len="med" w="med" type="oval"/>
          </a:ln>
        </p:spPr>
      </p:cxnSp>
      <p:grpSp>
        <p:nvGrpSpPr>
          <p:cNvPr id="1135" name="Google Shape;1135;p72"/>
          <p:cNvGrpSpPr/>
          <p:nvPr/>
        </p:nvGrpSpPr>
        <p:grpSpPr>
          <a:xfrm>
            <a:off x="3801214" y="1942379"/>
            <a:ext cx="278280" cy="278280"/>
            <a:chOff x="5566722" y="2571753"/>
            <a:chExt cx="417024" cy="417024"/>
          </a:xfrm>
        </p:grpSpPr>
        <p:sp>
          <p:nvSpPr>
            <p:cNvPr id="1136" name="Google Shape;1136;p72"/>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72"/>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 name="Google Shape;1138;p72"/>
          <p:cNvGrpSpPr/>
          <p:nvPr/>
        </p:nvGrpSpPr>
        <p:grpSpPr>
          <a:xfrm>
            <a:off x="5064227" y="1942379"/>
            <a:ext cx="278280" cy="278280"/>
            <a:chOff x="7137330" y="2571753"/>
            <a:chExt cx="417024" cy="417024"/>
          </a:xfrm>
        </p:grpSpPr>
        <p:sp>
          <p:nvSpPr>
            <p:cNvPr id="1139" name="Google Shape;1139;p72"/>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72"/>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72"/>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 name="Google Shape;1142;p72"/>
          <p:cNvGrpSpPr/>
          <p:nvPr/>
        </p:nvGrpSpPr>
        <p:grpSpPr>
          <a:xfrm>
            <a:off x="4432714" y="1942379"/>
            <a:ext cx="278280" cy="278280"/>
            <a:chOff x="6613801" y="2571753"/>
            <a:chExt cx="417024" cy="417024"/>
          </a:xfrm>
        </p:grpSpPr>
        <p:sp>
          <p:nvSpPr>
            <p:cNvPr id="1143" name="Google Shape;1143;p72"/>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72"/>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72"/>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72"/>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72"/>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1" name="Shape 1151"/>
        <p:cNvGrpSpPr/>
        <p:nvPr/>
      </p:nvGrpSpPr>
      <p:grpSpPr>
        <a:xfrm>
          <a:off x="0" y="0"/>
          <a:ext cx="0" cy="0"/>
          <a:chOff x="0" y="0"/>
          <a:chExt cx="0" cy="0"/>
        </a:xfrm>
      </p:grpSpPr>
      <p:sp>
        <p:nvSpPr>
          <p:cNvPr id="1152" name="Google Shape;1152;p73"/>
          <p:cNvSpPr txBox="1"/>
          <p:nvPr>
            <p:ph type="title"/>
          </p:nvPr>
        </p:nvSpPr>
        <p:spPr>
          <a:xfrm>
            <a:off x="720000" y="584500"/>
            <a:ext cx="7704000" cy="32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ICON PACK: ARTIFICIAL </a:t>
            </a:r>
            <a:r>
              <a:rPr lang="en"/>
              <a:t>INTELLIGENCE</a:t>
            </a:r>
            <a:endParaRPr/>
          </a:p>
        </p:txBody>
      </p:sp>
      <p:grpSp>
        <p:nvGrpSpPr>
          <p:cNvPr id="1153" name="Google Shape;1153;p73"/>
          <p:cNvGrpSpPr/>
          <p:nvPr/>
        </p:nvGrpSpPr>
        <p:grpSpPr>
          <a:xfrm>
            <a:off x="951329" y="1648116"/>
            <a:ext cx="314656" cy="358409"/>
            <a:chOff x="743847" y="1572643"/>
            <a:chExt cx="332687" cy="378947"/>
          </a:xfrm>
        </p:grpSpPr>
        <p:sp>
          <p:nvSpPr>
            <p:cNvPr id="1154" name="Google Shape;1154;p73"/>
            <p:cNvSpPr/>
            <p:nvPr/>
          </p:nvSpPr>
          <p:spPr>
            <a:xfrm>
              <a:off x="743847" y="1572643"/>
              <a:ext cx="332687" cy="378947"/>
            </a:xfrm>
            <a:custGeom>
              <a:rect b="b" l="l" r="r" t="t"/>
              <a:pathLst>
                <a:path extrusionOk="0" h="10043" w="8817">
                  <a:moveTo>
                    <a:pt x="3551" y="556"/>
                  </a:moveTo>
                  <a:lnTo>
                    <a:pt x="3551" y="1755"/>
                  </a:lnTo>
                  <a:cubicBezTo>
                    <a:pt x="2647" y="1885"/>
                    <a:pt x="1930" y="2601"/>
                    <a:pt x="1801" y="3505"/>
                  </a:cubicBezTo>
                  <a:lnTo>
                    <a:pt x="601" y="3505"/>
                  </a:lnTo>
                  <a:cubicBezTo>
                    <a:pt x="743" y="1944"/>
                    <a:pt x="1989" y="697"/>
                    <a:pt x="3551" y="556"/>
                  </a:cubicBezTo>
                  <a:close/>
                  <a:moveTo>
                    <a:pt x="4141" y="556"/>
                  </a:moveTo>
                  <a:cubicBezTo>
                    <a:pt x="5702" y="697"/>
                    <a:pt x="6950" y="1944"/>
                    <a:pt x="7091" y="3505"/>
                  </a:cubicBezTo>
                  <a:lnTo>
                    <a:pt x="5892" y="3505"/>
                  </a:lnTo>
                  <a:cubicBezTo>
                    <a:pt x="5763" y="2601"/>
                    <a:pt x="5045" y="1885"/>
                    <a:pt x="4141" y="1755"/>
                  </a:cubicBezTo>
                  <a:lnTo>
                    <a:pt x="4141" y="556"/>
                  </a:lnTo>
                  <a:close/>
                  <a:moveTo>
                    <a:pt x="3854" y="2330"/>
                  </a:moveTo>
                  <a:cubicBezTo>
                    <a:pt x="4669" y="2330"/>
                    <a:pt x="5331" y="2993"/>
                    <a:pt x="5331" y="3807"/>
                  </a:cubicBezTo>
                  <a:cubicBezTo>
                    <a:pt x="5331" y="4620"/>
                    <a:pt x="4669" y="5283"/>
                    <a:pt x="3854" y="5283"/>
                  </a:cubicBezTo>
                  <a:cubicBezTo>
                    <a:pt x="3040" y="5283"/>
                    <a:pt x="2379" y="4620"/>
                    <a:pt x="2379" y="3807"/>
                  </a:cubicBezTo>
                  <a:cubicBezTo>
                    <a:pt x="2378" y="2993"/>
                    <a:pt x="3040" y="2330"/>
                    <a:pt x="3854" y="2330"/>
                  </a:cubicBezTo>
                  <a:close/>
                  <a:moveTo>
                    <a:pt x="7202" y="4096"/>
                  </a:moveTo>
                  <a:lnTo>
                    <a:pt x="7974" y="6223"/>
                  </a:lnTo>
                  <a:lnTo>
                    <a:pt x="7114" y="6223"/>
                  </a:lnTo>
                  <a:lnTo>
                    <a:pt x="7114" y="7679"/>
                  </a:lnTo>
                  <a:lnTo>
                    <a:pt x="5323" y="7679"/>
                  </a:lnTo>
                  <a:lnTo>
                    <a:pt x="5323" y="9451"/>
                  </a:lnTo>
                  <a:lnTo>
                    <a:pt x="1780" y="9451"/>
                  </a:lnTo>
                  <a:lnTo>
                    <a:pt x="1780" y="6316"/>
                  </a:lnTo>
                  <a:lnTo>
                    <a:pt x="1680" y="6228"/>
                  </a:lnTo>
                  <a:cubicBezTo>
                    <a:pt x="1062" y="5677"/>
                    <a:pt x="679" y="4912"/>
                    <a:pt x="604" y="4096"/>
                  </a:cubicBezTo>
                  <a:lnTo>
                    <a:pt x="1805" y="4096"/>
                  </a:lnTo>
                  <a:cubicBezTo>
                    <a:pt x="1948" y="5095"/>
                    <a:pt x="2812" y="5865"/>
                    <a:pt x="3852" y="5865"/>
                  </a:cubicBezTo>
                  <a:cubicBezTo>
                    <a:pt x="4893" y="5865"/>
                    <a:pt x="5757" y="5095"/>
                    <a:pt x="5901" y="4096"/>
                  </a:cubicBezTo>
                  <a:close/>
                  <a:moveTo>
                    <a:pt x="3852" y="0"/>
                  </a:moveTo>
                  <a:cubicBezTo>
                    <a:pt x="1729" y="0"/>
                    <a:pt x="0" y="1718"/>
                    <a:pt x="0" y="3831"/>
                  </a:cubicBezTo>
                  <a:cubicBezTo>
                    <a:pt x="0" y="4876"/>
                    <a:pt x="431" y="5877"/>
                    <a:pt x="1189" y="6598"/>
                  </a:cubicBezTo>
                  <a:lnTo>
                    <a:pt x="1189" y="10042"/>
                  </a:lnTo>
                  <a:lnTo>
                    <a:pt x="5913" y="10042"/>
                  </a:lnTo>
                  <a:lnTo>
                    <a:pt x="5913" y="8270"/>
                  </a:lnTo>
                  <a:lnTo>
                    <a:pt x="7704" y="8270"/>
                  </a:lnTo>
                  <a:lnTo>
                    <a:pt x="7704" y="6832"/>
                  </a:lnTo>
                  <a:lnTo>
                    <a:pt x="8816" y="6832"/>
                  </a:lnTo>
                  <a:lnTo>
                    <a:pt x="7704" y="3779"/>
                  </a:lnTo>
                  <a:cubicBezTo>
                    <a:pt x="7676" y="1690"/>
                    <a:pt x="5959" y="0"/>
                    <a:pt x="38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73"/>
            <p:cNvSpPr/>
            <p:nvPr/>
          </p:nvSpPr>
          <p:spPr>
            <a:xfrm>
              <a:off x="855837" y="1682822"/>
              <a:ext cx="66900" cy="66862"/>
            </a:xfrm>
            <a:custGeom>
              <a:rect b="b" l="l" r="r" t="t"/>
              <a:pathLst>
                <a:path extrusionOk="0" h="1772" w="1773">
                  <a:moveTo>
                    <a:pt x="886" y="592"/>
                  </a:moveTo>
                  <a:cubicBezTo>
                    <a:pt x="1050" y="592"/>
                    <a:pt x="1182" y="723"/>
                    <a:pt x="1182" y="887"/>
                  </a:cubicBezTo>
                  <a:cubicBezTo>
                    <a:pt x="1182" y="1049"/>
                    <a:pt x="1050" y="1181"/>
                    <a:pt x="886" y="1181"/>
                  </a:cubicBezTo>
                  <a:cubicBezTo>
                    <a:pt x="724" y="1181"/>
                    <a:pt x="591" y="1049"/>
                    <a:pt x="591" y="887"/>
                  </a:cubicBezTo>
                  <a:cubicBezTo>
                    <a:pt x="591" y="723"/>
                    <a:pt x="724" y="592"/>
                    <a:pt x="886" y="592"/>
                  </a:cubicBezTo>
                  <a:close/>
                  <a:moveTo>
                    <a:pt x="886" y="1"/>
                  </a:moveTo>
                  <a:cubicBezTo>
                    <a:pt x="398" y="1"/>
                    <a:pt x="0" y="398"/>
                    <a:pt x="0" y="887"/>
                  </a:cubicBezTo>
                  <a:cubicBezTo>
                    <a:pt x="0" y="1375"/>
                    <a:pt x="398" y="1772"/>
                    <a:pt x="886" y="1772"/>
                  </a:cubicBezTo>
                  <a:cubicBezTo>
                    <a:pt x="1375" y="1772"/>
                    <a:pt x="1772" y="1375"/>
                    <a:pt x="1772" y="887"/>
                  </a:cubicBezTo>
                  <a:cubicBezTo>
                    <a:pt x="1772" y="398"/>
                    <a:pt x="1375" y="1"/>
                    <a:pt x="8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 name="Google Shape;1156;p73"/>
          <p:cNvSpPr/>
          <p:nvPr/>
        </p:nvSpPr>
        <p:spPr>
          <a:xfrm>
            <a:off x="7878014" y="1648117"/>
            <a:ext cx="314657" cy="358410"/>
          </a:xfrm>
          <a:custGeom>
            <a:rect b="b" l="l" r="r" t="t"/>
            <a:pathLst>
              <a:path extrusionOk="0" h="10043" w="8817">
                <a:moveTo>
                  <a:pt x="3855" y="1724"/>
                </a:moveTo>
                <a:cubicBezTo>
                  <a:pt x="4901" y="1724"/>
                  <a:pt x="5768" y="2500"/>
                  <a:pt x="5911" y="3505"/>
                </a:cubicBezTo>
                <a:lnTo>
                  <a:pt x="1799" y="3505"/>
                </a:lnTo>
                <a:cubicBezTo>
                  <a:pt x="1943" y="2500"/>
                  <a:pt x="2810" y="1724"/>
                  <a:pt x="3855" y="1724"/>
                </a:cubicBezTo>
                <a:close/>
                <a:moveTo>
                  <a:pt x="3854" y="570"/>
                </a:moveTo>
                <a:cubicBezTo>
                  <a:pt x="3923" y="570"/>
                  <a:pt x="3993" y="573"/>
                  <a:pt x="4064" y="577"/>
                </a:cubicBezTo>
                <a:cubicBezTo>
                  <a:pt x="5785" y="686"/>
                  <a:pt x="7115" y="2134"/>
                  <a:pt x="7115" y="3859"/>
                </a:cubicBezTo>
                <a:lnTo>
                  <a:pt x="7115" y="3873"/>
                </a:lnTo>
                <a:lnTo>
                  <a:pt x="7974" y="6242"/>
                </a:lnTo>
                <a:lnTo>
                  <a:pt x="7115" y="6242"/>
                </a:lnTo>
                <a:lnTo>
                  <a:pt x="7115" y="7679"/>
                </a:lnTo>
                <a:lnTo>
                  <a:pt x="5344" y="7679"/>
                </a:lnTo>
                <a:lnTo>
                  <a:pt x="5344" y="9451"/>
                </a:lnTo>
                <a:lnTo>
                  <a:pt x="4162" y="9451"/>
                </a:lnTo>
                <a:lnTo>
                  <a:pt x="4162" y="4096"/>
                </a:lnTo>
                <a:lnTo>
                  <a:pt x="6524" y="4096"/>
                </a:lnTo>
                <a:lnTo>
                  <a:pt x="6524" y="3829"/>
                </a:lnTo>
                <a:cubicBezTo>
                  <a:pt x="6524" y="2382"/>
                  <a:pt x="5382" y="1175"/>
                  <a:pt x="3934" y="1134"/>
                </a:cubicBezTo>
                <a:cubicBezTo>
                  <a:pt x="3909" y="1133"/>
                  <a:pt x="3883" y="1133"/>
                  <a:pt x="3858" y="1133"/>
                </a:cubicBezTo>
                <a:cubicBezTo>
                  <a:pt x="2387" y="1133"/>
                  <a:pt x="1190" y="2329"/>
                  <a:pt x="1190" y="3801"/>
                </a:cubicBezTo>
                <a:lnTo>
                  <a:pt x="1190" y="4096"/>
                </a:lnTo>
                <a:lnTo>
                  <a:pt x="3572" y="4096"/>
                </a:lnTo>
                <a:lnTo>
                  <a:pt x="3572" y="9451"/>
                </a:lnTo>
                <a:lnTo>
                  <a:pt x="1779" y="9451"/>
                </a:lnTo>
                <a:lnTo>
                  <a:pt x="1779" y="6335"/>
                </a:lnTo>
                <a:lnTo>
                  <a:pt x="1681" y="6248"/>
                </a:lnTo>
                <a:cubicBezTo>
                  <a:pt x="988" y="5631"/>
                  <a:pt x="592" y="4747"/>
                  <a:pt x="592" y="3822"/>
                </a:cubicBezTo>
                <a:cubicBezTo>
                  <a:pt x="592" y="2029"/>
                  <a:pt x="2054" y="570"/>
                  <a:pt x="3854" y="570"/>
                </a:cubicBezTo>
                <a:close/>
                <a:moveTo>
                  <a:pt x="3853" y="0"/>
                </a:moveTo>
                <a:cubicBezTo>
                  <a:pt x="1729" y="0"/>
                  <a:pt x="1" y="1718"/>
                  <a:pt x="1" y="3831"/>
                </a:cubicBezTo>
                <a:cubicBezTo>
                  <a:pt x="1" y="4876"/>
                  <a:pt x="432" y="5877"/>
                  <a:pt x="1189" y="6598"/>
                </a:cubicBezTo>
                <a:lnTo>
                  <a:pt x="1189" y="10042"/>
                </a:lnTo>
                <a:lnTo>
                  <a:pt x="5914" y="10042"/>
                </a:lnTo>
                <a:lnTo>
                  <a:pt x="5914" y="8270"/>
                </a:lnTo>
                <a:lnTo>
                  <a:pt x="7705" y="8270"/>
                </a:lnTo>
                <a:lnTo>
                  <a:pt x="7705" y="6832"/>
                </a:lnTo>
                <a:lnTo>
                  <a:pt x="8816" y="6832"/>
                </a:lnTo>
                <a:lnTo>
                  <a:pt x="7705" y="3779"/>
                </a:lnTo>
                <a:cubicBezTo>
                  <a:pt x="7677" y="1690"/>
                  <a:pt x="5960" y="0"/>
                  <a:pt x="38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 name="Google Shape;1157;p73"/>
          <p:cNvGrpSpPr/>
          <p:nvPr/>
        </p:nvGrpSpPr>
        <p:grpSpPr>
          <a:xfrm>
            <a:off x="7085818" y="1668493"/>
            <a:ext cx="359765" cy="317618"/>
            <a:chOff x="7229879" y="1594189"/>
            <a:chExt cx="380381" cy="335819"/>
          </a:xfrm>
        </p:grpSpPr>
        <p:sp>
          <p:nvSpPr>
            <p:cNvPr id="1158" name="Google Shape;1158;p73"/>
            <p:cNvSpPr/>
            <p:nvPr/>
          </p:nvSpPr>
          <p:spPr>
            <a:xfrm>
              <a:off x="7229879" y="1594189"/>
              <a:ext cx="380381" cy="335819"/>
            </a:xfrm>
            <a:custGeom>
              <a:rect b="b" l="l" r="r" t="t"/>
              <a:pathLst>
                <a:path extrusionOk="0" h="8900" w="10081">
                  <a:moveTo>
                    <a:pt x="9489" y="592"/>
                  </a:moveTo>
                  <a:lnTo>
                    <a:pt x="9489" y="5946"/>
                  </a:lnTo>
                  <a:lnTo>
                    <a:pt x="592" y="5946"/>
                  </a:lnTo>
                  <a:lnTo>
                    <a:pt x="592" y="592"/>
                  </a:lnTo>
                  <a:close/>
                  <a:moveTo>
                    <a:pt x="9489" y="6537"/>
                  </a:moveTo>
                  <a:lnTo>
                    <a:pt x="9489" y="7127"/>
                  </a:lnTo>
                  <a:lnTo>
                    <a:pt x="592" y="7127"/>
                  </a:lnTo>
                  <a:lnTo>
                    <a:pt x="592" y="6537"/>
                  </a:lnTo>
                  <a:close/>
                  <a:moveTo>
                    <a:pt x="5631" y="7718"/>
                  </a:moveTo>
                  <a:lnTo>
                    <a:pt x="5631" y="8309"/>
                  </a:lnTo>
                  <a:lnTo>
                    <a:pt x="4451" y="8309"/>
                  </a:lnTo>
                  <a:lnTo>
                    <a:pt x="4451" y="7718"/>
                  </a:lnTo>
                  <a:close/>
                  <a:moveTo>
                    <a:pt x="0" y="1"/>
                  </a:moveTo>
                  <a:lnTo>
                    <a:pt x="0" y="7718"/>
                  </a:lnTo>
                  <a:lnTo>
                    <a:pt x="3859" y="7718"/>
                  </a:lnTo>
                  <a:lnTo>
                    <a:pt x="3859" y="8309"/>
                  </a:lnTo>
                  <a:lnTo>
                    <a:pt x="1182" y="8309"/>
                  </a:lnTo>
                  <a:lnTo>
                    <a:pt x="1182" y="8899"/>
                  </a:lnTo>
                  <a:lnTo>
                    <a:pt x="8899" y="8899"/>
                  </a:lnTo>
                  <a:lnTo>
                    <a:pt x="8899" y="8309"/>
                  </a:lnTo>
                  <a:lnTo>
                    <a:pt x="6222" y="8309"/>
                  </a:lnTo>
                  <a:lnTo>
                    <a:pt x="6222" y="7718"/>
                  </a:lnTo>
                  <a:lnTo>
                    <a:pt x="10080" y="7718"/>
                  </a:lnTo>
                  <a:lnTo>
                    <a:pt x="100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73"/>
            <p:cNvSpPr/>
            <p:nvPr/>
          </p:nvSpPr>
          <p:spPr>
            <a:xfrm>
              <a:off x="7386582" y="1683917"/>
              <a:ext cx="66900" cy="66900"/>
            </a:xfrm>
            <a:custGeom>
              <a:rect b="b" l="l" r="r" t="t"/>
              <a:pathLst>
                <a:path extrusionOk="0" h="1773" w="1773">
                  <a:moveTo>
                    <a:pt x="886" y="591"/>
                  </a:moveTo>
                  <a:cubicBezTo>
                    <a:pt x="1049" y="591"/>
                    <a:pt x="1182" y="723"/>
                    <a:pt x="1182" y="886"/>
                  </a:cubicBezTo>
                  <a:cubicBezTo>
                    <a:pt x="1182" y="1049"/>
                    <a:pt x="1049" y="1182"/>
                    <a:pt x="886" y="1182"/>
                  </a:cubicBezTo>
                  <a:cubicBezTo>
                    <a:pt x="724" y="1182"/>
                    <a:pt x="591" y="1049"/>
                    <a:pt x="591" y="886"/>
                  </a:cubicBezTo>
                  <a:cubicBezTo>
                    <a:pt x="591" y="723"/>
                    <a:pt x="724" y="591"/>
                    <a:pt x="886" y="591"/>
                  </a:cubicBezTo>
                  <a:close/>
                  <a:moveTo>
                    <a:pt x="886" y="0"/>
                  </a:moveTo>
                  <a:cubicBezTo>
                    <a:pt x="398" y="0"/>
                    <a:pt x="0" y="398"/>
                    <a:pt x="0" y="886"/>
                  </a:cubicBezTo>
                  <a:cubicBezTo>
                    <a:pt x="0" y="1375"/>
                    <a:pt x="398" y="1773"/>
                    <a:pt x="886" y="1773"/>
                  </a:cubicBezTo>
                  <a:cubicBezTo>
                    <a:pt x="1375" y="1773"/>
                    <a:pt x="1772" y="1375"/>
                    <a:pt x="1772" y="886"/>
                  </a:cubicBezTo>
                  <a:cubicBezTo>
                    <a:pt x="1772" y="398"/>
                    <a:pt x="1375" y="0"/>
                    <a:pt x="8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73"/>
            <p:cNvSpPr/>
            <p:nvPr/>
          </p:nvSpPr>
          <p:spPr>
            <a:xfrm>
              <a:off x="7318777" y="1639354"/>
              <a:ext cx="202473" cy="155986"/>
            </a:xfrm>
            <a:custGeom>
              <a:rect b="b" l="l" r="r" t="t"/>
              <a:pathLst>
                <a:path extrusionOk="0" h="4134" w="5366">
                  <a:moveTo>
                    <a:pt x="2683" y="591"/>
                  </a:moveTo>
                  <a:cubicBezTo>
                    <a:pt x="3261" y="591"/>
                    <a:pt x="3785" y="850"/>
                    <a:pt x="4239" y="1364"/>
                  </a:cubicBezTo>
                  <a:cubicBezTo>
                    <a:pt x="4482" y="1637"/>
                    <a:pt x="4641" y="1917"/>
                    <a:pt x="4719" y="2067"/>
                  </a:cubicBezTo>
                  <a:cubicBezTo>
                    <a:pt x="4532" y="2432"/>
                    <a:pt x="3867" y="3544"/>
                    <a:pt x="2683" y="3544"/>
                  </a:cubicBezTo>
                  <a:cubicBezTo>
                    <a:pt x="2105" y="3544"/>
                    <a:pt x="1581" y="3284"/>
                    <a:pt x="1127" y="2771"/>
                  </a:cubicBezTo>
                  <a:cubicBezTo>
                    <a:pt x="885" y="2497"/>
                    <a:pt x="725" y="2218"/>
                    <a:pt x="647" y="2067"/>
                  </a:cubicBezTo>
                  <a:cubicBezTo>
                    <a:pt x="834" y="1703"/>
                    <a:pt x="1501" y="591"/>
                    <a:pt x="2683" y="591"/>
                  </a:cubicBezTo>
                  <a:close/>
                  <a:moveTo>
                    <a:pt x="2683" y="0"/>
                  </a:moveTo>
                  <a:cubicBezTo>
                    <a:pt x="1933" y="0"/>
                    <a:pt x="1237" y="341"/>
                    <a:pt x="672" y="986"/>
                  </a:cubicBezTo>
                  <a:cubicBezTo>
                    <a:pt x="257" y="1460"/>
                    <a:pt x="57" y="1934"/>
                    <a:pt x="48" y="1954"/>
                  </a:cubicBezTo>
                  <a:lnTo>
                    <a:pt x="1" y="2067"/>
                  </a:lnTo>
                  <a:lnTo>
                    <a:pt x="48" y="2181"/>
                  </a:lnTo>
                  <a:cubicBezTo>
                    <a:pt x="57" y="2201"/>
                    <a:pt x="257" y="2674"/>
                    <a:pt x="672" y="3148"/>
                  </a:cubicBezTo>
                  <a:cubicBezTo>
                    <a:pt x="1237" y="3793"/>
                    <a:pt x="1933" y="4134"/>
                    <a:pt x="2683" y="4134"/>
                  </a:cubicBezTo>
                  <a:cubicBezTo>
                    <a:pt x="3433" y="4134"/>
                    <a:pt x="4129" y="3793"/>
                    <a:pt x="4695" y="3148"/>
                  </a:cubicBezTo>
                  <a:cubicBezTo>
                    <a:pt x="5109" y="2674"/>
                    <a:pt x="5310" y="2201"/>
                    <a:pt x="5318" y="2181"/>
                  </a:cubicBezTo>
                  <a:lnTo>
                    <a:pt x="5366" y="2067"/>
                  </a:lnTo>
                  <a:lnTo>
                    <a:pt x="5318" y="1954"/>
                  </a:lnTo>
                  <a:cubicBezTo>
                    <a:pt x="5310" y="1934"/>
                    <a:pt x="5109" y="1460"/>
                    <a:pt x="4695" y="986"/>
                  </a:cubicBezTo>
                  <a:cubicBezTo>
                    <a:pt x="4129" y="341"/>
                    <a:pt x="3433" y="0"/>
                    <a:pt x="26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73"/>
            <p:cNvSpPr/>
            <p:nvPr/>
          </p:nvSpPr>
          <p:spPr>
            <a:xfrm>
              <a:off x="7274441" y="1773946"/>
              <a:ext cx="22338" cy="22338"/>
            </a:xfrm>
            <a:custGeom>
              <a:rect b="b" l="l" r="r" t="t"/>
              <a:pathLst>
                <a:path extrusionOk="0" h="592" w="592">
                  <a:moveTo>
                    <a:pt x="1" y="0"/>
                  </a:moveTo>
                  <a:lnTo>
                    <a:pt x="1"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73"/>
            <p:cNvSpPr/>
            <p:nvPr/>
          </p:nvSpPr>
          <p:spPr>
            <a:xfrm>
              <a:off x="7274441" y="1729384"/>
              <a:ext cx="22338" cy="22300"/>
            </a:xfrm>
            <a:custGeom>
              <a:rect b="b" l="l" r="r" t="t"/>
              <a:pathLst>
                <a:path extrusionOk="0" h="591" w="592">
                  <a:moveTo>
                    <a:pt x="1" y="0"/>
                  </a:moveTo>
                  <a:lnTo>
                    <a:pt x="1"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73"/>
            <p:cNvSpPr/>
            <p:nvPr/>
          </p:nvSpPr>
          <p:spPr>
            <a:xfrm>
              <a:off x="7274441" y="1684822"/>
              <a:ext cx="22338" cy="22300"/>
            </a:xfrm>
            <a:custGeom>
              <a:rect b="b" l="l" r="r" t="t"/>
              <a:pathLst>
                <a:path extrusionOk="0" h="591" w="592">
                  <a:moveTo>
                    <a:pt x="1" y="1"/>
                  </a:moveTo>
                  <a:lnTo>
                    <a:pt x="1" y="590"/>
                  </a:lnTo>
                  <a:lnTo>
                    <a:pt x="591" y="590"/>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73"/>
            <p:cNvSpPr/>
            <p:nvPr/>
          </p:nvSpPr>
          <p:spPr>
            <a:xfrm>
              <a:off x="7274441" y="1640260"/>
              <a:ext cx="22338" cy="22300"/>
            </a:xfrm>
            <a:custGeom>
              <a:rect b="b" l="l" r="r" t="t"/>
              <a:pathLst>
                <a:path extrusionOk="0" h="591" w="592">
                  <a:moveTo>
                    <a:pt x="1" y="0"/>
                  </a:moveTo>
                  <a:lnTo>
                    <a:pt x="1"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73"/>
            <p:cNvSpPr/>
            <p:nvPr/>
          </p:nvSpPr>
          <p:spPr>
            <a:xfrm>
              <a:off x="7543398" y="1773946"/>
              <a:ext cx="22300" cy="22338"/>
            </a:xfrm>
            <a:custGeom>
              <a:rect b="b" l="l" r="r" t="t"/>
              <a:pathLst>
                <a:path extrusionOk="0" h="592" w="591">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73"/>
            <p:cNvSpPr/>
            <p:nvPr/>
          </p:nvSpPr>
          <p:spPr>
            <a:xfrm>
              <a:off x="7543398" y="1729384"/>
              <a:ext cx="22300" cy="22300"/>
            </a:xfrm>
            <a:custGeom>
              <a:rect b="b" l="l" r="r" t="t"/>
              <a:pathLst>
                <a:path extrusionOk="0" h="591" w="591">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73"/>
            <p:cNvSpPr/>
            <p:nvPr/>
          </p:nvSpPr>
          <p:spPr>
            <a:xfrm>
              <a:off x="7543398" y="1684822"/>
              <a:ext cx="22300" cy="22300"/>
            </a:xfrm>
            <a:custGeom>
              <a:rect b="b" l="l" r="r" t="t"/>
              <a:pathLst>
                <a:path extrusionOk="0" h="591" w="591">
                  <a:moveTo>
                    <a:pt x="0" y="1"/>
                  </a:moveTo>
                  <a:lnTo>
                    <a:pt x="0" y="590"/>
                  </a:lnTo>
                  <a:lnTo>
                    <a:pt x="591" y="590"/>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73"/>
            <p:cNvSpPr/>
            <p:nvPr/>
          </p:nvSpPr>
          <p:spPr>
            <a:xfrm>
              <a:off x="7543398" y="1640260"/>
              <a:ext cx="22300" cy="22300"/>
            </a:xfrm>
            <a:custGeom>
              <a:rect b="b" l="l" r="r" t="t"/>
              <a:pathLst>
                <a:path extrusionOk="0" h="591" w="591">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 name="Google Shape;1169;p73"/>
          <p:cNvGrpSpPr/>
          <p:nvPr/>
        </p:nvGrpSpPr>
        <p:grpSpPr>
          <a:xfrm>
            <a:off x="6316183" y="1647402"/>
            <a:ext cx="359765" cy="359729"/>
            <a:chOff x="6416139" y="1571889"/>
            <a:chExt cx="380381" cy="380344"/>
          </a:xfrm>
        </p:grpSpPr>
        <p:sp>
          <p:nvSpPr>
            <p:cNvPr id="1170" name="Google Shape;1170;p73"/>
            <p:cNvSpPr/>
            <p:nvPr/>
          </p:nvSpPr>
          <p:spPr>
            <a:xfrm>
              <a:off x="6416139" y="1571889"/>
              <a:ext cx="380381" cy="380344"/>
            </a:xfrm>
            <a:custGeom>
              <a:rect b="b" l="l" r="r" t="t"/>
              <a:pathLst>
                <a:path extrusionOk="0" h="10080" w="10081">
                  <a:moveTo>
                    <a:pt x="5696" y="592"/>
                  </a:moveTo>
                  <a:lnTo>
                    <a:pt x="5864" y="1266"/>
                  </a:lnTo>
                  <a:lnTo>
                    <a:pt x="6033" y="1311"/>
                  </a:lnTo>
                  <a:cubicBezTo>
                    <a:pt x="6363" y="1399"/>
                    <a:pt x="6681" y="1531"/>
                    <a:pt x="6976" y="1703"/>
                  </a:cubicBezTo>
                  <a:lnTo>
                    <a:pt x="7128" y="1790"/>
                  </a:lnTo>
                  <a:lnTo>
                    <a:pt x="7724" y="1431"/>
                  </a:lnTo>
                  <a:lnTo>
                    <a:pt x="8650" y="2358"/>
                  </a:lnTo>
                  <a:lnTo>
                    <a:pt x="8291" y="2954"/>
                  </a:lnTo>
                  <a:lnTo>
                    <a:pt x="8379" y="3104"/>
                  </a:lnTo>
                  <a:cubicBezTo>
                    <a:pt x="8551" y="3401"/>
                    <a:pt x="8683" y="3718"/>
                    <a:pt x="8770" y="4049"/>
                  </a:cubicBezTo>
                  <a:lnTo>
                    <a:pt x="8816" y="4217"/>
                  </a:lnTo>
                  <a:lnTo>
                    <a:pt x="9490" y="4385"/>
                  </a:lnTo>
                  <a:lnTo>
                    <a:pt x="9490" y="5696"/>
                  </a:lnTo>
                  <a:lnTo>
                    <a:pt x="8816" y="5864"/>
                  </a:lnTo>
                  <a:lnTo>
                    <a:pt x="8770" y="6033"/>
                  </a:lnTo>
                  <a:cubicBezTo>
                    <a:pt x="8683" y="6363"/>
                    <a:pt x="8551" y="6680"/>
                    <a:pt x="8379" y="6977"/>
                  </a:cubicBezTo>
                  <a:lnTo>
                    <a:pt x="8291" y="7128"/>
                  </a:lnTo>
                  <a:lnTo>
                    <a:pt x="8650" y="7724"/>
                  </a:lnTo>
                  <a:lnTo>
                    <a:pt x="7724" y="8650"/>
                  </a:lnTo>
                  <a:lnTo>
                    <a:pt x="7128" y="8291"/>
                  </a:lnTo>
                  <a:lnTo>
                    <a:pt x="6976" y="8379"/>
                  </a:lnTo>
                  <a:cubicBezTo>
                    <a:pt x="6681" y="8550"/>
                    <a:pt x="6363" y="8682"/>
                    <a:pt x="6033" y="8770"/>
                  </a:cubicBezTo>
                  <a:lnTo>
                    <a:pt x="5864" y="8815"/>
                  </a:lnTo>
                  <a:lnTo>
                    <a:pt x="5696" y="9489"/>
                  </a:lnTo>
                  <a:lnTo>
                    <a:pt x="4385" y="9489"/>
                  </a:lnTo>
                  <a:lnTo>
                    <a:pt x="4218" y="8815"/>
                  </a:lnTo>
                  <a:lnTo>
                    <a:pt x="4049" y="8770"/>
                  </a:lnTo>
                  <a:cubicBezTo>
                    <a:pt x="3719" y="8682"/>
                    <a:pt x="3401" y="8550"/>
                    <a:pt x="3105" y="8379"/>
                  </a:cubicBezTo>
                  <a:lnTo>
                    <a:pt x="2954" y="8291"/>
                  </a:lnTo>
                  <a:lnTo>
                    <a:pt x="2358" y="8650"/>
                  </a:lnTo>
                  <a:lnTo>
                    <a:pt x="1432" y="7724"/>
                  </a:lnTo>
                  <a:lnTo>
                    <a:pt x="1790" y="7128"/>
                  </a:lnTo>
                  <a:lnTo>
                    <a:pt x="1702" y="6977"/>
                  </a:lnTo>
                  <a:cubicBezTo>
                    <a:pt x="1530" y="6680"/>
                    <a:pt x="1398" y="6363"/>
                    <a:pt x="1311" y="6033"/>
                  </a:cubicBezTo>
                  <a:lnTo>
                    <a:pt x="1266" y="5864"/>
                  </a:lnTo>
                  <a:lnTo>
                    <a:pt x="592" y="5696"/>
                  </a:lnTo>
                  <a:lnTo>
                    <a:pt x="592" y="4385"/>
                  </a:lnTo>
                  <a:lnTo>
                    <a:pt x="1266" y="4217"/>
                  </a:lnTo>
                  <a:lnTo>
                    <a:pt x="1311" y="4049"/>
                  </a:lnTo>
                  <a:cubicBezTo>
                    <a:pt x="1399" y="3718"/>
                    <a:pt x="1530" y="3401"/>
                    <a:pt x="1702" y="3104"/>
                  </a:cubicBezTo>
                  <a:lnTo>
                    <a:pt x="1790" y="2954"/>
                  </a:lnTo>
                  <a:lnTo>
                    <a:pt x="1432" y="2358"/>
                  </a:lnTo>
                  <a:lnTo>
                    <a:pt x="2358" y="1431"/>
                  </a:lnTo>
                  <a:lnTo>
                    <a:pt x="2954" y="1790"/>
                  </a:lnTo>
                  <a:lnTo>
                    <a:pt x="3105" y="1703"/>
                  </a:lnTo>
                  <a:cubicBezTo>
                    <a:pt x="3401" y="1531"/>
                    <a:pt x="3719" y="1399"/>
                    <a:pt x="4049" y="1311"/>
                  </a:cubicBezTo>
                  <a:lnTo>
                    <a:pt x="4218" y="1266"/>
                  </a:lnTo>
                  <a:lnTo>
                    <a:pt x="4385" y="592"/>
                  </a:lnTo>
                  <a:close/>
                  <a:moveTo>
                    <a:pt x="3923" y="0"/>
                  </a:moveTo>
                  <a:lnTo>
                    <a:pt x="3728" y="788"/>
                  </a:lnTo>
                  <a:cubicBezTo>
                    <a:pt x="3464" y="869"/>
                    <a:pt x="3207" y="976"/>
                    <a:pt x="2963" y="1106"/>
                  </a:cubicBezTo>
                  <a:lnTo>
                    <a:pt x="2266" y="687"/>
                  </a:lnTo>
                  <a:lnTo>
                    <a:pt x="687" y="2266"/>
                  </a:lnTo>
                  <a:lnTo>
                    <a:pt x="1106" y="2962"/>
                  </a:lnTo>
                  <a:cubicBezTo>
                    <a:pt x="976" y="3207"/>
                    <a:pt x="870" y="3463"/>
                    <a:pt x="789" y="3728"/>
                  </a:cubicBezTo>
                  <a:lnTo>
                    <a:pt x="1" y="3923"/>
                  </a:lnTo>
                  <a:lnTo>
                    <a:pt x="1" y="6157"/>
                  </a:lnTo>
                  <a:lnTo>
                    <a:pt x="789" y="6353"/>
                  </a:lnTo>
                  <a:cubicBezTo>
                    <a:pt x="870" y="6617"/>
                    <a:pt x="976" y="6873"/>
                    <a:pt x="1106" y="7118"/>
                  </a:cubicBezTo>
                  <a:lnTo>
                    <a:pt x="687" y="7814"/>
                  </a:lnTo>
                  <a:lnTo>
                    <a:pt x="2266" y="9393"/>
                  </a:lnTo>
                  <a:lnTo>
                    <a:pt x="2963" y="8976"/>
                  </a:lnTo>
                  <a:cubicBezTo>
                    <a:pt x="3207" y="9104"/>
                    <a:pt x="3464" y="9211"/>
                    <a:pt x="3728" y="9292"/>
                  </a:cubicBezTo>
                  <a:lnTo>
                    <a:pt x="3924" y="10080"/>
                  </a:lnTo>
                  <a:lnTo>
                    <a:pt x="6158" y="10080"/>
                  </a:lnTo>
                  <a:lnTo>
                    <a:pt x="6354" y="9292"/>
                  </a:lnTo>
                  <a:cubicBezTo>
                    <a:pt x="6617" y="9211"/>
                    <a:pt x="6874" y="9104"/>
                    <a:pt x="7118" y="8976"/>
                  </a:cubicBezTo>
                  <a:lnTo>
                    <a:pt x="7815" y="9393"/>
                  </a:lnTo>
                  <a:lnTo>
                    <a:pt x="9394" y="7814"/>
                  </a:lnTo>
                  <a:lnTo>
                    <a:pt x="8976" y="7119"/>
                  </a:lnTo>
                  <a:cubicBezTo>
                    <a:pt x="9105" y="6874"/>
                    <a:pt x="9211" y="6618"/>
                    <a:pt x="9292" y="6353"/>
                  </a:cubicBezTo>
                  <a:lnTo>
                    <a:pt x="10080" y="6157"/>
                  </a:lnTo>
                  <a:lnTo>
                    <a:pt x="10080" y="3924"/>
                  </a:lnTo>
                  <a:lnTo>
                    <a:pt x="9292" y="3728"/>
                  </a:lnTo>
                  <a:cubicBezTo>
                    <a:pt x="9211" y="3463"/>
                    <a:pt x="9105" y="3207"/>
                    <a:pt x="8976" y="2962"/>
                  </a:cubicBezTo>
                  <a:lnTo>
                    <a:pt x="9394" y="2266"/>
                  </a:lnTo>
                  <a:lnTo>
                    <a:pt x="7815" y="687"/>
                  </a:lnTo>
                  <a:lnTo>
                    <a:pt x="7118" y="1106"/>
                  </a:lnTo>
                  <a:cubicBezTo>
                    <a:pt x="6874" y="976"/>
                    <a:pt x="6617" y="870"/>
                    <a:pt x="6354" y="788"/>
                  </a:cubicBezTo>
                  <a:lnTo>
                    <a:pt x="615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73"/>
            <p:cNvSpPr/>
            <p:nvPr/>
          </p:nvSpPr>
          <p:spPr>
            <a:xfrm>
              <a:off x="6483001" y="1638751"/>
              <a:ext cx="246657" cy="246657"/>
            </a:xfrm>
            <a:custGeom>
              <a:rect b="b" l="l" r="r" t="t"/>
              <a:pathLst>
                <a:path extrusionOk="0" h="6537" w="6537">
                  <a:moveTo>
                    <a:pt x="3268" y="591"/>
                  </a:moveTo>
                  <a:cubicBezTo>
                    <a:pt x="4745" y="591"/>
                    <a:pt x="5947" y="1792"/>
                    <a:pt x="5947" y="3269"/>
                  </a:cubicBezTo>
                  <a:cubicBezTo>
                    <a:pt x="5947" y="4745"/>
                    <a:pt x="4745" y="5946"/>
                    <a:pt x="3268" y="5946"/>
                  </a:cubicBezTo>
                  <a:cubicBezTo>
                    <a:pt x="1793" y="5946"/>
                    <a:pt x="591" y="4745"/>
                    <a:pt x="591" y="3269"/>
                  </a:cubicBezTo>
                  <a:cubicBezTo>
                    <a:pt x="591" y="1792"/>
                    <a:pt x="1793" y="591"/>
                    <a:pt x="3268" y="591"/>
                  </a:cubicBezTo>
                  <a:close/>
                  <a:moveTo>
                    <a:pt x="3268" y="0"/>
                  </a:moveTo>
                  <a:cubicBezTo>
                    <a:pt x="1467" y="0"/>
                    <a:pt x="1" y="1466"/>
                    <a:pt x="1" y="3269"/>
                  </a:cubicBezTo>
                  <a:cubicBezTo>
                    <a:pt x="1" y="5071"/>
                    <a:pt x="1467" y="6537"/>
                    <a:pt x="3268" y="6537"/>
                  </a:cubicBezTo>
                  <a:cubicBezTo>
                    <a:pt x="5071" y="6537"/>
                    <a:pt x="6536" y="5071"/>
                    <a:pt x="6536" y="3269"/>
                  </a:cubicBezTo>
                  <a:cubicBezTo>
                    <a:pt x="6536" y="1466"/>
                    <a:pt x="5071" y="0"/>
                    <a:pt x="32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73"/>
            <p:cNvSpPr/>
            <p:nvPr/>
          </p:nvSpPr>
          <p:spPr>
            <a:xfrm>
              <a:off x="6538732" y="1683313"/>
              <a:ext cx="135233" cy="157533"/>
            </a:xfrm>
            <a:custGeom>
              <a:rect b="b" l="l" r="r" t="t"/>
              <a:pathLst>
                <a:path extrusionOk="0" h="4175" w="3584">
                  <a:moveTo>
                    <a:pt x="1496" y="628"/>
                  </a:moveTo>
                  <a:lnTo>
                    <a:pt x="1496" y="3547"/>
                  </a:lnTo>
                  <a:cubicBezTo>
                    <a:pt x="977" y="3415"/>
                    <a:pt x="591" y="2944"/>
                    <a:pt x="591" y="2383"/>
                  </a:cubicBezTo>
                  <a:lnTo>
                    <a:pt x="591" y="1793"/>
                  </a:lnTo>
                  <a:cubicBezTo>
                    <a:pt x="591" y="1233"/>
                    <a:pt x="976" y="760"/>
                    <a:pt x="1496" y="628"/>
                  </a:cubicBezTo>
                  <a:close/>
                  <a:moveTo>
                    <a:pt x="2087" y="628"/>
                  </a:moveTo>
                  <a:cubicBezTo>
                    <a:pt x="2607" y="760"/>
                    <a:pt x="2993" y="1232"/>
                    <a:pt x="2993" y="1793"/>
                  </a:cubicBezTo>
                  <a:lnTo>
                    <a:pt x="2993" y="2383"/>
                  </a:lnTo>
                  <a:cubicBezTo>
                    <a:pt x="2993" y="2944"/>
                    <a:pt x="2607" y="3415"/>
                    <a:pt x="2087" y="3547"/>
                  </a:cubicBezTo>
                  <a:lnTo>
                    <a:pt x="2087" y="628"/>
                  </a:lnTo>
                  <a:close/>
                  <a:moveTo>
                    <a:pt x="1791" y="1"/>
                  </a:moveTo>
                  <a:cubicBezTo>
                    <a:pt x="804" y="1"/>
                    <a:pt x="0" y="804"/>
                    <a:pt x="0" y="1793"/>
                  </a:cubicBezTo>
                  <a:lnTo>
                    <a:pt x="0" y="2382"/>
                  </a:lnTo>
                  <a:cubicBezTo>
                    <a:pt x="0" y="3371"/>
                    <a:pt x="804" y="4175"/>
                    <a:pt x="1791" y="4175"/>
                  </a:cubicBezTo>
                  <a:cubicBezTo>
                    <a:pt x="2780" y="4175"/>
                    <a:pt x="3584" y="3371"/>
                    <a:pt x="3584" y="2382"/>
                  </a:cubicBezTo>
                  <a:lnTo>
                    <a:pt x="3584" y="1793"/>
                  </a:lnTo>
                  <a:cubicBezTo>
                    <a:pt x="3584" y="804"/>
                    <a:pt x="2780" y="1"/>
                    <a:pt x="17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 name="Google Shape;1173;p73"/>
          <p:cNvGrpSpPr/>
          <p:nvPr/>
        </p:nvGrpSpPr>
        <p:grpSpPr>
          <a:xfrm>
            <a:off x="5545477" y="1647438"/>
            <a:ext cx="361942" cy="359729"/>
            <a:chOff x="5601268" y="1571926"/>
            <a:chExt cx="382683" cy="380344"/>
          </a:xfrm>
        </p:grpSpPr>
        <p:sp>
          <p:nvSpPr>
            <p:cNvPr id="1174" name="Google Shape;1174;p73"/>
            <p:cNvSpPr/>
            <p:nvPr/>
          </p:nvSpPr>
          <p:spPr>
            <a:xfrm>
              <a:off x="5736841" y="1669239"/>
              <a:ext cx="66937" cy="89124"/>
            </a:xfrm>
            <a:custGeom>
              <a:rect b="b" l="l" r="r" t="t"/>
              <a:pathLst>
                <a:path extrusionOk="0" h="2362" w="1774">
                  <a:moveTo>
                    <a:pt x="1182" y="591"/>
                  </a:moveTo>
                  <a:lnTo>
                    <a:pt x="1182" y="1181"/>
                  </a:lnTo>
                  <a:lnTo>
                    <a:pt x="592" y="1181"/>
                  </a:lnTo>
                  <a:lnTo>
                    <a:pt x="592" y="591"/>
                  </a:lnTo>
                  <a:close/>
                  <a:moveTo>
                    <a:pt x="1" y="0"/>
                  </a:moveTo>
                  <a:lnTo>
                    <a:pt x="1" y="2362"/>
                  </a:lnTo>
                  <a:lnTo>
                    <a:pt x="592" y="2362"/>
                  </a:lnTo>
                  <a:lnTo>
                    <a:pt x="592" y="1771"/>
                  </a:lnTo>
                  <a:lnTo>
                    <a:pt x="1182" y="1771"/>
                  </a:lnTo>
                  <a:lnTo>
                    <a:pt x="1182" y="2362"/>
                  </a:lnTo>
                  <a:lnTo>
                    <a:pt x="1773" y="2362"/>
                  </a:lnTo>
                  <a:lnTo>
                    <a:pt x="177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73"/>
            <p:cNvSpPr/>
            <p:nvPr/>
          </p:nvSpPr>
          <p:spPr>
            <a:xfrm>
              <a:off x="5826003" y="1669239"/>
              <a:ext cx="22338" cy="89124"/>
            </a:xfrm>
            <a:custGeom>
              <a:rect b="b" l="l" r="r" t="t"/>
              <a:pathLst>
                <a:path extrusionOk="0" h="2362" w="592">
                  <a:moveTo>
                    <a:pt x="1" y="0"/>
                  </a:moveTo>
                  <a:lnTo>
                    <a:pt x="1" y="2362"/>
                  </a:lnTo>
                  <a:lnTo>
                    <a:pt x="591" y="2362"/>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73"/>
            <p:cNvSpPr/>
            <p:nvPr/>
          </p:nvSpPr>
          <p:spPr>
            <a:xfrm>
              <a:off x="5601268" y="1571926"/>
              <a:ext cx="382683" cy="380344"/>
            </a:xfrm>
            <a:custGeom>
              <a:rect b="b" l="l" r="r" t="t"/>
              <a:pathLst>
                <a:path extrusionOk="0" h="10080" w="10142">
                  <a:moveTo>
                    <a:pt x="5967" y="581"/>
                  </a:moveTo>
                  <a:cubicBezTo>
                    <a:pt x="7112" y="581"/>
                    <a:pt x="8043" y="1513"/>
                    <a:pt x="8043" y="2658"/>
                  </a:cubicBezTo>
                  <a:lnTo>
                    <a:pt x="8042" y="2933"/>
                  </a:lnTo>
                  <a:lnTo>
                    <a:pt x="8305" y="2963"/>
                  </a:lnTo>
                  <a:cubicBezTo>
                    <a:pt x="9021" y="3046"/>
                    <a:pt x="9557" y="3668"/>
                    <a:pt x="9528" y="4397"/>
                  </a:cubicBezTo>
                  <a:cubicBezTo>
                    <a:pt x="9499" y="5145"/>
                    <a:pt x="8870" y="5729"/>
                    <a:pt x="8122" y="5729"/>
                  </a:cubicBezTo>
                  <a:lnTo>
                    <a:pt x="2010" y="5729"/>
                  </a:lnTo>
                  <a:cubicBezTo>
                    <a:pt x="2010" y="5729"/>
                    <a:pt x="622" y="5115"/>
                    <a:pt x="622" y="4350"/>
                  </a:cubicBezTo>
                  <a:cubicBezTo>
                    <a:pt x="622" y="3646"/>
                    <a:pt x="1149" y="3054"/>
                    <a:pt x="1847" y="2972"/>
                  </a:cubicBezTo>
                  <a:lnTo>
                    <a:pt x="2098" y="2941"/>
                  </a:lnTo>
                  <a:lnTo>
                    <a:pt x="2117" y="2676"/>
                  </a:lnTo>
                  <a:lnTo>
                    <a:pt x="2117" y="2657"/>
                  </a:lnTo>
                  <a:cubicBezTo>
                    <a:pt x="2117" y="1843"/>
                    <a:pt x="2781" y="1179"/>
                    <a:pt x="3595" y="1179"/>
                  </a:cubicBezTo>
                  <a:cubicBezTo>
                    <a:pt x="3786" y="1179"/>
                    <a:pt x="3973" y="1216"/>
                    <a:pt x="4148" y="1287"/>
                  </a:cubicBezTo>
                  <a:lnTo>
                    <a:pt x="4332" y="1361"/>
                  </a:lnTo>
                  <a:lnTo>
                    <a:pt x="4472" y="1217"/>
                  </a:lnTo>
                  <a:cubicBezTo>
                    <a:pt x="4866" y="807"/>
                    <a:pt x="5398" y="581"/>
                    <a:pt x="5967" y="581"/>
                  </a:cubicBezTo>
                  <a:close/>
                  <a:moveTo>
                    <a:pt x="1212" y="8308"/>
                  </a:moveTo>
                  <a:cubicBezTo>
                    <a:pt x="1538" y="8308"/>
                    <a:pt x="1803" y="8573"/>
                    <a:pt x="1803" y="8899"/>
                  </a:cubicBezTo>
                  <a:cubicBezTo>
                    <a:pt x="1803" y="9224"/>
                    <a:pt x="1538" y="9489"/>
                    <a:pt x="1212" y="9489"/>
                  </a:cubicBezTo>
                  <a:cubicBezTo>
                    <a:pt x="886" y="9489"/>
                    <a:pt x="622" y="9224"/>
                    <a:pt x="622" y="8899"/>
                  </a:cubicBezTo>
                  <a:cubicBezTo>
                    <a:pt x="622" y="8573"/>
                    <a:pt x="886" y="8308"/>
                    <a:pt x="1212" y="8308"/>
                  </a:cubicBezTo>
                  <a:close/>
                  <a:moveTo>
                    <a:pt x="5071" y="8308"/>
                  </a:moveTo>
                  <a:cubicBezTo>
                    <a:pt x="5397" y="8308"/>
                    <a:pt x="5661" y="8573"/>
                    <a:pt x="5661" y="8899"/>
                  </a:cubicBezTo>
                  <a:cubicBezTo>
                    <a:pt x="5661" y="9224"/>
                    <a:pt x="5397" y="9489"/>
                    <a:pt x="5071" y="9489"/>
                  </a:cubicBezTo>
                  <a:cubicBezTo>
                    <a:pt x="4745" y="9489"/>
                    <a:pt x="4480" y="9224"/>
                    <a:pt x="4480" y="8899"/>
                  </a:cubicBezTo>
                  <a:cubicBezTo>
                    <a:pt x="4480" y="8573"/>
                    <a:pt x="4745" y="8308"/>
                    <a:pt x="5071" y="8308"/>
                  </a:cubicBezTo>
                  <a:close/>
                  <a:moveTo>
                    <a:pt x="8929" y="8308"/>
                  </a:moveTo>
                  <a:cubicBezTo>
                    <a:pt x="9255" y="8308"/>
                    <a:pt x="9520" y="8573"/>
                    <a:pt x="9520" y="8899"/>
                  </a:cubicBezTo>
                  <a:cubicBezTo>
                    <a:pt x="9520" y="9224"/>
                    <a:pt x="9255" y="9489"/>
                    <a:pt x="8929" y="9489"/>
                  </a:cubicBezTo>
                  <a:cubicBezTo>
                    <a:pt x="8603" y="9489"/>
                    <a:pt x="8339" y="9224"/>
                    <a:pt x="8339" y="8899"/>
                  </a:cubicBezTo>
                  <a:cubicBezTo>
                    <a:pt x="8339" y="8573"/>
                    <a:pt x="8603" y="8308"/>
                    <a:pt x="8929" y="8308"/>
                  </a:cubicBezTo>
                  <a:close/>
                  <a:moveTo>
                    <a:pt x="5958" y="0"/>
                  </a:moveTo>
                  <a:cubicBezTo>
                    <a:pt x="5290" y="0"/>
                    <a:pt x="4665" y="242"/>
                    <a:pt x="4174" y="684"/>
                  </a:cubicBezTo>
                  <a:cubicBezTo>
                    <a:pt x="3984" y="627"/>
                    <a:pt x="3787" y="598"/>
                    <a:pt x="3586" y="598"/>
                  </a:cubicBezTo>
                  <a:cubicBezTo>
                    <a:pt x="2525" y="598"/>
                    <a:pt x="1649" y="1401"/>
                    <a:pt x="1531" y="2430"/>
                  </a:cubicBezTo>
                  <a:cubicBezTo>
                    <a:pt x="661" y="2646"/>
                    <a:pt x="31" y="3431"/>
                    <a:pt x="31" y="4350"/>
                  </a:cubicBezTo>
                  <a:cubicBezTo>
                    <a:pt x="31" y="5441"/>
                    <a:pt x="919" y="6328"/>
                    <a:pt x="2010" y="6339"/>
                  </a:cubicBezTo>
                  <a:lnTo>
                    <a:pt x="4775" y="6339"/>
                  </a:lnTo>
                  <a:lnTo>
                    <a:pt x="4775" y="7754"/>
                  </a:lnTo>
                  <a:cubicBezTo>
                    <a:pt x="4361" y="7862"/>
                    <a:pt x="4034" y="8189"/>
                    <a:pt x="3927" y="8603"/>
                  </a:cubicBezTo>
                  <a:lnTo>
                    <a:pt x="2356" y="8603"/>
                  </a:lnTo>
                  <a:cubicBezTo>
                    <a:pt x="2225" y="8094"/>
                    <a:pt x="1762" y="7717"/>
                    <a:pt x="1212" y="7717"/>
                  </a:cubicBezTo>
                  <a:cubicBezTo>
                    <a:pt x="1193" y="7717"/>
                    <a:pt x="1175" y="7717"/>
                    <a:pt x="1156" y="7718"/>
                  </a:cubicBezTo>
                  <a:cubicBezTo>
                    <a:pt x="552" y="7746"/>
                    <a:pt x="60" y="8237"/>
                    <a:pt x="32" y="8842"/>
                  </a:cubicBezTo>
                  <a:cubicBezTo>
                    <a:pt x="0" y="9519"/>
                    <a:pt x="542" y="10079"/>
                    <a:pt x="1212" y="10079"/>
                  </a:cubicBezTo>
                  <a:cubicBezTo>
                    <a:pt x="1762" y="10079"/>
                    <a:pt x="2225" y="9702"/>
                    <a:pt x="2356" y="9194"/>
                  </a:cubicBezTo>
                  <a:lnTo>
                    <a:pt x="3927" y="9194"/>
                  </a:lnTo>
                  <a:cubicBezTo>
                    <a:pt x="4058" y="9702"/>
                    <a:pt x="4521" y="10079"/>
                    <a:pt x="5071" y="10079"/>
                  </a:cubicBezTo>
                  <a:cubicBezTo>
                    <a:pt x="5620" y="10079"/>
                    <a:pt x="6083" y="9702"/>
                    <a:pt x="6214" y="9194"/>
                  </a:cubicBezTo>
                  <a:lnTo>
                    <a:pt x="7786" y="9194"/>
                  </a:lnTo>
                  <a:cubicBezTo>
                    <a:pt x="7916" y="9702"/>
                    <a:pt x="8380" y="10079"/>
                    <a:pt x="8929" y="10079"/>
                  </a:cubicBezTo>
                  <a:cubicBezTo>
                    <a:pt x="8947" y="10079"/>
                    <a:pt x="8966" y="10079"/>
                    <a:pt x="8984" y="10078"/>
                  </a:cubicBezTo>
                  <a:cubicBezTo>
                    <a:pt x="9590" y="10051"/>
                    <a:pt x="10081" y="9560"/>
                    <a:pt x="10110" y="8955"/>
                  </a:cubicBezTo>
                  <a:cubicBezTo>
                    <a:pt x="10141" y="8277"/>
                    <a:pt x="9599" y="7717"/>
                    <a:pt x="8929" y="7717"/>
                  </a:cubicBezTo>
                  <a:cubicBezTo>
                    <a:pt x="8380" y="7717"/>
                    <a:pt x="7917" y="8094"/>
                    <a:pt x="7786" y="8603"/>
                  </a:cubicBezTo>
                  <a:lnTo>
                    <a:pt x="6215" y="8603"/>
                  </a:lnTo>
                  <a:cubicBezTo>
                    <a:pt x="6108" y="8189"/>
                    <a:pt x="5781" y="7862"/>
                    <a:pt x="5366" y="7754"/>
                  </a:cubicBezTo>
                  <a:lnTo>
                    <a:pt x="5366" y="6320"/>
                  </a:lnTo>
                  <a:lnTo>
                    <a:pt x="8132" y="6320"/>
                  </a:lnTo>
                  <a:cubicBezTo>
                    <a:pt x="8137" y="6320"/>
                    <a:pt x="8142" y="6320"/>
                    <a:pt x="8147" y="6320"/>
                  </a:cubicBezTo>
                  <a:cubicBezTo>
                    <a:pt x="9232" y="6320"/>
                    <a:pt x="10111" y="5436"/>
                    <a:pt x="10111" y="4350"/>
                  </a:cubicBezTo>
                  <a:cubicBezTo>
                    <a:pt x="10111" y="3433"/>
                    <a:pt x="9483" y="2648"/>
                    <a:pt x="8614" y="2432"/>
                  </a:cubicBezTo>
                  <a:cubicBezTo>
                    <a:pt x="8495" y="1071"/>
                    <a:pt x="7348" y="0"/>
                    <a:pt x="59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 name="Google Shape;1177;p73"/>
          <p:cNvGrpSpPr/>
          <p:nvPr/>
        </p:nvGrpSpPr>
        <p:grpSpPr>
          <a:xfrm>
            <a:off x="4775486" y="1647402"/>
            <a:ext cx="362620" cy="359765"/>
            <a:chOff x="4787151" y="1571889"/>
            <a:chExt cx="383400" cy="380381"/>
          </a:xfrm>
        </p:grpSpPr>
        <p:sp>
          <p:nvSpPr>
            <p:cNvPr id="1178" name="Google Shape;1178;p73"/>
            <p:cNvSpPr/>
            <p:nvPr/>
          </p:nvSpPr>
          <p:spPr>
            <a:xfrm>
              <a:off x="4945778" y="1728667"/>
              <a:ext cx="66900" cy="66862"/>
            </a:xfrm>
            <a:custGeom>
              <a:rect b="b" l="l" r="r" t="t"/>
              <a:pathLst>
                <a:path extrusionOk="0" h="1772" w="1773">
                  <a:moveTo>
                    <a:pt x="886" y="591"/>
                  </a:moveTo>
                  <a:cubicBezTo>
                    <a:pt x="1050" y="591"/>
                    <a:pt x="1182" y="723"/>
                    <a:pt x="1182" y="886"/>
                  </a:cubicBezTo>
                  <a:cubicBezTo>
                    <a:pt x="1182" y="1049"/>
                    <a:pt x="1050" y="1181"/>
                    <a:pt x="886" y="1181"/>
                  </a:cubicBezTo>
                  <a:cubicBezTo>
                    <a:pt x="724" y="1181"/>
                    <a:pt x="591" y="1049"/>
                    <a:pt x="591" y="886"/>
                  </a:cubicBezTo>
                  <a:cubicBezTo>
                    <a:pt x="591" y="723"/>
                    <a:pt x="724" y="591"/>
                    <a:pt x="886" y="591"/>
                  </a:cubicBezTo>
                  <a:close/>
                  <a:moveTo>
                    <a:pt x="886" y="0"/>
                  </a:moveTo>
                  <a:cubicBezTo>
                    <a:pt x="398" y="0"/>
                    <a:pt x="0" y="397"/>
                    <a:pt x="0" y="886"/>
                  </a:cubicBezTo>
                  <a:cubicBezTo>
                    <a:pt x="0" y="1374"/>
                    <a:pt x="398" y="1771"/>
                    <a:pt x="886" y="1771"/>
                  </a:cubicBezTo>
                  <a:cubicBezTo>
                    <a:pt x="1375" y="1771"/>
                    <a:pt x="1773" y="1374"/>
                    <a:pt x="1773" y="886"/>
                  </a:cubicBezTo>
                  <a:cubicBezTo>
                    <a:pt x="1773" y="397"/>
                    <a:pt x="1375" y="0"/>
                    <a:pt x="8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73"/>
            <p:cNvSpPr/>
            <p:nvPr/>
          </p:nvSpPr>
          <p:spPr>
            <a:xfrm>
              <a:off x="4787151" y="1571889"/>
              <a:ext cx="383400" cy="380381"/>
            </a:xfrm>
            <a:custGeom>
              <a:rect b="b" l="l" r="r" t="t"/>
              <a:pathLst>
                <a:path extrusionOk="0" h="10081" w="10161">
                  <a:moveTo>
                    <a:pt x="1232" y="592"/>
                  </a:moveTo>
                  <a:cubicBezTo>
                    <a:pt x="1558" y="592"/>
                    <a:pt x="1823" y="857"/>
                    <a:pt x="1823" y="1183"/>
                  </a:cubicBezTo>
                  <a:cubicBezTo>
                    <a:pt x="1823" y="1507"/>
                    <a:pt x="1558" y="1772"/>
                    <a:pt x="1232" y="1772"/>
                  </a:cubicBezTo>
                  <a:cubicBezTo>
                    <a:pt x="906" y="1772"/>
                    <a:pt x="641" y="1507"/>
                    <a:pt x="641" y="1183"/>
                  </a:cubicBezTo>
                  <a:cubicBezTo>
                    <a:pt x="641" y="857"/>
                    <a:pt x="906" y="592"/>
                    <a:pt x="1232" y="592"/>
                  </a:cubicBezTo>
                  <a:close/>
                  <a:moveTo>
                    <a:pt x="5090" y="592"/>
                  </a:moveTo>
                  <a:cubicBezTo>
                    <a:pt x="5416" y="592"/>
                    <a:pt x="5681" y="857"/>
                    <a:pt x="5681" y="1183"/>
                  </a:cubicBezTo>
                  <a:cubicBezTo>
                    <a:pt x="5681" y="1507"/>
                    <a:pt x="5416" y="1772"/>
                    <a:pt x="5090" y="1772"/>
                  </a:cubicBezTo>
                  <a:cubicBezTo>
                    <a:pt x="4765" y="1772"/>
                    <a:pt x="4500" y="1507"/>
                    <a:pt x="4500" y="1183"/>
                  </a:cubicBezTo>
                  <a:cubicBezTo>
                    <a:pt x="4500" y="857"/>
                    <a:pt x="4765" y="592"/>
                    <a:pt x="5090" y="592"/>
                  </a:cubicBezTo>
                  <a:close/>
                  <a:moveTo>
                    <a:pt x="8949" y="592"/>
                  </a:moveTo>
                  <a:cubicBezTo>
                    <a:pt x="9275" y="592"/>
                    <a:pt x="9540" y="857"/>
                    <a:pt x="9540" y="1182"/>
                  </a:cubicBezTo>
                  <a:cubicBezTo>
                    <a:pt x="9540" y="1507"/>
                    <a:pt x="9275" y="1772"/>
                    <a:pt x="8949" y="1772"/>
                  </a:cubicBezTo>
                  <a:cubicBezTo>
                    <a:pt x="8623" y="1772"/>
                    <a:pt x="8358" y="1507"/>
                    <a:pt x="8358" y="1182"/>
                  </a:cubicBezTo>
                  <a:cubicBezTo>
                    <a:pt x="8358" y="857"/>
                    <a:pt x="8623" y="592"/>
                    <a:pt x="8949" y="592"/>
                  </a:cubicBezTo>
                  <a:close/>
                  <a:moveTo>
                    <a:pt x="5090" y="3564"/>
                  </a:moveTo>
                  <a:cubicBezTo>
                    <a:pt x="5670" y="3564"/>
                    <a:pt x="6193" y="3824"/>
                    <a:pt x="6646" y="4336"/>
                  </a:cubicBezTo>
                  <a:cubicBezTo>
                    <a:pt x="6889" y="4611"/>
                    <a:pt x="7048" y="4889"/>
                    <a:pt x="7126" y="5041"/>
                  </a:cubicBezTo>
                  <a:cubicBezTo>
                    <a:pt x="6940" y="5405"/>
                    <a:pt x="6274" y="6517"/>
                    <a:pt x="5090" y="6517"/>
                  </a:cubicBezTo>
                  <a:cubicBezTo>
                    <a:pt x="4512" y="6517"/>
                    <a:pt x="3988" y="6257"/>
                    <a:pt x="3535" y="5745"/>
                  </a:cubicBezTo>
                  <a:cubicBezTo>
                    <a:pt x="3292" y="5470"/>
                    <a:pt x="3133" y="5191"/>
                    <a:pt x="3056" y="5040"/>
                  </a:cubicBezTo>
                  <a:cubicBezTo>
                    <a:pt x="3241" y="4676"/>
                    <a:pt x="3908" y="3564"/>
                    <a:pt x="5090" y="3564"/>
                  </a:cubicBezTo>
                  <a:close/>
                  <a:moveTo>
                    <a:pt x="1232" y="8309"/>
                  </a:moveTo>
                  <a:cubicBezTo>
                    <a:pt x="1558" y="8309"/>
                    <a:pt x="1823" y="8574"/>
                    <a:pt x="1823" y="8900"/>
                  </a:cubicBezTo>
                  <a:cubicBezTo>
                    <a:pt x="1823" y="9225"/>
                    <a:pt x="1558" y="9490"/>
                    <a:pt x="1232" y="9490"/>
                  </a:cubicBezTo>
                  <a:cubicBezTo>
                    <a:pt x="906" y="9490"/>
                    <a:pt x="641" y="9225"/>
                    <a:pt x="641" y="8900"/>
                  </a:cubicBezTo>
                  <a:cubicBezTo>
                    <a:pt x="641" y="8574"/>
                    <a:pt x="906" y="8309"/>
                    <a:pt x="1232" y="8309"/>
                  </a:cubicBezTo>
                  <a:close/>
                  <a:moveTo>
                    <a:pt x="5090" y="8309"/>
                  </a:moveTo>
                  <a:cubicBezTo>
                    <a:pt x="5416" y="8309"/>
                    <a:pt x="5681" y="8574"/>
                    <a:pt x="5681" y="8900"/>
                  </a:cubicBezTo>
                  <a:cubicBezTo>
                    <a:pt x="5681" y="9225"/>
                    <a:pt x="5416" y="9490"/>
                    <a:pt x="5090" y="9490"/>
                  </a:cubicBezTo>
                  <a:cubicBezTo>
                    <a:pt x="4765" y="9490"/>
                    <a:pt x="4500" y="9225"/>
                    <a:pt x="4500" y="8900"/>
                  </a:cubicBezTo>
                  <a:cubicBezTo>
                    <a:pt x="4500" y="8574"/>
                    <a:pt x="4765" y="8309"/>
                    <a:pt x="5090" y="8309"/>
                  </a:cubicBezTo>
                  <a:close/>
                  <a:moveTo>
                    <a:pt x="8949" y="8309"/>
                  </a:moveTo>
                  <a:cubicBezTo>
                    <a:pt x="9275" y="8309"/>
                    <a:pt x="9540" y="8574"/>
                    <a:pt x="9540" y="8900"/>
                  </a:cubicBezTo>
                  <a:cubicBezTo>
                    <a:pt x="9540" y="9225"/>
                    <a:pt x="9275" y="9490"/>
                    <a:pt x="8949" y="9490"/>
                  </a:cubicBezTo>
                  <a:cubicBezTo>
                    <a:pt x="8623" y="9490"/>
                    <a:pt x="8358" y="9225"/>
                    <a:pt x="8358" y="8900"/>
                  </a:cubicBezTo>
                  <a:cubicBezTo>
                    <a:pt x="8358" y="8574"/>
                    <a:pt x="8623" y="8309"/>
                    <a:pt x="8949" y="8309"/>
                  </a:cubicBezTo>
                  <a:close/>
                  <a:moveTo>
                    <a:pt x="1213" y="1"/>
                  </a:moveTo>
                  <a:cubicBezTo>
                    <a:pt x="1194" y="1"/>
                    <a:pt x="1176" y="1"/>
                    <a:pt x="1157" y="2"/>
                  </a:cubicBezTo>
                  <a:cubicBezTo>
                    <a:pt x="552" y="30"/>
                    <a:pt x="61" y="521"/>
                    <a:pt x="33" y="1126"/>
                  </a:cubicBezTo>
                  <a:cubicBezTo>
                    <a:pt x="1" y="1803"/>
                    <a:pt x="542" y="2363"/>
                    <a:pt x="1212" y="2363"/>
                  </a:cubicBezTo>
                  <a:cubicBezTo>
                    <a:pt x="1761" y="2363"/>
                    <a:pt x="2225" y="1986"/>
                    <a:pt x="2356" y="1477"/>
                  </a:cubicBezTo>
                  <a:lnTo>
                    <a:pt x="3927" y="1477"/>
                  </a:lnTo>
                  <a:cubicBezTo>
                    <a:pt x="4035" y="1891"/>
                    <a:pt x="4361" y="2218"/>
                    <a:pt x="4775" y="2326"/>
                  </a:cubicBezTo>
                  <a:lnTo>
                    <a:pt x="4775" y="2992"/>
                  </a:lnTo>
                  <a:cubicBezTo>
                    <a:pt x="4775" y="2992"/>
                    <a:pt x="3569" y="3400"/>
                    <a:pt x="3079" y="3960"/>
                  </a:cubicBezTo>
                  <a:cubicBezTo>
                    <a:pt x="2664" y="4434"/>
                    <a:pt x="2464" y="4907"/>
                    <a:pt x="2456" y="4926"/>
                  </a:cubicBezTo>
                  <a:lnTo>
                    <a:pt x="2408" y="5041"/>
                  </a:lnTo>
                  <a:lnTo>
                    <a:pt x="2456" y="5155"/>
                  </a:lnTo>
                  <a:cubicBezTo>
                    <a:pt x="2464" y="5175"/>
                    <a:pt x="2664" y="5648"/>
                    <a:pt x="3079" y="6121"/>
                  </a:cubicBezTo>
                  <a:cubicBezTo>
                    <a:pt x="3569" y="6681"/>
                    <a:pt x="4158" y="7012"/>
                    <a:pt x="4795" y="7090"/>
                  </a:cubicBezTo>
                  <a:lnTo>
                    <a:pt x="4795" y="7755"/>
                  </a:lnTo>
                  <a:cubicBezTo>
                    <a:pt x="4381" y="7863"/>
                    <a:pt x="4054" y="8190"/>
                    <a:pt x="3947" y="8604"/>
                  </a:cubicBezTo>
                  <a:lnTo>
                    <a:pt x="2375" y="8604"/>
                  </a:lnTo>
                  <a:cubicBezTo>
                    <a:pt x="2245" y="8095"/>
                    <a:pt x="1782" y="7718"/>
                    <a:pt x="1232" y="7718"/>
                  </a:cubicBezTo>
                  <a:cubicBezTo>
                    <a:pt x="581" y="7718"/>
                    <a:pt x="51" y="8248"/>
                    <a:pt x="51" y="8900"/>
                  </a:cubicBezTo>
                  <a:cubicBezTo>
                    <a:pt x="51" y="9550"/>
                    <a:pt x="581" y="10080"/>
                    <a:pt x="1232" y="10080"/>
                  </a:cubicBezTo>
                  <a:cubicBezTo>
                    <a:pt x="1782" y="10080"/>
                    <a:pt x="2375" y="9194"/>
                    <a:pt x="2375" y="9194"/>
                  </a:cubicBezTo>
                  <a:lnTo>
                    <a:pt x="3947" y="9194"/>
                  </a:lnTo>
                  <a:cubicBezTo>
                    <a:pt x="4078" y="9703"/>
                    <a:pt x="4541" y="10080"/>
                    <a:pt x="5090" y="10080"/>
                  </a:cubicBezTo>
                  <a:cubicBezTo>
                    <a:pt x="5640" y="10080"/>
                    <a:pt x="6103" y="9703"/>
                    <a:pt x="6234" y="9194"/>
                  </a:cubicBezTo>
                  <a:lnTo>
                    <a:pt x="7806" y="9194"/>
                  </a:lnTo>
                  <a:cubicBezTo>
                    <a:pt x="7937" y="9703"/>
                    <a:pt x="8400" y="10080"/>
                    <a:pt x="8949" y="10080"/>
                  </a:cubicBezTo>
                  <a:cubicBezTo>
                    <a:pt x="8968" y="10080"/>
                    <a:pt x="8986" y="10080"/>
                    <a:pt x="9005" y="10079"/>
                  </a:cubicBezTo>
                  <a:cubicBezTo>
                    <a:pt x="9609" y="10052"/>
                    <a:pt x="10101" y="9560"/>
                    <a:pt x="10129" y="8956"/>
                  </a:cubicBezTo>
                  <a:cubicBezTo>
                    <a:pt x="10161" y="8278"/>
                    <a:pt x="9620" y="7718"/>
                    <a:pt x="8949" y="7718"/>
                  </a:cubicBezTo>
                  <a:cubicBezTo>
                    <a:pt x="8399" y="7718"/>
                    <a:pt x="7937" y="8095"/>
                    <a:pt x="7806" y="8604"/>
                  </a:cubicBezTo>
                  <a:lnTo>
                    <a:pt x="6234" y="8604"/>
                  </a:lnTo>
                  <a:cubicBezTo>
                    <a:pt x="6127" y="8190"/>
                    <a:pt x="5800" y="7863"/>
                    <a:pt x="5386" y="7755"/>
                  </a:cubicBezTo>
                  <a:lnTo>
                    <a:pt x="5386" y="7090"/>
                  </a:lnTo>
                  <a:cubicBezTo>
                    <a:pt x="6023" y="7012"/>
                    <a:pt x="6612" y="6680"/>
                    <a:pt x="7102" y="6121"/>
                  </a:cubicBezTo>
                  <a:cubicBezTo>
                    <a:pt x="7517" y="5648"/>
                    <a:pt x="7717" y="5174"/>
                    <a:pt x="7725" y="5154"/>
                  </a:cubicBezTo>
                  <a:lnTo>
                    <a:pt x="7773" y="5040"/>
                  </a:lnTo>
                  <a:lnTo>
                    <a:pt x="7725" y="4926"/>
                  </a:lnTo>
                  <a:cubicBezTo>
                    <a:pt x="7717" y="4906"/>
                    <a:pt x="7517" y="4434"/>
                    <a:pt x="7102" y="3960"/>
                  </a:cubicBezTo>
                  <a:cubicBezTo>
                    <a:pt x="6612" y="3400"/>
                    <a:pt x="6023" y="3070"/>
                    <a:pt x="5386" y="2992"/>
                  </a:cubicBezTo>
                  <a:lnTo>
                    <a:pt x="5386" y="2326"/>
                  </a:lnTo>
                  <a:cubicBezTo>
                    <a:pt x="5800" y="2218"/>
                    <a:pt x="6127" y="1891"/>
                    <a:pt x="6234" y="1477"/>
                  </a:cubicBezTo>
                  <a:lnTo>
                    <a:pt x="7806" y="1477"/>
                  </a:lnTo>
                  <a:cubicBezTo>
                    <a:pt x="7936" y="1986"/>
                    <a:pt x="8400" y="2363"/>
                    <a:pt x="8948" y="2363"/>
                  </a:cubicBezTo>
                  <a:cubicBezTo>
                    <a:pt x="8967" y="2363"/>
                    <a:pt x="8985" y="2363"/>
                    <a:pt x="9004" y="2362"/>
                  </a:cubicBezTo>
                  <a:cubicBezTo>
                    <a:pt x="9609" y="2334"/>
                    <a:pt x="10100" y="1844"/>
                    <a:pt x="10128" y="1238"/>
                  </a:cubicBezTo>
                  <a:cubicBezTo>
                    <a:pt x="10160" y="561"/>
                    <a:pt x="9619" y="1"/>
                    <a:pt x="8949" y="1"/>
                  </a:cubicBezTo>
                  <a:cubicBezTo>
                    <a:pt x="8399" y="1"/>
                    <a:pt x="7936" y="378"/>
                    <a:pt x="7806" y="887"/>
                  </a:cubicBezTo>
                  <a:lnTo>
                    <a:pt x="6215" y="887"/>
                  </a:lnTo>
                  <a:cubicBezTo>
                    <a:pt x="6083" y="378"/>
                    <a:pt x="5620" y="1"/>
                    <a:pt x="5071" y="1"/>
                  </a:cubicBezTo>
                  <a:cubicBezTo>
                    <a:pt x="4522" y="1"/>
                    <a:pt x="4059" y="378"/>
                    <a:pt x="3927" y="887"/>
                  </a:cubicBezTo>
                  <a:lnTo>
                    <a:pt x="2356" y="887"/>
                  </a:lnTo>
                  <a:cubicBezTo>
                    <a:pt x="2225" y="378"/>
                    <a:pt x="1762" y="1"/>
                    <a:pt x="12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 name="Google Shape;1180;p73"/>
          <p:cNvGrpSpPr/>
          <p:nvPr/>
        </p:nvGrpSpPr>
        <p:grpSpPr>
          <a:xfrm>
            <a:off x="4007314" y="1668493"/>
            <a:ext cx="359765" cy="317618"/>
            <a:chOff x="3974958" y="1594189"/>
            <a:chExt cx="380381" cy="335819"/>
          </a:xfrm>
        </p:grpSpPr>
        <p:sp>
          <p:nvSpPr>
            <p:cNvPr id="1181" name="Google Shape;1181;p73"/>
            <p:cNvSpPr/>
            <p:nvPr/>
          </p:nvSpPr>
          <p:spPr>
            <a:xfrm>
              <a:off x="3974958" y="1594189"/>
              <a:ext cx="380381" cy="335819"/>
            </a:xfrm>
            <a:custGeom>
              <a:rect b="b" l="l" r="r" t="t"/>
              <a:pathLst>
                <a:path extrusionOk="0" h="8900" w="10081">
                  <a:moveTo>
                    <a:pt x="9489" y="592"/>
                  </a:moveTo>
                  <a:lnTo>
                    <a:pt x="9489" y="5946"/>
                  </a:lnTo>
                  <a:lnTo>
                    <a:pt x="591" y="5946"/>
                  </a:lnTo>
                  <a:lnTo>
                    <a:pt x="591" y="592"/>
                  </a:lnTo>
                  <a:close/>
                  <a:moveTo>
                    <a:pt x="9489" y="6537"/>
                  </a:moveTo>
                  <a:lnTo>
                    <a:pt x="9489" y="7127"/>
                  </a:lnTo>
                  <a:lnTo>
                    <a:pt x="591" y="7127"/>
                  </a:lnTo>
                  <a:lnTo>
                    <a:pt x="591" y="6537"/>
                  </a:lnTo>
                  <a:close/>
                  <a:moveTo>
                    <a:pt x="5631" y="7718"/>
                  </a:moveTo>
                  <a:lnTo>
                    <a:pt x="5631" y="8309"/>
                  </a:lnTo>
                  <a:lnTo>
                    <a:pt x="4450" y="8309"/>
                  </a:lnTo>
                  <a:lnTo>
                    <a:pt x="4450" y="7718"/>
                  </a:lnTo>
                  <a:close/>
                  <a:moveTo>
                    <a:pt x="0" y="1"/>
                  </a:moveTo>
                  <a:lnTo>
                    <a:pt x="0" y="7718"/>
                  </a:lnTo>
                  <a:lnTo>
                    <a:pt x="3859" y="7718"/>
                  </a:lnTo>
                  <a:lnTo>
                    <a:pt x="3859" y="8309"/>
                  </a:lnTo>
                  <a:lnTo>
                    <a:pt x="1182" y="8309"/>
                  </a:lnTo>
                  <a:lnTo>
                    <a:pt x="1182" y="8899"/>
                  </a:lnTo>
                  <a:lnTo>
                    <a:pt x="8899" y="8899"/>
                  </a:lnTo>
                  <a:lnTo>
                    <a:pt x="8899" y="8309"/>
                  </a:lnTo>
                  <a:lnTo>
                    <a:pt x="6221" y="8309"/>
                  </a:lnTo>
                  <a:lnTo>
                    <a:pt x="6221" y="7718"/>
                  </a:lnTo>
                  <a:lnTo>
                    <a:pt x="10080" y="7718"/>
                  </a:lnTo>
                  <a:lnTo>
                    <a:pt x="100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73"/>
            <p:cNvSpPr/>
            <p:nvPr/>
          </p:nvSpPr>
          <p:spPr>
            <a:xfrm>
              <a:off x="4119776" y="1683313"/>
              <a:ext cx="22338" cy="22338"/>
            </a:xfrm>
            <a:custGeom>
              <a:rect b="b" l="l" r="r" t="t"/>
              <a:pathLst>
                <a:path extrusionOk="0" h="592" w="592">
                  <a:moveTo>
                    <a:pt x="1" y="1"/>
                  </a:moveTo>
                  <a:lnTo>
                    <a:pt x="1" y="591"/>
                  </a:lnTo>
                  <a:lnTo>
                    <a:pt x="591" y="591"/>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73"/>
            <p:cNvSpPr/>
            <p:nvPr/>
          </p:nvSpPr>
          <p:spPr>
            <a:xfrm>
              <a:off x="4188109" y="1683313"/>
              <a:ext cx="22338" cy="22338"/>
            </a:xfrm>
            <a:custGeom>
              <a:rect b="b" l="l" r="r" t="t"/>
              <a:pathLst>
                <a:path extrusionOk="0" h="592" w="592">
                  <a:moveTo>
                    <a:pt x="1" y="1"/>
                  </a:moveTo>
                  <a:lnTo>
                    <a:pt x="1" y="591"/>
                  </a:lnTo>
                  <a:lnTo>
                    <a:pt x="592" y="591"/>
                  </a:lnTo>
                  <a:lnTo>
                    <a:pt x="5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73"/>
            <p:cNvSpPr/>
            <p:nvPr/>
          </p:nvSpPr>
          <p:spPr>
            <a:xfrm>
              <a:off x="4119776" y="1727913"/>
              <a:ext cx="90671" cy="22300"/>
            </a:xfrm>
            <a:custGeom>
              <a:rect b="b" l="l" r="r" t="t"/>
              <a:pathLst>
                <a:path extrusionOk="0" h="591" w="2403">
                  <a:moveTo>
                    <a:pt x="1" y="0"/>
                  </a:moveTo>
                  <a:lnTo>
                    <a:pt x="1" y="591"/>
                  </a:lnTo>
                  <a:lnTo>
                    <a:pt x="2403" y="591"/>
                  </a:lnTo>
                  <a:lnTo>
                    <a:pt x="240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73"/>
            <p:cNvSpPr/>
            <p:nvPr/>
          </p:nvSpPr>
          <p:spPr>
            <a:xfrm>
              <a:off x="4030689" y="1638751"/>
              <a:ext cx="268920" cy="157533"/>
            </a:xfrm>
            <a:custGeom>
              <a:rect b="b" l="l" r="r" t="t"/>
              <a:pathLst>
                <a:path extrusionOk="0" h="4175" w="7127">
                  <a:moveTo>
                    <a:pt x="5354" y="591"/>
                  </a:moveTo>
                  <a:lnTo>
                    <a:pt x="5354" y="3583"/>
                  </a:lnTo>
                  <a:lnTo>
                    <a:pt x="1771" y="3583"/>
                  </a:lnTo>
                  <a:lnTo>
                    <a:pt x="1771" y="591"/>
                  </a:lnTo>
                  <a:close/>
                  <a:moveTo>
                    <a:pt x="1180" y="0"/>
                  </a:moveTo>
                  <a:lnTo>
                    <a:pt x="1180" y="1792"/>
                  </a:lnTo>
                  <a:lnTo>
                    <a:pt x="591" y="1792"/>
                  </a:lnTo>
                  <a:lnTo>
                    <a:pt x="591" y="1202"/>
                  </a:lnTo>
                  <a:lnTo>
                    <a:pt x="0" y="1202"/>
                  </a:lnTo>
                  <a:lnTo>
                    <a:pt x="0" y="2974"/>
                  </a:lnTo>
                  <a:lnTo>
                    <a:pt x="591" y="2974"/>
                  </a:lnTo>
                  <a:lnTo>
                    <a:pt x="591" y="2383"/>
                  </a:lnTo>
                  <a:lnTo>
                    <a:pt x="1180" y="2383"/>
                  </a:lnTo>
                  <a:lnTo>
                    <a:pt x="1180" y="4174"/>
                  </a:lnTo>
                  <a:lnTo>
                    <a:pt x="5945" y="4174"/>
                  </a:lnTo>
                  <a:lnTo>
                    <a:pt x="5945" y="2383"/>
                  </a:lnTo>
                  <a:lnTo>
                    <a:pt x="6536" y="2383"/>
                  </a:lnTo>
                  <a:lnTo>
                    <a:pt x="6536" y="2974"/>
                  </a:lnTo>
                  <a:lnTo>
                    <a:pt x="7126" y="2974"/>
                  </a:lnTo>
                  <a:lnTo>
                    <a:pt x="7126" y="1202"/>
                  </a:lnTo>
                  <a:lnTo>
                    <a:pt x="6536" y="1202"/>
                  </a:lnTo>
                  <a:lnTo>
                    <a:pt x="6536" y="1792"/>
                  </a:lnTo>
                  <a:lnTo>
                    <a:pt x="5945" y="1792"/>
                  </a:lnTo>
                  <a:lnTo>
                    <a:pt x="594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 name="Google Shape;1186;p73"/>
          <p:cNvGrpSpPr/>
          <p:nvPr/>
        </p:nvGrpSpPr>
        <p:grpSpPr>
          <a:xfrm>
            <a:off x="3237679" y="1647438"/>
            <a:ext cx="359729" cy="359765"/>
            <a:chOff x="3161219" y="1571926"/>
            <a:chExt cx="380344" cy="380381"/>
          </a:xfrm>
        </p:grpSpPr>
        <p:sp>
          <p:nvSpPr>
            <p:cNvPr id="1187" name="Google Shape;1187;p73"/>
            <p:cNvSpPr/>
            <p:nvPr/>
          </p:nvSpPr>
          <p:spPr>
            <a:xfrm>
              <a:off x="3283774" y="1683313"/>
              <a:ext cx="135233" cy="157533"/>
            </a:xfrm>
            <a:custGeom>
              <a:rect b="b" l="l" r="r" t="t"/>
              <a:pathLst>
                <a:path extrusionOk="0" h="4175" w="3584">
                  <a:moveTo>
                    <a:pt x="1497" y="628"/>
                  </a:moveTo>
                  <a:lnTo>
                    <a:pt x="1497" y="3547"/>
                  </a:lnTo>
                  <a:cubicBezTo>
                    <a:pt x="977" y="3415"/>
                    <a:pt x="591" y="2944"/>
                    <a:pt x="591" y="2383"/>
                  </a:cubicBezTo>
                  <a:lnTo>
                    <a:pt x="591" y="1793"/>
                  </a:lnTo>
                  <a:cubicBezTo>
                    <a:pt x="591" y="1232"/>
                    <a:pt x="977" y="760"/>
                    <a:pt x="1497" y="628"/>
                  </a:cubicBezTo>
                  <a:close/>
                  <a:moveTo>
                    <a:pt x="2087" y="628"/>
                  </a:moveTo>
                  <a:cubicBezTo>
                    <a:pt x="2607" y="760"/>
                    <a:pt x="2993" y="1232"/>
                    <a:pt x="2993" y="1793"/>
                  </a:cubicBezTo>
                  <a:lnTo>
                    <a:pt x="2993" y="2382"/>
                  </a:lnTo>
                  <a:cubicBezTo>
                    <a:pt x="2993" y="2944"/>
                    <a:pt x="2607" y="3415"/>
                    <a:pt x="2087" y="3547"/>
                  </a:cubicBezTo>
                  <a:lnTo>
                    <a:pt x="2087" y="628"/>
                  </a:lnTo>
                  <a:close/>
                  <a:moveTo>
                    <a:pt x="1792" y="1"/>
                  </a:moveTo>
                  <a:cubicBezTo>
                    <a:pt x="804" y="1"/>
                    <a:pt x="0" y="804"/>
                    <a:pt x="0" y="1793"/>
                  </a:cubicBezTo>
                  <a:lnTo>
                    <a:pt x="0" y="2383"/>
                  </a:lnTo>
                  <a:cubicBezTo>
                    <a:pt x="0" y="3371"/>
                    <a:pt x="804" y="4175"/>
                    <a:pt x="1792" y="4175"/>
                  </a:cubicBezTo>
                  <a:cubicBezTo>
                    <a:pt x="2780" y="4175"/>
                    <a:pt x="3584" y="3371"/>
                    <a:pt x="3584" y="2383"/>
                  </a:cubicBezTo>
                  <a:lnTo>
                    <a:pt x="3584" y="1793"/>
                  </a:lnTo>
                  <a:cubicBezTo>
                    <a:pt x="3584" y="804"/>
                    <a:pt x="2780" y="1"/>
                    <a:pt x="17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73"/>
            <p:cNvSpPr/>
            <p:nvPr/>
          </p:nvSpPr>
          <p:spPr>
            <a:xfrm>
              <a:off x="3161219" y="1571926"/>
              <a:ext cx="380344" cy="380381"/>
            </a:xfrm>
            <a:custGeom>
              <a:rect b="b" l="l" r="r" t="t"/>
              <a:pathLst>
                <a:path extrusionOk="0" h="10081" w="10080">
                  <a:moveTo>
                    <a:pt x="7718" y="2362"/>
                  </a:moveTo>
                  <a:lnTo>
                    <a:pt x="7718" y="7717"/>
                  </a:lnTo>
                  <a:lnTo>
                    <a:pt x="2362" y="7717"/>
                  </a:lnTo>
                  <a:lnTo>
                    <a:pt x="2362" y="2362"/>
                  </a:lnTo>
                  <a:close/>
                  <a:moveTo>
                    <a:pt x="2362" y="0"/>
                  </a:moveTo>
                  <a:lnTo>
                    <a:pt x="2362" y="1771"/>
                  </a:lnTo>
                  <a:lnTo>
                    <a:pt x="1773" y="1771"/>
                  </a:lnTo>
                  <a:lnTo>
                    <a:pt x="1773" y="2362"/>
                  </a:lnTo>
                  <a:lnTo>
                    <a:pt x="1" y="2362"/>
                  </a:lnTo>
                  <a:lnTo>
                    <a:pt x="1" y="2953"/>
                  </a:lnTo>
                  <a:lnTo>
                    <a:pt x="1773" y="2953"/>
                  </a:lnTo>
                  <a:lnTo>
                    <a:pt x="1773" y="3563"/>
                  </a:lnTo>
                  <a:lnTo>
                    <a:pt x="1" y="3563"/>
                  </a:lnTo>
                  <a:lnTo>
                    <a:pt x="1" y="4134"/>
                  </a:lnTo>
                  <a:lnTo>
                    <a:pt x="1773" y="4134"/>
                  </a:lnTo>
                  <a:lnTo>
                    <a:pt x="1773" y="4745"/>
                  </a:lnTo>
                  <a:lnTo>
                    <a:pt x="1" y="4745"/>
                  </a:lnTo>
                  <a:lnTo>
                    <a:pt x="1" y="5335"/>
                  </a:lnTo>
                  <a:lnTo>
                    <a:pt x="1773" y="5335"/>
                  </a:lnTo>
                  <a:lnTo>
                    <a:pt x="1773" y="5945"/>
                  </a:lnTo>
                  <a:lnTo>
                    <a:pt x="1" y="5945"/>
                  </a:lnTo>
                  <a:lnTo>
                    <a:pt x="1" y="6516"/>
                  </a:lnTo>
                  <a:lnTo>
                    <a:pt x="1773" y="6516"/>
                  </a:lnTo>
                  <a:lnTo>
                    <a:pt x="1773" y="7127"/>
                  </a:lnTo>
                  <a:lnTo>
                    <a:pt x="1" y="7127"/>
                  </a:lnTo>
                  <a:lnTo>
                    <a:pt x="1" y="7717"/>
                  </a:lnTo>
                  <a:lnTo>
                    <a:pt x="1773" y="7717"/>
                  </a:lnTo>
                  <a:lnTo>
                    <a:pt x="1773" y="8308"/>
                  </a:lnTo>
                  <a:lnTo>
                    <a:pt x="2362" y="8308"/>
                  </a:lnTo>
                  <a:lnTo>
                    <a:pt x="2362" y="10080"/>
                  </a:lnTo>
                  <a:lnTo>
                    <a:pt x="2953" y="10080"/>
                  </a:lnTo>
                  <a:lnTo>
                    <a:pt x="2953" y="8308"/>
                  </a:lnTo>
                  <a:lnTo>
                    <a:pt x="3564" y="8308"/>
                  </a:lnTo>
                  <a:lnTo>
                    <a:pt x="3564" y="10080"/>
                  </a:lnTo>
                  <a:lnTo>
                    <a:pt x="4154" y="10080"/>
                  </a:lnTo>
                  <a:lnTo>
                    <a:pt x="4154" y="8308"/>
                  </a:lnTo>
                  <a:lnTo>
                    <a:pt x="4745" y="8308"/>
                  </a:lnTo>
                  <a:lnTo>
                    <a:pt x="4745" y="10080"/>
                  </a:lnTo>
                  <a:lnTo>
                    <a:pt x="5336" y="10080"/>
                  </a:lnTo>
                  <a:lnTo>
                    <a:pt x="5336" y="8308"/>
                  </a:lnTo>
                  <a:lnTo>
                    <a:pt x="5946" y="8308"/>
                  </a:lnTo>
                  <a:lnTo>
                    <a:pt x="5946" y="10080"/>
                  </a:lnTo>
                  <a:lnTo>
                    <a:pt x="6536" y="10080"/>
                  </a:lnTo>
                  <a:lnTo>
                    <a:pt x="6536" y="8308"/>
                  </a:lnTo>
                  <a:lnTo>
                    <a:pt x="7127" y="8308"/>
                  </a:lnTo>
                  <a:lnTo>
                    <a:pt x="7127" y="10080"/>
                  </a:lnTo>
                  <a:lnTo>
                    <a:pt x="7718" y="10080"/>
                  </a:lnTo>
                  <a:lnTo>
                    <a:pt x="7718" y="8308"/>
                  </a:lnTo>
                  <a:lnTo>
                    <a:pt x="8308" y="8308"/>
                  </a:lnTo>
                  <a:lnTo>
                    <a:pt x="8308" y="7717"/>
                  </a:lnTo>
                  <a:lnTo>
                    <a:pt x="10079" y="7717"/>
                  </a:lnTo>
                  <a:lnTo>
                    <a:pt x="10079" y="7127"/>
                  </a:lnTo>
                  <a:lnTo>
                    <a:pt x="8308" y="7127"/>
                  </a:lnTo>
                  <a:lnTo>
                    <a:pt x="8308" y="6516"/>
                  </a:lnTo>
                  <a:lnTo>
                    <a:pt x="10079" y="6516"/>
                  </a:lnTo>
                  <a:lnTo>
                    <a:pt x="10079" y="5945"/>
                  </a:lnTo>
                  <a:lnTo>
                    <a:pt x="8308" y="5945"/>
                  </a:lnTo>
                  <a:lnTo>
                    <a:pt x="8308" y="5335"/>
                  </a:lnTo>
                  <a:lnTo>
                    <a:pt x="10079" y="5335"/>
                  </a:lnTo>
                  <a:lnTo>
                    <a:pt x="10079" y="4745"/>
                  </a:lnTo>
                  <a:lnTo>
                    <a:pt x="8308" y="4745"/>
                  </a:lnTo>
                  <a:lnTo>
                    <a:pt x="8308" y="4134"/>
                  </a:lnTo>
                  <a:lnTo>
                    <a:pt x="10079" y="4134"/>
                  </a:lnTo>
                  <a:lnTo>
                    <a:pt x="10079" y="3563"/>
                  </a:lnTo>
                  <a:lnTo>
                    <a:pt x="8308" y="3563"/>
                  </a:lnTo>
                  <a:lnTo>
                    <a:pt x="8308" y="2953"/>
                  </a:lnTo>
                  <a:lnTo>
                    <a:pt x="10079" y="2953"/>
                  </a:lnTo>
                  <a:lnTo>
                    <a:pt x="10079" y="2362"/>
                  </a:lnTo>
                  <a:lnTo>
                    <a:pt x="8308" y="2362"/>
                  </a:lnTo>
                  <a:lnTo>
                    <a:pt x="8308" y="1771"/>
                  </a:lnTo>
                  <a:lnTo>
                    <a:pt x="7718" y="1771"/>
                  </a:lnTo>
                  <a:lnTo>
                    <a:pt x="7718" y="0"/>
                  </a:lnTo>
                  <a:lnTo>
                    <a:pt x="7127" y="0"/>
                  </a:lnTo>
                  <a:lnTo>
                    <a:pt x="7127" y="1771"/>
                  </a:lnTo>
                  <a:lnTo>
                    <a:pt x="6536" y="1771"/>
                  </a:lnTo>
                  <a:lnTo>
                    <a:pt x="6536" y="0"/>
                  </a:lnTo>
                  <a:lnTo>
                    <a:pt x="5946" y="0"/>
                  </a:lnTo>
                  <a:lnTo>
                    <a:pt x="5946" y="1771"/>
                  </a:lnTo>
                  <a:lnTo>
                    <a:pt x="5336" y="1771"/>
                  </a:lnTo>
                  <a:lnTo>
                    <a:pt x="5336" y="0"/>
                  </a:lnTo>
                  <a:lnTo>
                    <a:pt x="4745" y="0"/>
                  </a:lnTo>
                  <a:lnTo>
                    <a:pt x="4745" y="1771"/>
                  </a:lnTo>
                  <a:lnTo>
                    <a:pt x="4154" y="1771"/>
                  </a:lnTo>
                  <a:lnTo>
                    <a:pt x="4154" y="0"/>
                  </a:lnTo>
                  <a:lnTo>
                    <a:pt x="3564" y="0"/>
                  </a:lnTo>
                  <a:lnTo>
                    <a:pt x="3564" y="1771"/>
                  </a:lnTo>
                  <a:lnTo>
                    <a:pt x="2953" y="1771"/>
                  </a:lnTo>
                  <a:lnTo>
                    <a:pt x="29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 name="Google Shape;1189;p73"/>
          <p:cNvSpPr/>
          <p:nvPr/>
        </p:nvSpPr>
        <p:spPr>
          <a:xfrm>
            <a:off x="2519258" y="1647225"/>
            <a:ext cx="257343" cy="360123"/>
          </a:xfrm>
          <a:custGeom>
            <a:rect b="b" l="l" r="r" t="t"/>
            <a:pathLst>
              <a:path extrusionOk="0" h="10091" w="7211">
                <a:moveTo>
                  <a:pt x="4208" y="592"/>
                </a:moveTo>
                <a:cubicBezTo>
                  <a:pt x="4951" y="592"/>
                  <a:pt x="5554" y="1195"/>
                  <a:pt x="5554" y="1935"/>
                </a:cubicBezTo>
                <a:lnTo>
                  <a:pt x="5552" y="2207"/>
                </a:lnTo>
                <a:lnTo>
                  <a:pt x="5816" y="2237"/>
                </a:lnTo>
                <a:cubicBezTo>
                  <a:pt x="6252" y="2288"/>
                  <a:pt x="6582" y="2659"/>
                  <a:pt x="6582" y="3099"/>
                </a:cubicBezTo>
                <a:cubicBezTo>
                  <a:pt x="6582" y="3578"/>
                  <a:pt x="6192" y="3967"/>
                  <a:pt x="5713" y="3967"/>
                </a:cubicBezTo>
                <a:lnTo>
                  <a:pt x="1477" y="3967"/>
                </a:lnTo>
                <a:cubicBezTo>
                  <a:pt x="997" y="3967"/>
                  <a:pt x="608" y="3578"/>
                  <a:pt x="608" y="3099"/>
                </a:cubicBezTo>
                <a:cubicBezTo>
                  <a:pt x="608" y="2659"/>
                  <a:pt x="937" y="2289"/>
                  <a:pt x="1375" y="2237"/>
                </a:cubicBezTo>
                <a:lnTo>
                  <a:pt x="1636" y="2207"/>
                </a:lnTo>
                <a:lnTo>
                  <a:pt x="1636" y="1944"/>
                </a:lnTo>
                <a:lnTo>
                  <a:pt x="1636" y="1935"/>
                </a:lnTo>
                <a:cubicBezTo>
                  <a:pt x="1636" y="1423"/>
                  <a:pt x="2054" y="1006"/>
                  <a:pt x="2567" y="1006"/>
                </a:cubicBezTo>
                <a:cubicBezTo>
                  <a:pt x="2688" y="1006"/>
                  <a:pt x="2805" y="1028"/>
                  <a:pt x="2916" y="1073"/>
                </a:cubicBezTo>
                <a:lnTo>
                  <a:pt x="3100" y="1147"/>
                </a:lnTo>
                <a:lnTo>
                  <a:pt x="3239" y="1004"/>
                </a:lnTo>
                <a:cubicBezTo>
                  <a:pt x="3495" y="738"/>
                  <a:pt x="3839" y="592"/>
                  <a:pt x="4208" y="592"/>
                </a:cubicBezTo>
                <a:close/>
                <a:moveTo>
                  <a:pt x="5396" y="8111"/>
                </a:moveTo>
                <a:cubicBezTo>
                  <a:pt x="5411" y="8111"/>
                  <a:pt x="5427" y="8111"/>
                  <a:pt x="5442" y="8112"/>
                </a:cubicBezTo>
                <a:cubicBezTo>
                  <a:pt x="5752" y="8136"/>
                  <a:pt x="5988" y="8403"/>
                  <a:pt x="5988" y="8714"/>
                </a:cubicBezTo>
                <a:lnTo>
                  <a:pt x="5988" y="8909"/>
                </a:lnTo>
                <a:lnTo>
                  <a:pt x="4806" y="8909"/>
                </a:lnTo>
                <a:lnTo>
                  <a:pt x="4806" y="8701"/>
                </a:lnTo>
                <a:cubicBezTo>
                  <a:pt x="4806" y="8376"/>
                  <a:pt x="5071" y="8111"/>
                  <a:pt x="5396" y="8111"/>
                </a:cubicBezTo>
                <a:close/>
                <a:moveTo>
                  <a:pt x="4218" y="1"/>
                </a:moveTo>
                <a:cubicBezTo>
                  <a:pt x="3750" y="1"/>
                  <a:pt x="3311" y="164"/>
                  <a:pt x="2962" y="464"/>
                </a:cubicBezTo>
                <a:cubicBezTo>
                  <a:pt x="2838" y="431"/>
                  <a:pt x="2709" y="415"/>
                  <a:pt x="2578" y="415"/>
                </a:cubicBezTo>
                <a:cubicBezTo>
                  <a:pt x="1820" y="415"/>
                  <a:pt x="1189" y="973"/>
                  <a:pt x="1075" y="1700"/>
                </a:cubicBezTo>
                <a:cubicBezTo>
                  <a:pt x="444" y="1886"/>
                  <a:pt x="0" y="2482"/>
                  <a:pt x="32" y="3167"/>
                </a:cubicBezTo>
                <a:cubicBezTo>
                  <a:pt x="67" y="3932"/>
                  <a:pt x="742" y="4558"/>
                  <a:pt x="1509" y="4558"/>
                </a:cubicBezTo>
                <a:lnTo>
                  <a:pt x="3309" y="4558"/>
                </a:lnTo>
                <a:lnTo>
                  <a:pt x="3309" y="4853"/>
                </a:lnTo>
                <a:cubicBezTo>
                  <a:pt x="3309" y="5017"/>
                  <a:pt x="3177" y="5148"/>
                  <a:pt x="3014" y="5148"/>
                </a:cubicBezTo>
                <a:lnTo>
                  <a:pt x="1510" y="5148"/>
                </a:lnTo>
                <a:cubicBezTo>
                  <a:pt x="1048" y="5148"/>
                  <a:pt x="635" y="5525"/>
                  <a:pt x="611" y="5986"/>
                </a:cubicBezTo>
                <a:cubicBezTo>
                  <a:pt x="583" y="6496"/>
                  <a:pt x="991" y="6921"/>
                  <a:pt x="1495" y="6921"/>
                </a:cubicBezTo>
                <a:lnTo>
                  <a:pt x="4806" y="6921"/>
                </a:lnTo>
                <a:cubicBezTo>
                  <a:pt x="4969" y="6921"/>
                  <a:pt x="5101" y="7052"/>
                  <a:pt x="5101" y="7216"/>
                </a:cubicBezTo>
                <a:lnTo>
                  <a:pt x="5101" y="7548"/>
                </a:lnTo>
                <a:cubicBezTo>
                  <a:pt x="4592" y="7680"/>
                  <a:pt x="4215" y="8143"/>
                  <a:pt x="4215" y="8693"/>
                </a:cubicBezTo>
                <a:lnTo>
                  <a:pt x="4215" y="10090"/>
                </a:lnTo>
                <a:lnTo>
                  <a:pt x="4806" y="10090"/>
                </a:lnTo>
                <a:lnTo>
                  <a:pt x="4806" y="9500"/>
                </a:lnTo>
                <a:lnTo>
                  <a:pt x="5988" y="9500"/>
                </a:lnTo>
                <a:lnTo>
                  <a:pt x="5988" y="10090"/>
                </a:lnTo>
                <a:lnTo>
                  <a:pt x="6577" y="10090"/>
                </a:lnTo>
                <a:lnTo>
                  <a:pt x="6577" y="8693"/>
                </a:lnTo>
                <a:cubicBezTo>
                  <a:pt x="6577" y="8143"/>
                  <a:pt x="6201" y="7680"/>
                  <a:pt x="5692" y="7548"/>
                </a:cubicBezTo>
                <a:lnTo>
                  <a:pt x="5692" y="6636"/>
                </a:lnTo>
                <a:cubicBezTo>
                  <a:pt x="5692" y="6467"/>
                  <a:pt x="5555" y="6330"/>
                  <a:pt x="5386" y="6330"/>
                </a:cubicBezTo>
                <a:lnTo>
                  <a:pt x="1396" y="6330"/>
                </a:lnTo>
                <a:cubicBezTo>
                  <a:pt x="1368" y="6330"/>
                  <a:pt x="1342" y="6319"/>
                  <a:pt x="1323" y="6300"/>
                </a:cubicBezTo>
                <a:cubicBezTo>
                  <a:pt x="1070" y="6046"/>
                  <a:pt x="1247" y="5739"/>
                  <a:pt x="1495" y="5739"/>
                </a:cubicBezTo>
                <a:lnTo>
                  <a:pt x="3014" y="5739"/>
                </a:lnTo>
                <a:cubicBezTo>
                  <a:pt x="3503" y="5739"/>
                  <a:pt x="3900" y="5343"/>
                  <a:pt x="3900" y="4853"/>
                </a:cubicBezTo>
                <a:lnTo>
                  <a:pt x="3900" y="4558"/>
                </a:lnTo>
                <a:lnTo>
                  <a:pt x="5702" y="4558"/>
                </a:lnTo>
                <a:cubicBezTo>
                  <a:pt x="6467" y="4558"/>
                  <a:pt x="7143" y="3933"/>
                  <a:pt x="7178" y="3169"/>
                </a:cubicBezTo>
                <a:cubicBezTo>
                  <a:pt x="7210" y="2485"/>
                  <a:pt x="6768" y="1888"/>
                  <a:pt x="6138" y="1701"/>
                </a:cubicBezTo>
                <a:cubicBezTo>
                  <a:pt x="6022" y="745"/>
                  <a:pt x="5205" y="1"/>
                  <a:pt x="4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 name="Google Shape;1190;p73"/>
          <p:cNvGrpSpPr/>
          <p:nvPr/>
        </p:nvGrpSpPr>
        <p:grpSpPr>
          <a:xfrm>
            <a:off x="1726138" y="1647224"/>
            <a:ext cx="304271" cy="360122"/>
            <a:chOff x="1563058" y="1571700"/>
            <a:chExt cx="321707" cy="380759"/>
          </a:xfrm>
        </p:grpSpPr>
        <p:sp>
          <p:nvSpPr>
            <p:cNvPr id="1191" name="Google Shape;1191;p73"/>
            <p:cNvSpPr/>
            <p:nvPr/>
          </p:nvSpPr>
          <p:spPr>
            <a:xfrm>
              <a:off x="1563058" y="1571700"/>
              <a:ext cx="321707" cy="380759"/>
            </a:xfrm>
            <a:custGeom>
              <a:rect b="b" l="l" r="r" t="t"/>
              <a:pathLst>
                <a:path extrusionOk="0" h="10091" w="8526">
                  <a:moveTo>
                    <a:pt x="6320" y="3274"/>
                  </a:moveTo>
                  <a:lnTo>
                    <a:pt x="6320" y="6817"/>
                  </a:lnTo>
                  <a:lnTo>
                    <a:pt x="2186" y="6817"/>
                  </a:lnTo>
                  <a:lnTo>
                    <a:pt x="2186" y="3274"/>
                  </a:lnTo>
                  <a:close/>
                  <a:moveTo>
                    <a:pt x="3958" y="608"/>
                  </a:moveTo>
                  <a:lnTo>
                    <a:pt x="3958" y="2683"/>
                  </a:lnTo>
                  <a:lnTo>
                    <a:pt x="1595" y="2683"/>
                  </a:lnTo>
                  <a:lnTo>
                    <a:pt x="1595" y="7408"/>
                  </a:lnTo>
                  <a:lnTo>
                    <a:pt x="3958" y="7408"/>
                  </a:lnTo>
                  <a:lnTo>
                    <a:pt x="3958" y="9483"/>
                  </a:lnTo>
                  <a:cubicBezTo>
                    <a:pt x="2076" y="9332"/>
                    <a:pt x="591" y="7751"/>
                    <a:pt x="591" y="5828"/>
                  </a:cubicBezTo>
                  <a:lnTo>
                    <a:pt x="591" y="4263"/>
                  </a:lnTo>
                  <a:cubicBezTo>
                    <a:pt x="591" y="2340"/>
                    <a:pt x="2076" y="759"/>
                    <a:pt x="3958" y="608"/>
                  </a:cubicBezTo>
                  <a:close/>
                  <a:moveTo>
                    <a:pt x="4549" y="608"/>
                  </a:moveTo>
                  <a:cubicBezTo>
                    <a:pt x="6430" y="759"/>
                    <a:pt x="7915" y="2340"/>
                    <a:pt x="7915" y="4263"/>
                  </a:cubicBezTo>
                  <a:lnTo>
                    <a:pt x="7915" y="5828"/>
                  </a:lnTo>
                  <a:cubicBezTo>
                    <a:pt x="7915" y="7751"/>
                    <a:pt x="6430" y="9332"/>
                    <a:pt x="4549" y="9483"/>
                  </a:cubicBezTo>
                  <a:lnTo>
                    <a:pt x="4549" y="7408"/>
                  </a:lnTo>
                  <a:lnTo>
                    <a:pt x="6911" y="7408"/>
                  </a:lnTo>
                  <a:lnTo>
                    <a:pt x="6911" y="2683"/>
                  </a:lnTo>
                  <a:lnTo>
                    <a:pt x="4549" y="2683"/>
                  </a:lnTo>
                  <a:lnTo>
                    <a:pt x="4549" y="608"/>
                  </a:lnTo>
                  <a:close/>
                  <a:moveTo>
                    <a:pt x="4263" y="1"/>
                  </a:moveTo>
                  <a:cubicBezTo>
                    <a:pt x="3125" y="1"/>
                    <a:pt x="2054" y="444"/>
                    <a:pt x="1249" y="1249"/>
                  </a:cubicBezTo>
                  <a:cubicBezTo>
                    <a:pt x="444" y="2054"/>
                    <a:pt x="0" y="3124"/>
                    <a:pt x="0" y="4262"/>
                  </a:cubicBezTo>
                  <a:lnTo>
                    <a:pt x="0" y="5829"/>
                  </a:lnTo>
                  <a:cubicBezTo>
                    <a:pt x="0" y="6967"/>
                    <a:pt x="444" y="8038"/>
                    <a:pt x="1249" y="8842"/>
                  </a:cubicBezTo>
                  <a:cubicBezTo>
                    <a:pt x="2054" y="9647"/>
                    <a:pt x="3125" y="10090"/>
                    <a:pt x="4263" y="10090"/>
                  </a:cubicBezTo>
                  <a:cubicBezTo>
                    <a:pt x="5401" y="10090"/>
                    <a:pt x="6472" y="9647"/>
                    <a:pt x="7277" y="8842"/>
                  </a:cubicBezTo>
                  <a:cubicBezTo>
                    <a:pt x="8081" y="8038"/>
                    <a:pt x="8525" y="6967"/>
                    <a:pt x="8525" y="5829"/>
                  </a:cubicBezTo>
                  <a:lnTo>
                    <a:pt x="8525" y="4262"/>
                  </a:lnTo>
                  <a:cubicBezTo>
                    <a:pt x="8525" y="3124"/>
                    <a:pt x="8081" y="2054"/>
                    <a:pt x="7277" y="1249"/>
                  </a:cubicBezTo>
                  <a:cubicBezTo>
                    <a:pt x="6472" y="444"/>
                    <a:pt x="5401" y="1"/>
                    <a:pt x="42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73"/>
            <p:cNvSpPr/>
            <p:nvPr/>
          </p:nvSpPr>
          <p:spPr>
            <a:xfrm>
              <a:off x="1667803" y="1717498"/>
              <a:ext cx="66900" cy="89162"/>
            </a:xfrm>
            <a:custGeom>
              <a:rect b="b" l="l" r="r" t="t"/>
              <a:pathLst>
                <a:path extrusionOk="0" h="2363" w="1773">
                  <a:moveTo>
                    <a:pt x="1182" y="591"/>
                  </a:moveTo>
                  <a:lnTo>
                    <a:pt x="1182" y="1182"/>
                  </a:lnTo>
                  <a:lnTo>
                    <a:pt x="591" y="1182"/>
                  </a:lnTo>
                  <a:lnTo>
                    <a:pt x="591" y="591"/>
                  </a:lnTo>
                  <a:close/>
                  <a:moveTo>
                    <a:pt x="1" y="1"/>
                  </a:moveTo>
                  <a:lnTo>
                    <a:pt x="1" y="2362"/>
                  </a:lnTo>
                  <a:lnTo>
                    <a:pt x="591" y="2362"/>
                  </a:lnTo>
                  <a:lnTo>
                    <a:pt x="591" y="1773"/>
                  </a:lnTo>
                  <a:lnTo>
                    <a:pt x="1182" y="1773"/>
                  </a:lnTo>
                  <a:lnTo>
                    <a:pt x="1182" y="2362"/>
                  </a:lnTo>
                  <a:lnTo>
                    <a:pt x="1773" y="2362"/>
                  </a:lnTo>
                  <a:lnTo>
                    <a:pt x="177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73"/>
            <p:cNvSpPr/>
            <p:nvPr/>
          </p:nvSpPr>
          <p:spPr>
            <a:xfrm>
              <a:off x="1756965" y="1717498"/>
              <a:ext cx="22338" cy="89162"/>
            </a:xfrm>
            <a:custGeom>
              <a:rect b="b" l="l" r="r" t="t"/>
              <a:pathLst>
                <a:path extrusionOk="0" h="2363" w="592">
                  <a:moveTo>
                    <a:pt x="0" y="1"/>
                  </a:moveTo>
                  <a:lnTo>
                    <a:pt x="0" y="2362"/>
                  </a:lnTo>
                  <a:lnTo>
                    <a:pt x="591" y="2362"/>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 name="Google Shape;1194;p73"/>
          <p:cNvGrpSpPr/>
          <p:nvPr/>
        </p:nvGrpSpPr>
        <p:grpSpPr>
          <a:xfrm>
            <a:off x="949830" y="2216402"/>
            <a:ext cx="317618" cy="359729"/>
            <a:chOff x="742262" y="2173496"/>
            <a:chExt cx="335819" cy="380344"/>
          </a:xfrm>
        </p:grpSpPr>
        <p:sp>
          <p:nvSpPr>
            <p:cNvPr id="1195" name="Google Shape;1195;p73"/>
            <p:cNvSpPr/>
            <p:nvPr/>
          </p:nvSpPr>
          <p:spPr>
            <a:xfrm>
              <a:off x="764562" y="2353254"/>
              <a:ext cx="291219" cy="200586"/>
            </a:xfrm>
            <a:custGeom>
              <a:rect b="b" l="l" r="r" t="t"/>
              <a:pathLst>
                <a:path extrusionOk="0" h="5316" w="7718">
                  <a:moveTo>
                    <a:pt x="7127" y="591"/>
                  </a:moveTo>
                  <a:lnTo>
                    <a:pt x="7127" y="2363"/>
                  </a:lnTo>
                  <a:lnTo>
                    <a:pt x="591" y="2363"/>
                  </a:lnTo>
                  <a:lnTo>
                    <a:pt x="591" y="591"/>
                  </a:lnTo>
                  <a:close/>
                  <a:moveTo>
                    <a:pt x="7127" y="2954"/>
                  </a:moveTo>
                  <a:lnTo>
                    <a:pt x="7127" y="4725"/>
                  </a:lnTo>
                  <a:lnTo>
                    <a:pt x="591" y="4725"/>
                  </a:lnTo>
                  <a:lnTo>
                    <a:pt x="591" y="2954"/>
                  </a:lnTo>
                  <a:close/>
                  <a:moveTo>
                    <a:pt x="1" y="0"/>
                  </a:moveTo>
                  <a:lnTo>
                    <a:pt x="1" y="5316"/>
                  </a:lnTo>
                  <a:lnTo>
                    <a:pt x="7718" y="5316"/>
                  </a:lnTo>
                  <a:lnTo>
                    <a:pt x="771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73"/>
            <p:cNvSpPr/>
            <p:nvPr/>
          </p:nvSpPr>
          <p:spPr>
            <a:xfrm>
              <a:off x="809162" y="2486978"/>
              <a:ext cx="22300" cy="22300"/>
            </a:xfrm>
            <a:custGeom>
              <a:rect b="b" l="l" r="r" t="t"/>
              <a:pathLst>
                <a:path extrusionOk="0" h="591" w="591">
                  <a:moveTo>
                    <a:pt x="0" y="1"/>
                  </a:moveTo>
                  <a:lnTo>
                    <a:pt x="0" y="590"/>
                  </a:lnTo>
                  <a:lnTo>
                    <a:pt x="591" y="590"/>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73"/>
            <p:cNvSpPr/>
            <p:nvPr/>
          </p:nvSpPr>
          <p:spPr>
            <a:xfrm>
              <a:off x="853686" y="2486978"/>
              <a:ext cx="22338" cy="22300"/>
            </a:xfrm>
            <a:custGeom>
              <a:rect b="b" l="l" r="r" t="t"/>
              <a:pathLst>
                <a:path extrusionOk="0" h="591" w="592">
                  <a:moveTo>
                    <a:pt x="0" y="1"/>
                  </a:moveTo>
                  <a:lnTo>
                    <a:pt x="0" y="590"/>
                  </a:lnTo>
                  <a:lnTo>
                    <a:pt x="591" y="590"/>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73"/>
            <p:cNvSpPr/>
            <p:nvPr/>
          </p:nvSpPr>
          <p:spPr>
            <a:xfrm>
              <a:off x="944320" y="2486978"/>
              <a:ext cx="22300" cy="22300"/>
            </a:xfrm>
            <a:custGeom>
              <a:rect b="b" l="l" r="r" t="t"/>
              <a:pathLst>
                <a:path extrusionOk="0" h="591" w="591">
                  <a:moveTo>
                    <a:pt x="0" y="1"/>
                  </a:moveTo>
                  <a:lnTo>
                    <a:pt x="0" y="590"/>
                  </a:lnTo>
                  <a:lnTo>
                    <a:pt x="591" y="590"/>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73"/>
            <p:cNvSpPr/>
            <p:nvPr/>
          </p:nvSpPr>
          <p:spPr>
            <a:xfrm>
              <a:off x="988882" y="2486978"/>
              <a:ext cx="22338" cy="22300"/>
            </a:xfrm>
            <a:custGeom>
              <a:rect b="b" l="l" r="r" t="t"/>
              <a:pathLst>
                <a:path extrusionOk="0" h="591" w="592">
                  <a:moveTo>
                    <a:pt x="1" y="1"/>
                  </a:moveTo>
                  <a:lnTo>
                    <a:pt x="1" y="590"/>
                  </a:lnTo>
                  <a:lnTo>
                    <a:pt x="591" y="590"/>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73"/>
            <p:cNvSpPr/>
            <p:nvPr/>
          </p:nvSpPr>
          <p:spPr>
            <a:xfrm>
              <a:off x="809162" y="2397816"/>
              <a:ext cx="22300" cy="22338"/>
            </a:xfrm>
            <a:custGeom>
              <a:rect b="b" l="l" r="r" t="t"/>
              <a:pathLst>
                <a:path extrusionOk="0" h="592" w="591">
                  <a:moveTo>
                    <a:pt x="0" y="1"/>
                  </a:moveTo>
                  <a:lnTo>
                    <a:pt x="0" y="591"/>
                  </a:lnTo>
                  <a:lnTo>
                    <a:pt x="591" y="591"/>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73"/>
            <p:cNvSpPr/>
            <p:nvPr/>
          </p:nvSpPr>
          <p:spPr>
            <a:xfrm>
              <a:off x="853686" y="2397816"/>
              <a:ext cx="22338" cy="22338"/>
            </a:xfrm>
            <a:custGeom>
              <a:rect b="b" l="l" r="r" t="t"/>
              <a:pathLst>
                <a:path extrusionOk="0" h="592" w="592">
                  <a:moveTo>
                    <a:pt x="0" y="1"/>
                  </a:moveTo>
                  <a:lnTo>
                    <a:pt x="0" y="591"/>
                  </a:lnTo>
                  <a:lnTo>
                    <a:pt x="591" y="591"/>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73"/>
            <p:cNvSpPr/>
            <p:nvPr/>
          </p:nvSpPr>
          <p:spPr>
            <a:xfrm>
              <a:off x="944320" y="2397816"/>
              <a:ext cx="22300" cy="22338"/>
            </a:xfrm>
            <a:custGeom>
              <a:rect b="b" l="l" r="r" t="t"/>
              <a:pathLst>
                <a:path extrusionOk="0" h="592" w="591">
                  <a:moveTo>
                    <a:pt x="0" y="1"/>
                  </a:moveTo>
                  <a:lnTo>
                    <a:pt x="0" y="591"/>
                  </a:lnTo>
                  <a:lnTo>
                    <a:pt x="591" y="591"/>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73"/>
            <p:cNvSpPr/>
            <p:nvPr/>
          </p:nvSpPr>
          <p:spPr>
            <a:xfrm>
              <a:off x="988882" y="2397816"/>
              <a:ext cx="22338" cy="22338"/>
            </a:xfrm>
            <a:custGeom>
              <a:rect b="b" l="l" r="r" t="t"/>
              <a:pathLst>
                <a:path extrusionOk="0" h="592" w="592">
                  <a:moveTo>
                    <a:pt x="1" y="1"/>
                  </a:moveTo>
                  <a:lnTo>
                    <a:pt x="1" y="591"/>
                  </a:lnTo>
                  <a:lnTo>
                    <a:pt x="591" y="591"/>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73"/>
            <p:cNvSpPr/>
            <p:nvPr/>
          </p:nvSpPr>
          <p:spPr>
            <a:xfrm>
              <a:off x="842593" y="2173496"/>
              <a:ext cx="135196" cy="157495"/>
            </a:xfrm>
            <a:custGeom>
              <a:rect b="b" l="l" r="r" t="t"/>
              <a:pathLst>
                <a:path extrusionOk="0" h="4174" w="3583">
                  <a:moveTo>
                    <a:pt x="1496" y="627"/>
                  </a:moveTo>
                  <a:lnTo>
                    <a:pt x="1496" y="3546"/>
                  </a:lnTo>
                  <a:cubicBezTo>
                    <a:pt x="976" y="3414"/>
                    <a:pt x="590" y="2943"/>
                    <a:pt x="590" y="2383"/>
                  </a:cubicBezTo>
                  <a:lnTo>
                    <a:pt x="590" y="1792"/>
                  </a:lnTo>
                  <a:cubicBezTo>
                    <a:pt x="590" y="1232"/>
                    <a:pt x="976" y="759"/>
                    <a:pt x="1496" y="627"/>
                  </a:cubicBezTo>
                  <a:close/>
                  <a:moveTo>
                    <a:pt x="2087" y="627"/>
                  </a:moveTo>
                  <a:cubicBezTo>
                    <a:pt x="2607" y="759"/>
                    <a:pt x="2992" y="1232"/>
                    <a:pt x="2992" y="1792"/>
                  </a:cubicBezTo>
                  <a:lnTo>
                    <a:pt x="2992" y="2383"/>
                  </a:lnTo>
                  <a:cubicBezTo>
                    <a:pt x="2992" y="2943"/>
                    <a:pt x="2607" y="3414"/>
                    <a:pt x="2087" y="3546"/>
                  </a:cubicBezTo>
                  <a:lnTo>
                    <a:pt x="2087" y="627"/>
                  </a:lnTo>
                  <a:close/>
                  <a:moveTo>
                    <a:pt x="1791" y="1"/>
                  </a:moveTo>
                  <a:cubicBezTo>
                    <a:pt x="803" y="1"/>
                    <a:pt x="0" y="804"/>
                    <a:pt x="0" y="1792"/>
                  </a:cubicBezTo>
                  <a:lnTo>
                    <a:pt x="0" y="2383"/>
                  </a:lnTo>
                  <a:cubicBezTo>
                    <a:pt x="0" y="3370"/>
                    <a:pt x="803" y="4174"/>
                    <a:pt x="1791" y="4174"/>
                  </a:cubicBezTo>
                  <a:cubicBezTo>
                    <a:pt x="2778" y="4174"/>
                    <a:pt x="3582" y="3370"/>
                    <a:pt x="3582" y="2383"/>
                  </a:cubicBezTo>
                  <a:lnTo>
                    <a:pt x="3582" y="1792"/>
                  </a:lnTo>
                  <a:cubicBezTo>
                    <a:pt x="3582" y="804"/>
                    <a:pt x="2778" y="1"/>
                    <a:pt x="17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73"/>
            <p:cNvSpPr/>
            <p:nvPr/>
          </p:nvSpPr>
          <p:spPr>
            <a:xfrm>
              <a:off x="1003258" y="2205040"/>
              <a:ext cx="30224" cy="95237"/>
            </a:xfrm>
            <a:custGeom>
              <a:rect b="b" l="l" r="r" t="t"/>
              <a:pathLst>
                <a:path extrusionOk="0" h="2524" w="801">
                  <a:moveTo>
                    <a:pt x="553" y="0"/>
                  </a:moveTo>
                  <a:lnTo>
                    <a:pt x="8" y="226"/>
                  </a:lnTo>
                  <a:cubicBezTo>
                    <a:pt x="142" y="551"/>
                    <a:pt x="210" y="896"/>
                    <a:pt x="210" y="1251"/>
                  </a:cubicBezTo>
                  <a:cubicBezTo>
                    <a:pt x="210" y="1613"/>
                    <a:pt x="140" y="1963"/>
                    <a:pt x="0" y="2293"/>
                  </a:cubicBezTo>
                  <a:lnTo>
                    <a:pt x="544" y="2523"/>
                  </a:lnTo>
                  <a:cubicBezTo>
                    <a:pt x="714" y="2120"/>
                    <a:pt x="801" y="1692"/>
                    <a:pt x="801" y="1251"/>
                  </a:cubicBezTo>
                  <a:cubicBezTo>
                    <a:pt x="801" y="818"/>
                    <a:pt x="718" y="397"/>
                    <a:pt x="5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73"/>
            <p:cNvSpPr/>
            <p:nvPr/>
          </p:nvSpPr>
          <p:spPr>
            <a:xfrm>
              <a:off x="1044311" y="2187948"/>
              <a:ext cx="33771" cy="129687"/>
            </a:xfrm>
            <a:custGeom>
              <a:rect b="b" l="l" r="r" t="t"/>
              <a:pathLst>
                <a:path extrusionOk="0" h="3437" w="895">
                  <a:moveTo>
                    <a:pt x="557" y="1"/>
                  </a:moveTo>
                  <a:lnTo>
                    <a:pt x="10" y="227"/>
                  </a:lnTo>
                  <a:cubicBezTo>
                    <a:pt x="206" y="696"/>
                    <a:pt x="304" y="1193"/>
                    <a:pt x="304" y="1704"/>
                  </a:cubicBezTo>
                  <a:cubicBezTo>
                    <a:pt x="304" y="2225"/>
                    <a:pt x="201" y="2731"/>
                    <a:pt x="1" y="3205"/>
                  </a:cubicBezTo>
                  <a:lnTo>
                    <a:pt x="544" y="3436"/>
                  </a:lnTo>
                  <a:cubicBezTo>
                    <a:pt x="776" y="2887"/>
                    <a:pt x="894" y="2304"/>
                    <a:pt x="894" y="1704"/>
                  </a:cubicBezTo>
                  <a:cubicBezTo>
                    <a:pt x="894" y="1115"/>
                    <a:pt x="780" y="542"/>
                    <a:pt x="5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73"/>
            <p:cNvSpPr/>
            <p:nvPr/>
          </p:nvSpPr>
          <p:spPr>
            <a:xfrm>
              <a:off x="786862" y="2204248"/>
              <a:ext cx="30224" cy="95237"/>
            </a:xfrm>
            <a:custGeom>
              <a:rect b="b" l="l" r="r" t="t"/>
              <a:pathLst>
                <a:path extrusionOk="0" h="2524" w="801">
                  <a:moveTo>
                    <a:pt x="257" y="0"/>
                  </a:moveTo>
                  <a:cubicBezTo>
                    <a:pt x="87" y="403"/>
                    <a:pt x="0" y="831"/>
                    <a:pt x="0" y="1272"/>
                  </a:cubicBezTo>
                  <a:cubicBezTo>
                    <a:pt x="0" y="1706"/>
                    <a:pt x="84" y="2127"/>
                    <a:pt x="248" y="2523"/>
                  </a:cubicBezTo>
                  <a:lnTo>
                    <a:pt x="794" y="2296"/>
                  </a:lnTo>
                  <a:cubicBezTo>
                    <a:pt x="659" y="1972"/>
                    <a:pt x="591" y="1628"/>
                    <a:pt x="591" y="1272"/>
                  </a:cubicBezTo>
                  <a:cubicBezTo>
                    <a:pt x="591" y="910"/>
                    <a:pt x="662" y="560"/>
                    <a:pt x="801" y="230"/>
                  </a:cubicBezTo>
                  <a:lnTo>
                    <a:pt x="25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73"/>
            <p:cNvSpPr/>
            <p:nvPr/>
          </p:nvSpPr>
          <p:spPr>
            <a:xfrm>
              <a:off x="742262" y="2186891"/>
              <a:ext cx="33771" cy="129649"/>
            </a:xfrm>
            <a:custGeom>
              <a:rect b="b" l="l" r="r" t="t"/>
              <a:pathLst>
                <a:path extrusionOk="0" h="3436" w="895">
                  <a:moveTo>
                    <a:pt x="351" y="0"/>
                  </a:moveTo>
                  <a:cubicBezTo>
                    <a:pt x="119" y="549"/>
                    <a:pt x="1" y="1132"/>
                    <a:pt x="1" y="1732"/>
                  </a:cubicBezTo>
                  <a:cubicBezTo>
                    <a:pt x="1" y="2322"/>
                    <a:pt x="115" y="2895"/>
                    <a:pt x="338" y="3436"/>
                  </a:cubicBezTo>
                  <a:lnTo>
                    <a:pt x="884" y="3209"/>
                  </a:lnTo>
                  <a:cubicBezTo>
                    <a:pt x="690" y="2741"/>
                    <a:pt x="592" y="2244"/>
                    <a:pt x="592" y="1732"/>
                  </a:cubicBezTo>
                  <a:cubicBezTo>
                    <a:pt x="592" y="1211"/>
                    <a:pt x="693" y="706"/>
                    <a:pt x="894" y="230"/>
                  </a:cubicBezTo>
                  <a:lnTo>
                    <a:pt x="35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 name="Google Shape;1209;p73"/>
          <p:cNvSpPr/>
          <p:nvPr/>
        </p:nvSpPr>
        <p:spPr>
          <a:xfrm>
            <a:off x="7918734" y="2216440"/>
            <a:ext cx="233254" cy="359659"/>
          </a:xfrm>
          <a:custGeom>
            <a:rect b="b" l="l" r="r" t="t"/>
            <a:pathLst>
              <a:path extrusionOk="0" h="10078" w="6536">
                <a:moveTo>
                  <a:pt x="2973" y="616"/>
                </a:moveTo>
                <a:lnTo>
                  <a:pt x="2973" y="1790"/>
                </a:lnTo>
                <a:lnTo>
                  <a:pt x="1040" y="1790"/>
                </a:lnTo>
                <a:cubicBezTo>
                  <a:pt x="1470" y="1150"/>
                  <a:pt x="2168" y="703"/>
                  <a:pt x="2973" y="616"/>
                </a:cubicBezTo>
                <a:close/>
                <a:moveTo>
                  <a:pt x="3563" y="616"/>
                </a:moveTo>
                <a:cubicBezTo>
                  <a:pt x="4367" y="703"/>
                  <a:pt x="5065" y="1150"/>
                  <a:pt x="5495" y="1790"/>
                </a:cubicBezTo>
                <a:lnTo>
                  <a:pt x="3563" y="1790"/>
                </a:lnTo>
                <a:lnTo>
                  <a:pt x="3563" y="616"/>
                </a:lnTo>
                <a:close/>
                <a:moveTo>
                  <a:pt x="2973" y="2360"/>
                </a:moveTo>
                <a:lnTo>
                  <a:pt x="2973" y="3562"/>
                </a:lnTo>
                <a:lnTo>
                  <a:pt x="590" y="3562"/>
                </a:lnTo>
                <a:lnTo>
                  <a:pt x="590" y="3268"/>
                </a:lnTo>
                <a:cubicBezTo>
                  <a:pt x="590" y="2949"/>
                  <a:pt x="645" y="2644"/>
                  <a:pt x="745" y="2360"/>
                </a:cubicBezTo>
                <a:close/>
                <a:moveTo>
                  <a:pt x="5790" y="2360"/>
                </a:moveTo>
                <a:cubicBezTo>
                  <a:pt x="5890" y="2644"/>
                  <a:pt x="5945" y="2949"/>
                  <a:pt x="5945" y="3268"/>
                </a:cubicBezTo>
                <a:lnTo>
                  <a:pt x="5945" y="3562"/>
                </a:lnTo>
                <a:lnTo>
                  <a:pt x="3563" y="3562"/>
                </a:lnTo>
                <a:lnTo>
                  <a:pt x="3563" y="2360"/>
                </a:lnTo>
                <a:close/>
                <a:moveTo>
                  <a:pt x="2973" y="4153"/>
                </a:moveTo>
                <a:lnTo>
                  <a:pt x="2973" y="5353"/>
                </a:lnTo>
                <a:lnTo>
                  <a:pt x="746" y="5353"/>
                </a:lnTo>
                <a:cubicBezTo>
                  <a:pt x="645" y="5066"/>
                  <a:pt x="590" y="4760"/>
                  <a:pt x="590" y="4447"/>
                </a:cubicBezTo>
                <a:lnTo>
                  <a:pt x="590" y="4153"/>
                </a:lnTo>
                <a:close/>
                <a:moveTo>
                  <a:pt x="5945" y="4153"/>
                </a:moveTo>
                <a:lnTo>
                  <a:pt x="5945" y="4447"/>
                </a:lnTo>
                <a:cubicBezTo>
                  <a:pt x="5945" y="4760"/>
                  <a:pt x="5890" y="5066"/>
                  <a:pt x="5789" y="5353"/>
                </a:cubicBezTo>
                <a:lnTo>
                  <a:pt x="3563" y="5353"/>
                </a:lnTo>
                <a:lnTo>
                  <a:pt x="3563" y="4153"/>
                </a:lnTo>
                <a:close/>
                <a:moveTo>
                  <a:pt x="2973" y="5924"/>
                </a:moveTo>
                <a:lnTo>
                  <a:pt x="2973" y="6732"/>
                </a:lnTo>
                <a:lnTo>
                  <a:pt x="1862" y="6732"/>
                </a:lnTo>
                <a:cubicBezTo>
                  <a:pt x="1522" y="6524"/>
                  <a:pt x="1238" y="6246"/>
                  <a:pt x="1022" y="5924"/>
                </a:cubicBezTo>
                <a:close/>
                <a:moveTo>
                  <a:pt x="5514" y="5924"/>
                </a:moveTo>
                <a:cubicBezTo>
                  <a:pt x="5299" y="6246"/>
                  <a:pt x="5014" y="6524"/>
                  <a:pt x="4673" y="6732"/>
                </a:cubicBezTo>
                <a:lnTo>
                  <a:pt x="3563" y="6732"/>
                </a:lnTo>
                <a:lnTo>
                  <a:pt x="3563" y="5924"/>
                </a:lnTo>
                <a:close/>
                <a:moveTo>
                  <a:pt x="4449" y="7322"/>
                </a:moveTo>
                <a:lnTo>
                  <a:pt x="4449" y="8307"/>
                </a:lnTo>
                <a:lnTo>
                  <a:pt x="2087" y="8307"/>
                </a:lnTo>
                <a:lnTo>
                  <a:pt x="2087" y="7322"/>
                </a:lnTo>
                <a:close/>
                <a:moveTo>
                  <a:pt x="3862" y="8897"/>
                </a:moveTo>
                <a:cubicBezTo>
                  <a:pt x="3862" y="9222"/>
                  <a:pt x="3597" y="9488"/>
                  <a:pt x="3271" y="9488"/>
                </a:cubicBezTo>
                <a:cubicBezTo>
                  <a:pt x="2945" y="9488"/>
                  <a:pt x="2681" y="9222"/>
                  <a:pt x="2681" y="8897"/>
                </a:cubicBezTo>
                <a:close/>
                <a:moveTo>
                  <a:pt x="3267" y="1"/>
                </a:moveTo>
                <a:cubicBezTo>
                  <a:pt x="1467" y="1"/>
                  <a:pt x="0" y="1486"/>
                  <a:pt x="0" y="3302"/>
                </a:cubicBezTo>
                <a:lnTo>
                  <a:pt x="0" y="4445"/>
                </a:lnTo>
                <a:cubicBezTo>
                  <a:pt x="0" y="5557"/>
                  <a:pt x="569" y="6595"/>
                  <a:pt x="1496" y="7195"/>
                </a:cubicBezTo>
                <a:lnTo>
                  <a:pt x="1496" y="8897"/>
                </a:lnTo>
                <a:lnTo>
                  <a:pt x="2093" y="8897"/>
                </a:lnTo>
                <a:cubicBezTo>
                  <a:pt x="2093" y="9548"/>
                  <a:pt x="2621" y="10078"/>
                  <a:pt x="3271" y="10078"/>
                </a:cubicBezTo>
                <a:cubicBezTo>
                  <a:pt x="3921" y="10078"/>
                  <a:pt x="4451" y="9548"/>
                  <a:pt x="4451" y="8897"/>
                </a:cubicBezTo>
                <a:lnTo>
                  <a:pt x="5039" y="8897"/>
                </a:lnTo>
                <a:lnTo>
                  <a:pt x="5039" y="7195"/>
                </a:lnTo>
                <a:cubicBezTo>
                  <a:pt x="5966" y="6595"/>
                  <a:pt x="6536" y="5557"/>
                  <a:pt x="6536" y="4445"/>
                </a:cubicBezTo>
                <a:lnTo>
                  <a:pt x="6536" y="3268"/>
                </a:lnTo>
                <a:cubicBezTo>
                  <a:pt x="6536" y="1508"/>
                  <a:pt x="5137" y="68"/>
                  <a:pt x="3393" y="3"/>
                </a:cubicBezTo>
                <a:cubicBezTo>
                  <a:pt x="3351" y="1"/>
                  <a:pt x="3309" y="1"/>
                  <a:pt x="32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 name="Google Shape;1210;p73"/>
          <p:cNvGrpSpPr/>
          <p:nvPr/>
        </p:nvGrpSpPr>
        <p:grpSpPr>
          <a:xfrm>
            <a:off x="7118151" y="2216402"/>
            <a:ext cx="295135" cy="359729"/>
            <a:chOff x="7264065" y="2173496"/>
            <a:chExt cx="312048" cy="380344"/>
          </a:xfrm>
        </p:grpSpPr>
        <p:sp>
          <p:nvSpPr>
            <p:cNvPr id="1211" name="Google Shape;1211;p73"/>
            <p:cNvSpPr/>
            <p:nvPr/>
          </p:nvSpPr>
          <p:spPr>
            <a:xfrm>
              <a:off x="7364358" y="2284920"/>
              <a:ext cx="66862" cy="89200"/>
            </a:xfrm>
            <a:custGeom>
              <a:rect b="b" l="l" r="r" t="t"/>
              <a:pathLst>
                <a:path extrusionOk="0" h="2364" w="1772">
                  <a:moveTo>
                    <a:pt x="1182" y="591"/>
                  </a:moveTo>
                  <a:lnTo>
                    <a:pt x="1182" y="1182"/>
                  </a:lnTo>
                  <a:lnTo>
                    <a:pt x="591" y="1182"/>
                  </a:lnTo>
                  <a:lnTo>
                    <a:pt x="591" y="591"/>
                  </a:lnTo>
                  <a:close/>
                  <a:moveTo>
                    <a:pt x="1" y="0"/>
                  </a:moveTo>
                  <a:lnTo>
                    <a:pt x="1" y="2363"/>
                  </a:lnTo>
                  <a:lnTo>
                    <a:pt x="591" y="2363"/>
                  </a:lnTo>
                  <a:lnTo>
                    <a:pt x="591" y="1772"/>
                  </a:lnTo>
                  <a:lnTo>
                    <a:pt x="1181" y="1772"/>
                  </a:lnTo>
                  <a:lnTo>
                    <a:pt x="1181" y="2363"/>
                  </a:lnTo>
                  <a:lnTo>
                    <a:pt x="1772" y="2363"/>
                  </a:lnTo>
                  <a:lnTo>
                    <a:pt x="17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73"/>
            <p:cNvSpPr/>
            <p:nvPr/>
          </p:nvSpPr>
          <p:spPr>
            <a:xfrm>
              <a:off x="7453482" y="2284920"/>
              <a:ext cx="22300" cy="89200"/>
            </a:xfrm>
            <a:custGeom>
              <a:rect b="b" l="l" r="r" t="t"/>
              <a:pathLst>
                <a:path extrusionOk="0" h="2364" w="591">
                  <a:moveTo>
                    <a:pt x="0" y="0"/>
                  </a:moveTo>
                  <a:lnTo>
                    <a:pt x="0" y="2363"/>
                  </a:lnTo>
                  <a:lnTo>
                    <a:pt x="591" y="2363"/>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73"/>
            <p:cNvSpPr/>
            <p:nvPr/>
          </p:nvSpPr>
          <p:spPr>
            <a:xfrm>
              <a:off x="7308627" y="2218058"/>
              <a:ext cx="222886" cy="222886"/>
            </a:xfrm>
            <a:custGeom>
              <a:rect b="b" l="l" r="r" t="t"/>
              <a:pathLst>
                <a:path extrusionOk="0" h="5907" w="5907">
                  <a:moveTo>
                    <a:pt x="2954" y="591"/>
                  </a:moveTo>
                  <a:cubicBezTo>
                    <a:pt x="4256" y="591"/>
                    <a:pt x="5316" y="1651"/>
                    <a:pt x="5316" y="2954"/>
                  </a:cubicBezTo>
                  <a:cubicBezTo>
                    <a:pt x="5316" y="4256"/>
                    <a:pt x="4256" y="5316"/>
                    <a:pt x="2954" y="5316"/>
                  </a:cubicBezTo>
                  <a:cubicBezTo>
                    <a:pt x="1652" y="5316"/>
                    <a:pt x="592" y="4256"/>
                    <a:pt x="592" y="2954"/>
                  </a:cubicBezTo>
                  <a:cubicBezTo>
                    <a:pt x="592" y="1651"/>
                    <a:pt x="1652" y="591"/>
                    <a:pt x="2954" y="591"/>
                  </a:cubicBezTo>
                  <a:close/>
                  <a:moveTo>
                    <a:pt x="2954" y="0"/>
                  </a:moveTo>
                  <a:cubicBezTo>
                    <a:pt x="1326" y="0"/>
                    <a:pt x="1" y="1325"/>
                    <a:pt x="1" y="2954"/>
                  </a:cubicBezTo>
                  <a:cubicBezTo>
                    <a:pt x="1" y="4581"/>
                    <a:pt x="1326" y="5906"/>
                    <a:pt x="2954" y="5906"/>
                  </a:cubicBezTo>
                  <a:cubicBezTo>
                    <a:pt x="4582" y="5906"/>
                    <a:pt x="5907" y="4581"/>
                    <a:pt x="5907" y="2954"/>
                  </a:cubicBezTo>
                  <a:cubicBezTo>
                    <a:pt x="5907" y="1325"/>
                    <a:pt x="4582" y="0"/>
                    <a:pt x="29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73"/>
            <p:cNvSpPr/>
            <p:nvPr/>
          </p:nvSpPr>
          <p:spPr>
            <a:xfrm>
              <a:off x="7264065" y="2173496"/>
              <a:ext cx="312048" cy="380344"/>
            </a:xfrm>
            <a:custGeom>
              <a:rect b="b" l="l" r="r" t="t"/>
              <a:pathLst>
                <a:path extrusionOk="0" h="10080" w="8270">
                  <a:moveTo>
                    <a:pt x="4135" y="591"/>
                  </a:moveTo>
                  <a:cubicBezTo>
                    <a:pt x="6089" y="591"/>
                    <a:pt x="7678" y="2181"/>
                    <a:pt x="7678" y="4135"/>
                  </a:cubicBezTo>
                  <a:cubicBezTo>
                    <a:pt x="7678" y="6088"/>
                    <a:pt x="6089" y="7678"/>
                    <a:pt x="4135" y="7678"/>
                  </a:cubicBezTo>
                  <a:cubicBezTo>
                    <a:pt x="2181" y="7678"/>
                    <a:pt x="591" y="6088"/>
                    <a:pt x="591" y="4135"/>
                  </a:cubicBezTo>
                  <a:cubicBezTo>
                    <a:pt x="591" y="2181"/>
                    <a:pt x="2181" y="591"/>
                    <a:pt x="4135" y="591"/>
                  </a:cubicBezTo>
                  <a:close/>
                  <a:moveTo>
                    <a:pt x="4430" y="8258"/>
                  </a:moveTo>
                  <a:lnTo>
                    <a:pt x="4430" y="9489"/>
                  </a:lnTo>
                  <a:lnTo>
                    <a:pt x="3839" y="9489"/>
                  </a:lnTo>
                  <a:lnTo>
                    <a:pt x="3839" y="8258"/>
                  </a:lnTo>
                  <a:cubicBezTo>
                    <a:pt x="3937" y="8265"/>
                    <a:pt x="4035" y="8268"/>
                    <a:pt x="4134" y="8268"/>
                  </a:cubicBezTo>
                  <a:cubicBezTo>
                    <a:pt x="4234" y="8268"/>
                    <a:pt x="4333" y="8265"/>
                    <a:pt x="4430" y="8258"/>
                  </a:cubicBezTo>
                  <a:close/>
                  <a:moveTo>
                    <a:pt x="4134" y="1"/>
                  </a:moveTo>
                  <a:cubicBezTo>
                    <a:pt x="1855" y="1"/>
                    <a:pt x="0" y="1855"/>
                    <a:pt x="0" y="4135"/>
                  </a:cubicBezTo>
                  <a:cubicBezTo>
                    <a:pt x="0" y="6110"/>
                    <a:pt x="1394" y="7766"/>
                    <a:pt x="3249" y="8173"/>
                  </a:cubicBezTo>
                  <a:lnTo>
                    <a:pt x="3249" y="10080"/>
                  </a:lnTo>
                  <a:lnTo>
                    <a:pt x="5020" y="10080"/>
                  </a:lnTo>
                  <a:lnTo>
                    <a:pt x="5020" y="8173"/>
                  </a:lnTo>
                  <a:cubicBezTo>
                    <a:pt x="6876" y="7766"/>
                    <a:pt x="8269" y="6110"/>
                    <a:pt x="8269" y="4135"/>
                  </a:cubicBezTo>
                  <a:cubicBezTo>
                    <a:pt x="8269" y="1855"/>
                    <a:pt x="6415" y="1"/>
                    <a:pt x="41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 name="Google Shape;1215;p73"/>
          <p:cNvGrpSpPr/>
          <p:nvPr/>
        </p:nvGrpSpPr>
        <p:grpSpPr>
          <a:xfrm>
            <a:off x="6316183" y="2237458"/>
            <a:ext cx="359765" cy="317582"/>
            <a:chOff x="6416139" y="2195758"/>
            <a:chExt cx="380381" cy="335782"/>
          </a:xfrm>
        </p:grpSpPr>
        <p:sp>
          <p:nvSpPr>
            <p:cNvPr id="1216" name="Google Shape;1216;p73"/>
            <p:cNvSpPr/>
            <p:nvPr/>
          </p:nvSpPr>
          <p:spPr>
            <a:xfrm>
              <a:off x="6416139" y="2195758"/>
              <a:ext cx="380381" cy="335782"/>
            </a:xfrm>
            <a:custGeom>
              <a:rect b="b" l="l" r="r" t="t"/>
              <a:pathLst>
                <a:path extrusionOk="0" h="8899" w="10081">
                  <a:moveTo>
                    <a:pt x="9490" y="591"/>
                  </a:moveTo>
                  <a:lnTo>
                    <a:pt x="9490" y="5946"/>
                  </a:lnTo>
                  <a:lnTo>
                    <a:pt x="591" y="5946"/>
                  </a:lnTo>
                  <a:lnTo>
                    <a:pt x="591" y="591"/>
                  </a:lnTo>
                  <a:close/>
                  <a:moveTo>
                    <a:pt x="9490" y="6537"/>
                  </a:moveTo>
                  <a:lnTo>
                    <a:pt x="9490" y="7128"/>
                  </a:lnTo>
                  <a:lnTo>
                    <a:pt x="591" y="7128"/>
                  </a:lnTo>
                  <a:lnTo>
                    <a:pt x="591" y="6537"/>
                  </a:lnTo>
                  <a:close/>
                  <a:moveTo>
                    <a:pt x="5631" y="7719"/>
                  </a:moveTo>
                  <a:lnTo>
                    <a:pt x="5631" y="8308"/>
                  </a:lnTo>
                  <a:lnTo>
                    <a:pt x="4450" y="8308"/>
                  </a:lnTo>
                  <a:lnTo>
                    <a:pt x="4450" y="7719"/>
                  </a:lnTo>
                  <a:close/>
                  <a:moveTo>
                    <a:pt x="1" y="0"/>
                  </a:moveTo>
                  <a:lnTo>
                    <a:pt x="1" y="7719"/>
                  </a:lnTo>
                  <a:lnTo>
                    <a:pt x="3859" y="7719"/>
                  </a:lnTo>
                  <a:lnTo>
                    <a:pt x="3859" y="8308"/>
                  </a:lnTo>
                  <a:lnTo>
                    <a:pt x="1182" y="8308"/>
                  </a:lnTo>
                  <a:lnTo>
                    <a:pt x="1182" y="8899"/>
                  </a:lnTo>
                  <a:lnTo>
                    <a:pt x="8899" y="8899"/>
                  </a:lnTo>
                  <a:lnTo>
                    <a:pt x="8899" y="8308"/>
                  </a:lnTo>
                  <a:lnTo>
                    <a:pt x="6222" y="8308"/>
                  </a:lnTo>
                  <a:lnTo>
                    <a:pt x="6222" y="7719"/>
                  </a:lnTo>
                  <a:lnTo>
                    <a:pt x="10080" y="7719"/>
                  </a:lnTo>
                  <a:lnTo>
                    <a:pt x="1008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73"/>
            <p:cNvSpPr/>
            <p:nvPr/>
          </p:nvSpPr>
          <p:spPr>
            <a:xfrm>
              <a:off x="6549863" y="2240320"/>
              <a:ext cx="112971" cy="157533"/>
            </a:xfrm>
            <a:custGeom>
              <a:rect b="b" l="l" r="r" t="t"/>
              <a:pathLst>
                <a:path extrusionOk="0" h="4175" w="2994">
                  <a:moveTo>
                    <a:pt x="1496" y="592"/>
                  </a:moveTo>
                  <a:cubicBezTo>
                    <a:pt x="1822" y="592"/>
                    <a:pt x="2087" y="856"/>
                    <a:pt x="2087" y="1182"/>
                  </a:cubicBezTo>
                  <a:cubicBezTo>
                    <a:pt x="2087" y="1508"/>
                    <a:pt x="1822" y="1773"/>
                    <a:pt x="1496" y="1773"/>
                  </a:cubicBezTo>
                  <a:cubicBezTo>
                    <a:pt x="1172" y="1773"/>
                    <a:pt x="906" y="1508"/>
                    <a:pt x="906" y="1182"/>
                  </a:cubicBezTo>
                  <a:cubicBezTo>
                    <a:pt x="906" y="856"/>
                    <a:pt x="1172" y="592"/>
                    <a:pt x="1496" y="592"/>
                  </a:cubicBezTo>
                  <a:close/>
                  <a:moveTo>
                    <a:pt x="1496" y="2364"/>
                  </a:moveTo>
                  <a:cubicBezTo>
                    <a:pt x="1996" y="2364"/>
                    <a:pt x="2403" y="2770"/>
                    <a:pt x="2403" y="3269"/>
                  </a:cubicBezTo>
                  <a:lnTo>
                    <a:pt x="2403" y="3584"/>
                  </a:lnTo>
                  <a:lnTo>
                    <a:pt x="591" y="3584"/>
                  </a:lnTo>
                  <a:lnTo>
                    <a:pt x="591" y="3269"/>
                  </a:lnTo>
                  <a:cubicBezTo>
                    <a:pt x="591" y="2770"/>
                    <a:pt x="998" y="2364"/>
                    <a:pt x="1496" y="2364"/>
                  </a:cubicBezTo>
                  <a:close/>
                  <a:moveTo>
                    <a:pt x="1496" y="1"/>
                  </a:moveTo>
                  <a:cubicBezTo>
                    <a:pt x="846" y="1"/>
                    <a:pt x="316" y="531"/>
                    <a:pt x="316" y="1182"/>
                  </a:cubicBezTo>
                  <a:cubicBezTo>
                    <a:pt x="316" y="1511"/>
                    <a:pt x="451" y="1809"/>
                    <a:pt x="668" y="2024"/>
                  </a:cubicBezTo>
                  <a:cubicBezTo>
                    <a:pt x="267" y="2292"/>
                    <a:pt x="1" y="2750"/>
                    <a:pt x="1" y="3269"/>
                  </a:cubicBezTo>
                  <a:lnTo>
                    <a:pt x="1" y="4175"/>
                  </a:lnTo>
                  <a:lnTo>
                    <a:pt x="2993" y="4175"/>
                  </a:lnTo>
                  <a:lnTo>
                    <a:pt x="2993" y="3269"/>
                  </a:lnTo>
                  <a:cubicBezTo>
                    <a:pt x="2993" y="2750"/>
                    <a:pt x="2727" y="2292"/>
                    <a:pt x="2325" y="2024"/>
                  </a:cubicBezTo>
                  <a:cubicBezTo>
                    <a:pt x="2543" y="1809"/>
                    <a:pt x="2678" y="1511"/>
                    <a:pt x="2678" y="1182"/>
                  </a:cubicBezTo>
                  <a:cubicBezTo>
                    <a:pt x="2678" y="531"/>
                    <a:pt x="2148" y="1"/>
                    <a:pt x="14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73"/>
            <p:cNvSpPr/>
            <p:nvPr/>
          </p:nvSpPr>
          <p:spPr>
            <a:xfrm>
              <a:off x="6460701" y="2375554"/>
              <a:ext cx="22338" cy="22300"/>
            </a:xfrm>
            <a:custGeom>
              <a:rect b="b" l="l" r="r" t="t"/>
              <a:pathLst>
                <a:path extrusionOk="0" h="591" w="592">
                  <a:moveTo>
                    <a:pt x="1" y="0"/>
                  </a:moveTo>
                  <a:lnTo>
                    <a:pt x="1" y="591"/>
                  </a:lnTo>
                  <a:lnTo>
                    <a:pt x="592" y="591"/>
                  </a:lnTo>
                  <a:lnTo>
                    <a:pt x="59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73"/>
            <p:cNvSpPr/>
            <p:nvPr/>
          </p:nvSpPr>
          <p:spPr>
            <a:xfrm>
              <a:off x="6505301" y="2375554"/>
              <a:ext cx="22338" cy="22300"/>
            </a:xfrm>
            <a:custGeom>
              <a:rect b="b" l="l" r="r" t="t"/>
              <a:pathLst>
                <a:path extrusionOk="0" h="591" w="592">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73"/>
            <p:cNvSpPr/>
            <p:nvPr/>
          </p:nvSpPr>
          <p:spPr>
            <a:xfrm>
              <a:off x="6460701" y="2330954"/>
              <a:ext cx="22338" cy="22338"/>
            </a:xfrm>
            <a:custGeom>
              <a:rect b="b" l="l" r="r" t="t"/>
              <a:pathLst>
                <a:path extrusionOk="0" h="592" w="592">
                  <a:moveTo>
                    <a:pt x="1" y="1"/>
                  </a:moveTo>
                  <a:lnTo>
                    <a:pt x="1" y="591"/>
                  </a:lnTo>
                  <a:lnTo>
                    <a:pt x="592" y="591"/>
                  </a:lnTo>
                  <a:lnTo>
                    <a:pt x="5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73"/>
            <p:cNvSpPr/>
            <p:nvPr/>
          </p:nvSpPr>
          <p:spPr>
            <a:xfrm>
              <a:off x="6505301" y="2330954"/>
              <a:ext cx="22338" cy="22338"/>
            </a:xfrm>
            <a:custGeom>
              <a:rect b="b" l="l" r="r" t="t"/>
              <a:pathLst>
                <a:path extrusionOk="0" h="592" w="592">
                  <a:moveTo>
                    <a:pt x="0" y="1"/>
                  </a:moveTo>
                  <a:lnTo>
                    <a:pt x="0" y="591"/>
                  </a:lnTo>
                  <a:lnTo>
                    <a:pt x="591" y="591"/>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73"/>
            <p:cNvSpPr/>
            <p:nvPr/>
          </p:nvSpPr>
          <p:spPr>
            <a:xfrm>
              <a:off x="6460701" y="2286392"/>
              <a:ext cx="22338" cy="22300"/>
            </a:xfrm>
            <a:custGeom>
              <a:rect b="b" l="l" r="r" t="t"/>
              <a:pathLst>
                <a:path extrusionOk="0" h="591" w="592">
                  <a:moveTo>
                    <a:pt x="1" y="0"/>
                  </a:moveTo>
                  <a:lnTo>
                    <a:pt x="1" y="591"/>
                  </a:lnTo>
                  <a:lnTo>
                    <a:pt x="592" y="591"/>
                  </a:lnTo>
                  <a:lnTo>
                    <a:pt x="59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73"/>
            <p:cNvSpPr/>
            <p:nvPr/>
          </p:nvSpPr>
          <p:spPr>
            <a:xfrm>
              <a:off x="6505301" y="2286392"/>
              <a:ext cx="22338" cy="22300"/>
            </a:xfrm>
            <a:custGeom>
              <a:rect b="b" l="l" r="r" t="t"/>
              <a:pathLst>
                <a:path extrusionOk="0" h="591" w="592">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73"/>
            <p:cNvSpPr/>
            <p:nvPr/>
          </p:nvSpPr>
          <p:spPr>
            <a:xfrm>
              <a:off x="6460701" y="2241830"/>
              <a:ext cx="22338" cy="22300"/>
            </a:xfrm>
            <a:custGeom>
              <a:rect b="b" l="l" r="r" t="t"/>
              <a:pathLst>
                <a:path extrusionOk="0" h="591" w="592">
                  <a:moveTo>
                    <a:pt x="1" y="1"/>
                  </a:moveTo>
                  <a:lnTo>
                    <a:pt x="1" y="591"/>
                  </a:lnTo>
                  <a:lnTo>
                    <a:pt x="592" y="591"/>
                  </a:lnTo>
                  <a:lnTo>
                    <a:pt x="5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73"/>
            <p:cNvSpPr/>
            <p:nvPr/>
          </p:nvSpPr>
          <p:spPr>
            <a:xfrm>
              <a:off x="6505301" y="2241830"/>
              <a:ext cx="22338" cy="22300"/>
            </a:xfrm>
            <a:custGeom>
              <a:rect b="b" l="l" r="r" t="t"/>
              <a:pathLst>
                <a:path extrusionOk="0" h="591" w="592">
                  <a:moveTo>
                    <a:pt x="0" y="1"/>
                  </a:moveTo>
                  <a:lnTo>
                    <a:pt x="0" y="591"/>
                  </a:lnTo>
                  <a:lnTo>
                    <a:pt x="591" y="591"/>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73"/>
            <p:cNvSpPr/>
            <p:nvPr/>
          </p:nvSpPr>
          <p:spPr>
            <a:xfrm>
              <a:off x="6685059" y="2375554"/>
              <a:ext cx="22338" cy="22300"/>
            </a:xfrm>
            <a:custGeom>
              <a:rect b="b" l="l" r="r" t="t"/>
              <a:pathLst>
                <a:path extrusionOk="0" h="591" w="592">
                  <a:moveTo>
                    <a:pt x="1" y="0"/>
                  </a:moveTo>
                  <a:lnTo>
                    <a:pt x="1" y="591"/>
                  </a:lnTo>
                  <a:lnTo>
                    <a:pt x="592" y="591"/>
                  </a:lnTo>
                  <a:lnTo>
                    <a:pt x="59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73"/>
            <p:cNvSpPr/>
            <p:nvPr/>
          </p:nvSpPr>
          <p:spPr>
            <a:xfrm>
              <a:off x="6729621" y="2375554"/>
              <a:ext cx="22338" cy="22300"/>
            </a:xfrm>
            <a:custGeom>
              <a:rect b="b" l="l" r="r" t="t"/>
              <a:pathLst>
                <a:path extrusionOk="0" h="591" w="592">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73"/>
            <p:cNvSpPr/>
            <p:nvPr/>
          </p:nvSpPr>
          <p:spPr>
            <a:xfrm>
              <a:off x="6685059" y="2330954"/>
              <a:ext cx="22338" cy="22338"/>
            </a:xfrm>
            <a:custGeom>
              <a:rect b="b" l="l" r="r" t="t"/>
              <a:pathLst>
                <a:path extrusionOk="0" h="592" w="592">
                  <a:moveTo>
                    <a:pt x="1" y="1"/>
                  </a:moveTo>
                  <a:lnTo>
                    <a:pt x="1" y="591"/>
                  </a:lnTo>
                  <a:lnTo>
                    <a:pt x="592" y="591"/>
                  </a:lnTo>
                  <a:lnTo>
                    <a:pt x="5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73"/>
            <p:cNvSpPr/>
            <p:nvPr/>
          </p:nvSpPr>
          <p:spPr>
            <a:xfrm>
              <a:off x="6729621" y="2330954"/>
              <a:ext cx="22338" cy="22338"/>
            </a:xfrm>
            <a:custGeom>
              <a:rect b="b" l="l" r="r" t="t"/>
              <a:pathLst>
                <a:path extrusionOk="0" h="592" w="592">
                  <a:moveTo>
                    <a:pt x="0" y="1"/>
                  </a:moveTo>
                  <a:lnTo>
                    <a:pt x="0" y="591"/>
                  </a:lnTo>
                  <a:lnTo>
                    <a:pt x="591" y="591"/>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73"/>
            <p:cNvSpPr/>
            <p:nvPr/>
          </p:nvSpPr>
          <p:spPr>
            <a:xfrm>
              <a:off x="6685059" y="2286392"/>
              <a:ext cx="22338" cy="22300"/>
            </a:xfrm>
            <a:custGeom>
              <a:rect b="b" l="l" r="r" t="t"/>
              <a:pathLst>
                <a:path extrusionOk="0" h="591" w="592">
                  <a:moveTo>
                    <a:pt x="1" y="0"/>
                  </a:moveTo>
                  <a:lnTo>
                    <a:pt x="1" y="591"/>
                  </a:lnTo>
                  <a:lnTo>
                    <a:pt x="592" y="591"/>
                  </a:lnTo>
                  <a:lnTo>
                    <a:pt x="59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73"/>
            <p:cNvSpPr/>
            <p:nvPr/>
          </p:nvSpPr>
          <p:spPr>
            <a:xfrm>
              <a:off x="6729621" y="2286392"/>
              <a:ext cx="22338" cy="22300"/>
            </a:xfrm>
            <a:custGeom>
              <a:rect b="b" l="l" r="r" t="t"/>
              <a:pathLst>
                <a:path extrusionOk="0" h="591" w="592">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73"/>
            <p:cNvSpPr/>
            <p:nvPr/>
          </p:nvSpPr>
          <p:spPr>
            <a:xfrm>
              <a:off x="6685059" y="2241830"/>
              <a:ext cx="22338" cy="22300"/>
            </a:xfrm>
            <a:custGeom>
              <a:rect b="b" l="l" r="r" t="t"/>
              <a:pathLst>
                <a:path extrusionOk="0" h="591" w="592">
                  <a:moveTo>
                    <a:pt x="1" y="1"/>
                  </a:moveTo>
                  <a:lnTo>
                    <a:pt x="1" y="591"/>
                  </a:lnTo>
                  <a:lnTo>
                    <a:pt x="592" y="591"/>
                  </a:lnTo>
                  <a:lnTo>
                    <a:pt x="5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73"/>
            <p:cNvSpPr/>
            <p:nvPr/>
          </p:nvSpPr>
          <p:spPr>
            <a:xfrm>
              <a:off x="6729621" y="2241830"/>
              <a:ext cx="22338" cy="22300"/>
            </a:xfrm>
            <a:custGeom>
              <a:rect b="b" l="l" r="r" t="t"/>
              <a:pathLst>
                <a:path extrusionOk="0" h="591" w="592">
                  <a:moveTo>
                    <a:pt x="0" y="1"/>
                  </a:moveTo>
                  <a:lnTo>
                    <a:pt x="0" y="591"/>
                  </a:lnTo>
                  <a:lnTo>
                    <a:pt x="591" y="591"/>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 name="Google Shape;1234;p73"/>
          <p:cNvGrpSpPr/>
          <p:nvPr/>
        </p:nvGrpSpPr>
        <p:grpSpPr>
          <a:xfrm>
            <a:off x="5541730" y="2216367"/>
            <a:ext cx="369400" cy="359800"/>
            <a:chOff x="5597306" y="2173458"/>
            <a:chExt cx="390569" cy="380419"/>
          </a:xfrm>
        </p:grpSpPr>
        <p:sp>
          <p:nvSpPr>
            <p:cNvPr id="1235" name="Google Shape;1235;p73"/>
            <p:cNvSpPr/>
            <p:nvPr/>
          </p:nvSpPr>
          <p:spPr>
            <a:xfrm>
              <a:off x="5597306" y="2173458"/>
              <a:ext cx="390569" cy="380419"/>
            </a:xfrm>
            <a:custGeom>
              <a:rect b="b" l="l" r="r" t="t"/>
              <a:pathLst>
                <a:path extrusionOk="0" h="10082" w="10351">
                  <a:moveTo>
                    <a:pt x="3703" y="591"/>
                  </a:moveTo>
                  <a:cubicBezTo>
                    <a:pt x="4342" y="591"/>
                    <a:pt x="4865" y="1105"/>
                    <a:pt x="4880" y="1741"/>
                  </a:cubicBezTo>
                  <a:cubicBezTo>
                    <a:pt x="4481" y="1588"/>
                    <a:pt x="4057" y="1509"/>
                    <a:pt x="3630" y="1509"/>
                  </a:cubicBezTo>
                  <a:cubicBezTo>
                    <a:pt x="3402" y="1509"/>
                    <a:pt x="3173" y="1532"/>
                    <a:pt x="2947" y="1577"/>
                  </a:cubicBezTo>
                  <a:cubicBezTo>
                    <a:pt x="2944" y="1577"/>
                    <a:pt x="2941" y="1578"/>
                    <a:pt x="2937" y="1579"/>
                  </a:cubicBezTo>
                  <a:cubicBezTo>
                    <a:pt x="2793" y="1379"/>
                    <a:pt x="2715" y="1140"/>
                    <a:pt x="2715" y="891"/>
                  </a:cubicBezTo>
                  <a:lnTo>
                    <a:pt x="2715" y="591"/>
                  </a:lnTo>
                  <a:close/>
                  <a:moveTo>
                    <a:pt x="7637" y="591"/>
                  </a:moveTo>
                  <a:lnTo>
                    <a:pt x="7637" y="891"/>
                  </a:lnTo>
                  <a:cubicBezTo>
                    <a:pt x="7637" y="1140"/>
                    <a:pt x="7559" y="1379"/>
                    <a:pt x="7415" y="1579"/>
                  </a:cubicBezTo>
                  <a:cubicBezTo>
                    <a:pt x="7411" y="1578"/>
                    <a:pt x="7408" y="1577"/>
                    <a:pt x="7405" y="1577"/>
                  </a:cubicBezTo>
                  <a:cubicBezTo>
                    <a:pt x="7178" y="1532"/>
                    <a:pt x="6950" y="1509"/>
                    <a:pt x="6722" y="1509"/>
                  </a:cubicBezTo>
                  <a:cubicBezTo>
                    <a:pt x="6295" y="1509"/>
                    <a:pt x="5871" y="1588"/>
                    <a:pt x="5472" y="1741"/>
                  </a:cubicBezTo>
                  <a:cubicBezTo>
                    <a:pt x="5488" y="1105"/>
                    <a:pt x="6009" y="591"/>
                    <a:pt x="6649" y="591"/>
                  </a:cubicBezTo>
                  <a:close/>
                  <a:moveTo>
                    <a:pt x="6712" y="2098"/>
                  </a:moveTo>
                  <a:cubicBezTo>
                    <a:pt x="6903" y="2098"/>
                    <a:pt x="7096" y="2117"/>
                    <a:pt x="7289" y="2156"/>
                  </a:cubicBezTo>
                  <a:cubicBezTo>
                    <a:pt x="8140" y="2325"/>
                    <a:pt x="8864" y="2860"/>
                    <a:pt x="9276" y="3625"/>
                  </a:cubicBezTo>
                  <a:cubicBezTo>
                    <a:pt x="9688" y="4389"/>
                    <a:pt x="9737" y="5289"/>
                    <a:pt x="9409" y="6092"/>
                  </a:cubicBezTo>
                  <a:lnTo>
                    <a:pt x="8666" y="7919"/>
                  </a:lnTo>
                  <a:cubicBezTo>
                    <a:pt x="8275" y="8882"/>
                    <a:pt x="7339" y="9490"/>
                    <a:pt x="6331" y="9490"/>
                  </a:cubicBezTo>
                  <a:cubicBezTo>
                    <a:pt x="6168" y="9490"/>
                    <a:pt x="6004" y="9474"/>
                    <a:pt x="5839" y="9441"/>
                  </a:cubicBezTo>
                  <a:cubicBezTo>
                    <a:pt x="5653" y="9404"/>
                    <a:pt x="5470" y="9346"/>
                    <a:pt x="5296" y="9268"/>
                  </a:cubicBezTo>
                  <a:lnTo>
                    <a:pt x="5176" y="9214"/>
                  </a:lnTo>
                  <a:lnTo>
                    <a:pt x="5054" y="9268"/>
                  </a:lnTo>
                  <a:cubicBezTo>
                    <a:pt x="4880" y="9346"/>
                    <a:pt x="4698" y="9404"/>
                    <a:pt x="4511" y="9441"/>
                  </a:cubicBezTo>
                  <a:cubicBezTo>
                    <a:pt x="4347" y="9474"/>
                    <a:pt x="4182" y="9490"/>
                    <a:pt x="4019" y="9490"/>
                  </a:cubicBezTo>
                  <a:cubicBezTo>
                    <a:pt x="3011" y="9490"/>
                    <a:pt x="2076" y="8881"/>
                    <a:pt x="1684" y="7919"/>
                  </a:cubicBezTo>
                  <a:lnTo>
                    <a:pt x="942" y="6092"/>
                  </a:lnTo>
                  <a:cubicBezTo>
                    <a:pt x="615" y="5289"/>
                    <a:pt x="663" y="4389"/>
                    <a:pt x="1075" y="3625"/>
                  </a:cubicBezTo>
                  <a:cubicBezTo>
                    <a:pt x="1486" y="2860"/>
                    <a:pt x="2211" y="2325"/>
                    <a:pt x="3062" y="2156"/>
                  </a:cubicBezTo>
                  <a:cubicBezTo>
                    <a:pt x="3255" y="2118"/>
                    <a:pt x="3448" y="2099"/>
                    <a:pt x="3639" y="2099"/>
                  </a:cubicBezTo>
                  <a:cubicBezTo>
                    <a:pt x="4124" y="2099"/>
                    <a:pt x="4598" y="2221"/>
                    <a:pt x="5032" y="2463"/>
                  </a:cubicBezTo>
                  <a:lnTo>
                    <a:pt x="5176" y="2542"/>
                  </a:lnTo>
                  <a:lnTo>
                    <a:pt x="5319" y="2463"/>
                  </a:lnTo>
                  <a:cubicBezTo>
                    <a:pt x="5754" y="2221"/>
                    <a:pt x="6227" y="2098"/>
                    <a:pt x="6712" y="2098"/>
                  </a:cubicBezTo>
                  <a:close/>
                  <a:moveTo>
                    <a:pt x="2124" y="1"/>
                  </a:moveTo>
                  <a:lnTo>
                    <a:pt x="2124" y="891"/>
                  </a:lnTo>
                  <a:cubicBezTo>
                    <a:pt x="2124" y="1196"/>
                    <a:pt x="2202" y="1491"/>
                    <a:pt x="2348" y="1753"/>
                  </a:cubicBezTo>
                  <a:cubicBezTo>
                    <a:pt x="1586" y="2051"/>
                    <a:pt x="950" y="2610"/>
                    <a:pt x="555" y="3345"/>
                  </a:cubicBezTo>
                  <a:cubicBezTo>
                    <a:pt x="59" y="4264"/>
                    <a:pt x="1" y="5348"/>
                    <a:pt x="395" y="6315"/>
                  </a:cubicBezTo>
                  <a:lnTo>
                    <a:pt x="1138" y="8142"/>
                  </a:lnTo>
                  <a:cubicBezTo>
                    <a:pt x="1621" y="9330"/>
                    <a:pt x="2776" y="10081"/>
                    <a:pt x="4021" y="10081"/>
                  </a:cubicBezTo>
                  <a:cubicBezTo>
                    <a:pt x="4221" y="10081"/>
                    <a:pt x="4424" y="10062"/>
                    <a:pt x="4626" y="10022"/>
                  </a:cubicBezTo>
                  <a:cubicBezTo>
                    <a:pt x="4814" y="9984"/>
                    <a:pt x="4997" y="9929"/>
                    <a:pt x="5176" y="9858"/>
                  </a:cubicBezTo>
                  <a:cubicBezTo>
                    <a:pt x="5353" y="9929"/>
                    <a:pt x="5538" y="9984"/>
                    <a:pt x="5724" y="10022"/>
                  </a:cubicBezTo>
                  <a:cubicBezTo>
                    <a:pt x="5927" y="10062"/>
                    <a:pt x="6129" y="10081"/>
                    <a:pt x="6330" y="10081"/>
                  </a:cubicBezTo>
                  <a:cubicBezTo>
                    <a:pt x="7575" y="10081"/>
                    <a:pt x="8730" y="9330"/>
                    <a:pt x="9214" y="8142"/>
                  </a:cubicBezTo>
                  <a:lnTo>
                    <a:pt x="9956" y="6315"/>
                  </a:lnTo>
                  <a:cubicBezTo>
                    <a:pt x="10351" y="5348"/>
                    <a:pt x="10292" y="4264"/>
                    <a:pt x="9797" y="3345"/>
                  </a:cubicBezTo>
                  <a:cubicBezTo>
                    <a:pt x="9401" y="2610"/>
                    <a:pt x="8765" y="2051"/>
                    <a:pt x="8003" y="1753"/>
                  </a:cubicBezTo>
                  <a:cubicBezTo>
                    <a:pt x="8149" y="1491"/>
                    <a:pt x="8227" y="1196"/>
                    <a:pt x="8227" y="891"/>
                  </a:cubicBezTo>
                  <a:lnTo>
                    <a:pt x="8227" y="1"/>
                  </a:lnTo>
                  <a:lnTo>
                    <a:pt x="6649" y="1"/>
                  </a:lnTo>
                  <a:cubicBezTo>
                    <a:pt x="6034" y="1"/>
                    <a:pt x="5493" y="316"/>
                    <a:pt x="5176" y="793"/>
                  </a:cubicBezTo>
                  <a:cubicBezTo>
                    <a:pt x="4858" y="316"/>
                    <a:pt x="4317" y="1"/>
                    <a:pt x="37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73"/>
            <p:cNvSpPr/>
            <p:nvPr/>
          </p:nvSpPr>
          <p:spPr>
            <a:xfrm>
              <a:off x="5759141" y="2358649"/>
              <a:ext cx="66900" cy="66900"/>
            </a:xfrm>
            <a:custGeom>
              <a:rect b="b" l="l" r="r" t="t"/>
              <a:pathLst>
                <a:path extrusionOk="0" h="1773" w="1773">
                  <a:moveTo>
                    <a:pt x="887" y="592"/>
                  </a:moveTo>
                  <a:cubicBezTo>
                    <a:pt x="1049" y="592"/>
                    <a:pt x="1182" y="724"/>
                    <a:pt x="1182" y="887"/>
                  </a:cubicBezTo>
                  <a:cubicBezTo>
                    <a:pt x="1182" y="1049"/>
                    <a:pt x="1049" y="1182"/>
                    <a:pt x="887" y="1182"/>
                  </a:cubicBezTo>
                  <a:cubicBezTo>
                    <a:pt x="723" y="1182"/>
                    <a:pt x="591" y="1049"/>
                    <a:pt x="591" y="887"/>
                  </a:cubicBezTo>
                  <a:cubicBezTo>
                    <a:pt x="591" y="724"/>
                    <a:pt x="723" y="592"/>
                    <a:pt x="887" y="592"/>
                  </a:cubicBezTo>
                  <a:close/>
                  <a:moveTo>
                    <a:pt x="887" y="1"/>
                  </a:moveTo>
                  <a:cubicBezTo>
                    <a:pt x="398" y="1"/>
                    <a:pt x="1" y="399"/>
                    <a:pt x="1" y="887"/>
                  </a:cubicBezTo>
                  <a:cubicBezTo>
                    <a:pt x="1" y="1375"/>
                    <a:pt x="397" y="1773"/>
                    <a:pt x="887" y="1773"/>
                  </a:cubicBezTo>
                  <a:cubicBezTo>
                    <a:pt x="1375" y="1773"/>
                    <a:pt x="1773" y="1375"/>
                    <a:pt x="1773" y="887"/>
                  </a:cubicBezTo>
                  <a:cubicBezTo>
                    <a:pt x="1773" y="399"/>
                    <a:pt x="1375" y="1"/>
                    <a:pt x="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73"/>
            <p:cNvSpPr/>
            <p:nvPr/>
          </p:nvSpPr>
          <p:spPr>
            <a:xfrm>
              <a:off x="5691335" y="2314087"/>
              <a:ext cx="202510" cy="156062"/>
            </a:xfrm>
            <a:custGeom>
              <a:rect b="b" l="l" r="r" t="t"/>
              <a:pathLst>
                <a:path extrusionOk="0" h="4136" w="5367">
                  <a:moveTo>
                    <a:pt x="2684" y="591"/>
                  </a:moveTo>
                  <a:cubicBezTo>
                    <a:pt x="3262" y="591"/>
                    <a:pt x="3785" y="852"/>
                    <a:pt x="4240" y="1364"/>
                  </a:cubicBezTo>
                  <a:cubicBezTo>
                    <a:pt x="4482" y="1639"/>
                    <a:pt x="4641" y="1917"/>
                    <a:pt x="4718" y="2068"/>
                  </a:cubicBezTo>
                  <a:cubicBezTo>
                    <a:pt x="4532" y="2433"/>
                    <a:pt x="3866" y="3545"/>
                    <a:pt x="2684" y="3545"/>
                  </a:cubicBezTo>
                  <a:cubicBezTo>
                    <a:pt x="2105" y="3545"/>
                    <a:pt x="1581" y="3284"/>
                    <a:pt x="1127" y="2771"/>
                  </a:cubicBezTo>
                  <a:cubicBezTo>
                    <a:pt x="884" y="2497"/>
                    <a:pt x="725" y="2219"/>
                    <a:pt x="648" y="2068"/>
                  </a:cubicBezTo>
                  <a:cubicBezTo>
                    <a:pt x="835" y="1703"/>
                    <a:pt x="1500" y="591"/>
                    <a:pt x="2684" y="591"/>
                  </a:cubicBezTo>
                  <a:close/>
                  <a:moveTo>
                    <a:pt x="2684" y="0"/>
                  </a:moveTo>
                  <a:cubicBezTo>
                    <a:pt x="1933" y="0"/>
                    <a:pt x="1238" y="342"/>
                    <a:pt x="672" y="988"/>
                  </a:cubicBezTo>
                  <a:cubicBezTo>
                    <a:pt x="258" y="1461"/>
                    <a:pt x="57" y="1934"/>
                    <a:pt x="49" y="1954"/>
                  </a:cubicBezTo>
                  <a:lnTo>
                    <a:pt x="0" y="2068"/>
                  </a:lnTo>
                  <a:lnTo>
                    <a:pt x="49" y="2182"/>
                  </a:lnTo>
                  <a:cubicBezTo>
                    <a:pt x="57" y="2202"/>
                    <a:pt x="258" y="2674"/>
                    <a:pt x="672" y="3148"/>
                  </a:cubicBezTo>
                  <a:cubicBezTo>
                    <a:pt x="1238" y="3794"/>
                    <a:pt x="1933" y="4135"/>
                    <a:pt x="2684" y="4135"/>
                  </a:cubicBezTo>
                  <a:cubicBezTo>
                    <a:pt x="3434" y="4135"/>
                    <a:pt x="4129" y="3794"/>
                    <a:pt x="4694" y="3148"/>
                  </a:cubicBezTo>
                  <a:cubicBezTo>
                    <a:pt x="5110" y="2674"/>
                    <a:pt x="5310" y="2202"/>
                    <a:pt x="5319" y="2182"/>
                  </a:cubicBezTo>
                  <a:lnTo>
                    <a:pt x="5366" y="2068"/>
                  </a:lnTo>
                  <a:lnTo>
                    <a:pt x="5319" y="1954"/>
                  </a:lnTo>
                  <a:cubicBezTo>
                    <a:pt x="5310" y="1934"/>
                    <a:pt x="5110" y="1461"/>
                    <a:pt x="4694" y="988"/>
                  </a:cubicBezTo>
                  <a:cubicBezTo>
                    <a:pt x="4129" y="342"/>
                    <a:pt x="3434" y="0"/>
                    <a:pt x="26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 name="Google Shape;1238;p73"/>
          <p:cNvGrpSpPr/>
          <p:nvPr/>
        </p:nvGrpSpPr>
        <p:grpSpPr>
          <a:xfrm>
            <a:off x="4776949" y="2237494"/>
            <a:ext cx="359729" cy="317546"/>
            <a:chOff x="4788698" y="2195796"/>
            <a:chExt cx="380344" cy="335744"/>
          </a:xfrm>
        </p:grpSpPr>
        <p:sp>
          <p:nvSpPr>
            <p:cNvPr id="1239" name="Google Shape;1239;p73"/>
            <p:cNvSpPr/>
            <p:nvPr/>
          </p:nvSpPr>
          <p:spPr>
            <a:xfrm>
              <a:off x="4788698" y="2195796"/>
              <a:ext cx="380344" cy="335744"/>
            </a:xfrm>
            <a:custGeom>
              <a:rect b="b" l="l" r="r" t="t"/>
              <a:pathLst>
                <a:path extrusionOk="0" h="8898" w="10080">
                  <a:moveTo>
                    <a:pt x="5040" y="590"/>
                  </a:moveTo>
                  <a:cubicBezTo>
                    <a:pt x="6516" y="590"/>
                    <a:pt x="7717" y="1792"/>
                    <a:pt x="7717" y="3268"/>
                  </a:cubicBezTo>
                  <a:cubicBezTo>
                    <a:pt x="7717" y="4744"/>
                    <a:pt x="6516" y="5945"/>
                    <a:pt x="5040" y="5945"/>
                  </a:cubicBezTo>
                  <a:cubicBezTo>
                    <a:pt x="3563" y="5945"/>
                    <a:pt x="2363" y="4744"/>
                    <a:pt x="2363" y="3268"/>
                  </a:cubicBezTo>
                  <a:cubicBezTo>
                    <a:pt x="2363" y="1792"/>
                    <a:pt x="3563" y="590"/>
                    <a:pt x="5040" y="590"/>
                  </a:cubicBezTo>
                  <a:close/>
                  <a:moveTo>
                    <a:pt x="8899" y="1772"/>
                  </a:moveTo>
                  <a:lnTo>
                    <a:pt x="8899" y="7127"/>
                  </a:lnTo>
                  <a:lnTo>
                    <a:pt x="1181" y="7127"/>
                  </a:lnTo>
                  <a:lnTo>
                    <a:pt x="1181" y="1772"/>
                  </a:lnTo>
                  <a:lnTo>
                    <a:pt x="2135" y="1772"/>
                  </a:lnTo>
                  <a:cubicBezTo>
                    <a:pt x="1903" y="2220"/>
                    <a:pt x="1772" y="2729"/>
                    <a:pt x="1772" y="3268"/>
                  </a:cubicBezTo>
                  <a:cubicBezTo>
                    <a:pt x="1772" y="5070"/>
                    <a:pt x="3238" y="6536"/>
                    <a:pt x="5040" y="6536"/>
                  </a:cubicBezTo>
                  <a:cubicBezTo>
                    <a:pt x="6842" y="6536"/>
                    <a:pt x="8308" y="5070"/>
                    <a:pt x="8308" y="3268"/>
                  </a:cubicBezTo>
                  <a:cubicBezTo>
                    <a:pt x="8308" y="2729"/>
                    <a:pt x="8177" y="2220"/>
                    <a:pt x="7945" y="1772"/>
                  </a:cubicBezTo>
                  <a:close/>
                  <a:moveTo>
                    <a:pt x="9489" y="7718"/>
                  </a:moveTo>
                  <a:lnTo>
                    <a:pt x="9489" y="8307"/>
                  </a:lnTo>
                  <a:lnTo>
                    <a:pt x="591" y="8307"/>
                  </a:lnTo>
                  <a:lnTo>
                    <a:pt x="591" y="7718"/>
                  </a:lnTo>
                  <a:close/>
                  <a:moveTo>
                    <a:pt x="5040" y="0"/>
                  </a:moveTo>
                  <a:cubicBezTo>
                    <a:pt x="4031" y="0"/>
                    <a:pt x="3127" y="460"/>
                    <a:pt x="2526" y="1181"/>
                  </a:cubicBezTo>
                  <a:lnTo>
                    <a:pt x="591" y="1181"/>
                  </a:lnTo>
                  <a:lnTo>
                    <a:pt x="591" y="7127"/>
                  </a:lnTo>
                  <a:lnTo>
                    <a:pt x="0" y="7127"/>
                  </a:lnTo>
                  <a:lnTo>
                    <a:pt x="0" y="8898"/>
                  </a:lnTo>
                  <a:lnTo>
                    <a:pt x="10080" y="8898"/>
                  </a:lnTo>
                  <a:lnTo>
                    <a:pt x="10080" y="7127"/>
                  </a:lnTo>
                  <a:lnTo>
                    <a:pt x="9489" y="7127"/>
                  </a:lnTo>
                  <a:lnTo>
                    <a:pt x="9489" y="1181"/>
                  </a:lnTo>
                  <a:lnTo>
                    <a:pt x="7553" y="1181"/>
                  </a:lnTo>
                  <a:cubicBezTo>
                    <a:pt x="6953" y="460"/>
                    <a:pt x="6049" y="0"/>
                    <a:pt x="504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73"/>
            <p:cNvSpPr/>
            <p:nvPr/>
          </p:nvSpPr>
          <p:spPr>
            <a:xfrm>
              <a:off x="4911215" y="2240320"/>
              <a:ext cx="135271" cy="157533"/>
            </a:xfrm>
            <a:custGeom>
              <a:rect b="b" l="l" r="r" t="t"/>
              <a:pathLst>
                <a:path extrusionOk="0" h="4175" w="3585">
                  <a:moveTo>
                    <a:pt x="1498" y="628"/>
                  </a:moveTo>
                  <a:lnTo>
                    <a:pt x="1498" y="3547"/>
                  </a:lnTo>
                  <a:cubicBezTo>
                    <a:pt x="978" y="3415"/>
                    <a:pt x="592" y="2944"/>
                    <a:pt x="592" y="2384"/>
                  </a:cubicBezTo>
                  <a:lnTo>
                    <a:pt x="592" y="1793"/>
                  </a:lnTo>
                  <a:cubicBezTo>
                    <a:pt x="592" y="1233"/>
                    <a:pt x="978" y="760"/>
                    <a:pt x="1498" y="628"/>
                  </a:cubicBezTo>
                  <a:close/>
                  <a:moveTo>
                    <a:pt x="2088" y="628"/>
                  </a:moveTo>
                  <a:cubicBezTo>
                    <a:pt x="2608" y="760"/>
                    <a:pt x="2993" y="1232"/>
                    <a:pt x="2993" y="1793"/>
                  </a:cubicBezTo>
                  <a:lnTo>
                    <a:pt x="2993" y="2384"/>
                  </a:lnTo>
                  <a:cubicBezTo>
                    <a:pt x="2993" y="2944"/>
                    <a:pt x="2608" y="3415"/>
                    <a:pt x="2088" y="3547"/>
                  </a:cubicBezTo>
                  <a:lnTo>
                    <a:pt x="2088" y="628"/>
                  </a:lnTo>
                  <a:close/>
                  <a:moveTo>
                    <a:pt x="1793" y="1"/>
                  </a:moveTo>
                  <a:cubicBezTo>
                    <a:pt x="805" y="1"/>
                    <a:pt x="1" y="805"/>
                    <a:pt x="1" y="1793"/>
                  </a:cubicBezTo>
                  <a:lnTo>
                    <a:pt x="1" y="2384"/>
                  </a:lnTo>
                  <a:cubicBezTo>
                    <a:pt x="2" y="3371"/>
                    <a:pt x="805" y="4175"/>
                    <a:pt x="1793" y="4175"/>
                  </a:cubicBezTo>
                  <a:cubicBezTo>
                    <a:pt x="2780" y="4175"/>
                    <a:pt x="3584" y="3371"/>
                    <a:pt x="3584" y="2384"/>
                  </a:cubicBezTo>
                  <a:lnTo>
                    <a:pt x="3584" y="1793"/>
                  </a:lnTo>
                  <a:cubicBezTo>
                    <a:pt x="3584" y="805"/>
                    <a:pt x="2780" y="1"/>
                    <a:pt x="17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 name="Google Shape;1241;p73"/>
          <p:cNvGrpSpPr/>
          <p:nvPr/>
        </p:nvGrpSpPr>
        <p:grpSpPr>
          <a:xfrm>
            <a:off x="4028405" y="2216402"/>
            <a:ext cx="317582" cy="359729"/>
            <a:chOff x="3997258" y="2173496"/>
            <a:chExt cx="335782" cy="380344"/>
          </a:xfrm>
        </p:grpSpPr>
        <p:sp>
          <p:nvSpPr>
            <p:cNvPr id="1242" name="Google Shape;1242;p73"/>
            <p:cNvSpPr/>
            <p:nvPr/>
          </p:nvSpPr>
          <p:spPr>
            <a:xfrm>
              <a:off x="3997258" y="2173496"/>
              <a:ext cx="335782" cy="380344"/>
            </a:xfrm>
            <a:custGeom>
              <a:rect b="b" l="l" r="r" t="t"/>
              <a:pathLst>
                <a:path extrusionOk="0" h="10080" w="8899">
                  <a:moveTo>
                    <a:pt x="4449" y="590"/>
                  </a:moveTo>
                  <a:cubicBezTo>
                    <a:pt x="6007" y="590"/>
                    <a:pt x="7274" y="1858"/>
                    <a:pt x="7274" y="3416"/>
                  </a:cubicBezTo>
                  <a:cubicBezTo>
                    <a:pt x="7274" y="4973"/>
                    <a:pt x="6007" y="6241"/>
                    <a:pt x="4449" y="6241"/>
                  </a:cubicBezTo>
                  <a:cubicBezTo>
                    <a:pt x="2891" y="6241"/>
                    <a:pt x="1624" y="4973"/>
                    <a:pt x="1624" y="3416"/>
                  </a:cubicBezTo>
                  <a:cubicBezTo>
                    <a:pt x="1624" y="1858"/>
                    <a:pt x="2891" y="590"/>
                    <a:pt x="4449" y="590"/>
                  </a:cubicBezTo>
                  <a:close/>
                  <a:moveTo>
                    <a:pt x="1771" y="8309"/>
                  </a:moveTo>
                  <a:lnTo>
                    <a:pt x="1771" y="9489"/>
                  </a:lnTo>
                  <a:lnTo>
                    <a:pt x="591" y="9489"/>
                  </a:lnTo>
                  <a:lnTo>
                    <a:pt x="591" y="8309"/>
                  </a:lnTo>
                  <a:close/>
                  <a:moveTo>
                    <a:pt x="5040" y="8309"/>
                  </a:moveTo>
                  <a:lnTo>
                    <a:pt x="5040" y="9489"/>
                  </a:lnTo>
                  <a:lnTo>
                    <a:pt x="3859" y="9489"/>
                  </a:lnTo>
                  <a:lnTo>
                    <a:pt x="3859" y="8309"/>
                  </a:lnTo>
                  <a:close/>
                  <a:moveTo>
                    <a:pt x="8308" y="8309"/>
                  </a:moveTo>
                  <a:lnTo>
                    <a:pt x="8308" y="9489"/>
                  </a:lnTo>
                  <a:lnTo>
                    <a:pt x="7126" y="9489"/>
                  </a:lnTo>
                  <a:lnTo>
                    <a:pt x="7126" y="8309"/>
                  </a:lnTo>
                  <a:close/>
                  <a:moveTo>
                    <a:pt x="4449" y="1"/>
                  </a:moveTo>
                  <a:cubicBezTo>
                    <a:pt x="2565" y="1"/>
                    <a:pt x="1034" y="1532"/>
                    <a:pt x="1034" y="3416"/>
                  </a:cubicBezTo>
                  <a:cubicBezTo>
                    <a:pt x="1034" y="5200"/>
                    <a:pt x="2408" y="6668"/>
                    <a:pt x="4154" y="6819"/>
                  </a:cubicBezTo>
                  <a:lnTo>
                    <a:pt x="4154" y="7718"/>
                  </a:lnTo>
                  <a:lnTo>
                    <a:pt x="3268" y="7718"/>
                  </a:lnTo>
                  <a:lnTo>
                    <a:pt x="3268" y="8604"/>
                  </a:lnTo>
                  <a:lnTo>
                    <a:pt x="2362" y="8604"/>
                  </a:lnTo>
                  <a:lnTo>
                    <a:pt x="2362" y="7718"/>
                  </a:lnTo>
                  <a:lnTo>
                    <a:pt x="0" y="7718"/>
                  </a:lnTo>
                  <a:lnTo>
                    <a:pt x="0" y="10080"/>
                  </a:lnTo>
                  <a:lnTo>
                    <a:pt x="2362" y="10080"/>
                  </a:lnTo>
                  <a:lnTo>
                    <a:pt x="2362" y="9194"/>
                  </a:lnTo>
                  <a:lnTo>
                    <a:pt x="3268" y="9194"/>
                  </a:lnTo>
                  <a:lnTo>
                    <a:pt x="3268" y="10080"/>
                  </a:lnTo>
                  <a:lnTo>
                    <a:pt x="5630" y="10080"/>
                  </a:lnTo>
                  <a:lnTo>
                    <a:pt x="5630" y="9194"/>
                  </a:lnTo>
                  <a:lnTo>
                    <a:pt x="6536" y="9194"/>
                  </a:lnTo>
                  <a:lnTo>
                    <a:pt x="6536" y="10080"/>
                  </a:lnTo>
                  <a:lnTo>
                    <a:pt x="8898" y="10080"/>
                  </a:lnTo>
                  <a:lnTo>
                    <a:pt x="8898" y="7718"/>
                  </a:lnTo>
                  <a:lnTo>
                    <a:pt x="6536" y="7718"/>
                  </a:lnTo>
                  <a:lnTo>
                    <a:pt x="6536" y="8604"/>
                  </a:lnTo>
                  <a:lnTo>
                    <a:pt x="5631" y="8604"/>
                  </a:lnTo>
                  <a:lnTo>
                    <a:pt x="5631" y="7718"/>
                  </a:lnTo>
                  <a:lnTo>
                    <a:pt x="4745" y="7718"/>
                  </a:lnTo>
                  <a:lnTo>
                    <a:pt x="4745" y="6819"/>
                  </a:lnTo>
                  <a:cubicBezTo>
                    <a:pt x="6490" y="6668"/>
                    <a:pt x="7865" y="5200"/>
                    <a:pt x="7865" y="3416"/>
                  </a:cubicBezTo>
                  <a:cubicBezTo>
                    <a:pt x="7865" y="1532"/>
                    <a:pt x="6332" y="1"/>
                    <a:pt x="44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73"/>
            <p:cNvSpPr/>
            <p:nvPr/>
          </p:nvSpPr>
          <p:spPr>
            <a:xfrm>
              <a:off x="4080421" y="2218058"/>
              <a:ext cx="169381" cy="168664"/>
            </a:xfrm>
            <a:custGeom>
              <a:rect b="b" l="l" r="r" t="t"/>
              <a:pathLst>
                <a:path extrusionOk="0" h="4470" w="4489">
                  <a:moveTo>
                    <a:pt x="2245" y="1182"/>
                  </a:moveTo>
                  <a:cubicBezTo>
                    <a:pt x="2825" y="1182"/>
                    <a:pt x="3298" y="1654"/>
                    <a:pt x="3298" y="2235"/>
                  </a:cubicBezTo>
                  <a:cubicBezTo>
                    <a:pt x="3298" y="2815"/>
                    <a:pt x="2825" y="3288"/>
                    <a:pt x="2245" y="3288"/>
                  </a:cubicBezTo>
                  <a:cubicBezTo>
                    <a:pt x="1664" y="3288"/>
                    <a:pt x="1191" y="2815"/>
                    <a:pt x="1191" y="2235"/>
                  </a:cubicBezTo>
                  <a:cubicBezTo>
                    <a:pt x="1191" y="1654"/>
                    <a:pt x="1664" y="1182"/>
                    <a:pt x="2245" y="1182"/>
                  </a:cubicBezTo>
                  <a:close/>
                  <a:moveTo>
                    <a:pt x="1950" y="0"/>
                  </a:moveTo>
                  <a:lnTo>
                    <a:pt x="1950" y="628"/>
                  </a:lnTo>
                  <a:cubicBezTo>
                    <a:pt x="1715" y="671"/>
                    <a:pt x="1497" y="763"/>
                    <a:pt x="1308" y="894"/>
                  </a:cubicBezTo>
                  <a:lnTo>
                    <a:pt x="869" y="456"/>
                  </a:lnTo>
                  <a:lnTo>
                    <a:pt x="449" y="874"/>
                  </a:lnTo>
                  <a:lnTo>
                    <a:pt x="888" y="1311"/>
                  </a:lnTo>
                  <a:cubicBezTo>
                    <a:pt x="757" y="1499"/>
                    <a:pt x="664" y="1715"/>
                    <a:pt x="622" y="1949"/>
                  </a:cubicBezTo>
                  <a:lnTo>
                    <a:pt x="1" y="1949"/>
                  </a:lnTo>
                  <a:lnTo>
                    <a:pt x="1" y="2540"/>
                  </a:lnTo>
                  <a:lnTo>
                    <a:pt x="628" y="2540"/>
                  </a:lnTo>
                  <a:cubicBezTo>
                    <a:pt x="670" y="2772"/>
                    <a:pt x="763" y="2988"/>
                    <a:pt x="893" y="3175"/>
                  </a:cubicBezTo>
                  <a:lnTo>
                    <a:pt x="456" y="3611"/>
                  </a:lnTo>
                  <a:lnTo>
                    <a:pt x="874" y="4026"/>
                  </a:lnTo>
                  <a:lnTo>
                    <a:pt x="1311" y="3591"/>
                  </a:lnTo>
                  <a:cubicBezTo>
                    <a:pt x="1499" y="3721"/>
                    <a:pt x="1716" y="3812"/>
                    <a:pt x="1950" y="3854"/>
                  </a:cubicBezTo>
                  <a:lnTo>
                    <a:pt x="1950" y="4469"/>
                  </a:lnTo>
                  <a:lnTo>
                    <a:pt x="2541" y="4469"/>
                  </a:lnTo>
                  <a:lnTo>
                    <a:pt x="2541" y="3862"/>
                  </a:lnTo>
                  <a:cubicBezTo>
                    <a:pt x="2775" y="3819"/>
                    <a:pt x="2993" y="3727"/>
                    <a:pt x="3182" y="3596"/>
                  </a:cubicBezTo>
                  <a:lnTo>
                    <a:pt x="3622" y="4034"/>
                  </a:lnTo>
                  <a:lnTo>
                    <a:pt x="4042" y="3616"/>
                  </a:lnTo>
                  <a:lnTo>
                    <a:pt x="3602" y="3178"/>
                  </a:lnTo>
                  <a:cubicBezTo>
                    <a:pt x="3734" y="2991"/>
                    <a:pt x="3825" y="2774"/>
                    <a:pt x="3869" y="2540"/>
                  </a:cubicBezTo>
                  <a:lnTo>
                    <a:pt x="4489" y="2540"/>
                  </a:lnTo>
                  <a:lnTo>
                    <a:pt x="4489" y="1949"/>
                  </a:lnTo>
                  <a:lnTo>
                    <a:pt x="3861" y="1949"/>
                  </a:lnTo>
                  <a:cubicBezTo>
                    <a:pt x="3819" y="1714"/>
                    <a:pt x="3727" y="1497"/>
                    <a:pt x="3596" y="1307"/>
                  </a:cubicBezTo>
                  <a:lnTo>
                    <a:pt x="4034" y="868"/>
                  </a:lnTo>
                  <a:lnTo>
                    <a:pt x="3616" y="448"/>
                  </a:lnTo>
                  <a:lnTo>
                    <a:pt x="3179" y="888"/>
                  </a:lnTo>
                  <a:cubicBezTo>
                    <a:pt x="2991" y="756"/>
                    <a:pt x="2774" y="665"/>
                    <a:pt x="2541" y="621"/>
                  </a:cubicBezTo>
                  <a:lnTo>
                    <a:pt x="254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73"/>
          <p:cNvGrpSpPr/>
          <p:nvPr/>
        </p:nvGrpSpPr>
        <p:grpSpPr>
          <a:xfrm>
            <a:off x="3269298" y="2216402"/>
            <a:ext cx="296491" cy="359729"/>
            <a:chOff x="3194650" y="2173496"/>
            <a:chExt cx="313482" cy="380344"/>
          </a:xfrm>
        </p:grpSpPr>
        <p:sp>
          <p:nvSpPr>
            <p:cNvPr id="1245" name="Google Shape;1245;p73"/>
            <p:cNvSpPr/>
            <p:nvPr/>
          </p:nvSpPr>
          <p:spPr>
            <a:xfrm>
              <a:off x="3306074" y="2218058"/>
              <a:ext cx="22300" cy="22300"/>
            </a:xfrm>
            <a:custGeom>
              <a:rect b="b" l="l" r="r" t="t"/>
              <a:pathLst>
                <a:path extrusionOk="0" h="591" w="591">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73"/>
            <p:cNvSpPr/>
            <p:nvPr/>
          </p:nvSpPr>
          <p:spPr>
            <a:xfrm>
              <a:off x="3374407" y="2218058"/>
              <a:ext cx="22300" cy="22300"/>
            </a:xfrm>
            <a:custGeom>
              <a:rect b="b" l="l" r="r" t="t"/>
              <a:pathLst>
                <a:path extrusionOk="0" h="591" w="591">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73"/>
            <p:cNvSpPr/>
            <p:nvPr/>
          </p:nvSpPr>
          <p:spPr>
            <a:xfrm>
              <a:off x="3306074" y="2262620"/>
              <a:ext cx="90633" cy="22338"/>
            </a:xfrm>
            <a:custGeom>
              <a:rect b="b" l="l" r="r" t="t"/>
              <a:pathLst>
                <a:path extrusionOk="0" h="592" w="2402">
                  <a:moveTo>
                    <a:pt x="0" y="1"/>
                  </a:moveTo>
                  <a:lnTo>
                    <a:pt x="0" y="591"/>
                  </a:lnTo>
                  <a:lnTo>
                    <a:pt x="2402" y="591"/>
                  </a:lnTo>
                  <a:lnTo>
                    <a:pt x="240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73"/>
            <p:cNvSpPr/>
            <p:nvPr/>
          </p:nvSpPr>
          <p:spPr>
            <a:xfrm>
              <a:off x="3283774" y="2353254"/>
              <a:ext cx="135233" cy="66900"/>
            </a:xfrm>
            <a:custGeom>
              <a:rect b="b" l="l" r="r" t="t"/>
              <a:pathLst>
                <a:path extrusionOk="0" h="1773" w="3584">
                  <a:moveTo>
                    <a:pt x="2993" y="591"/>
                  </a:moveTo>
                  <a:lnTo>
                    <a:pt x="2993" y="1182"/>
                  </a:lnTo>
                  <a:lnTo>
                    <a:pt x="591" y="1182"/>
                  </a:lnTo>
                  <a:lnTo>
                    <a:pt x="591" y="591"/>
                  </a:lnTo>
                  <a:close/>
                  <a:moveTo>
                    <a:pt x="0" y="0"/>
                  </a:moveTo>
                  <a:lnTo>
                    <a:pt x="0" y="1772"/>
                  </a:lnTo>
                  <a:lnTo>
                    <a:pt x="3584" y="1772"/>
                  </a:lnTo>
                  <a:lnTo>
                    <a:pt x="358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73"/>
            <p:cNvSpPr/>
            <p:nvPr/>
          </p:nvSpPr>
          <p:spPr>
            <a:xfrm>
              <a:off x="3194650" y="2173496"/>
              <a:ext cx="313482" cy="380344"/>
            </a:xfrm>
            <a:custGeom>
              <a:rect b="b" l="l" r="r" t="t"/>
              <a:pathLst>
                <a:path extrusionOk="0" h="10080" w="8308">
                  <a:moveTo>
                    <a:pt x="5946" y="590"/>
                  </a:moveTo>
                  <a:lnTo>
                    <a:pt x="5946" y="3583"/>
                  </a:lnTo>
                  <a:lnTo>
                    <a:pt x="2362" y="3583"/>
                  </a:lnTo>
                  <a:lnTo>
                    <a:pt x="2362" y="590"/>
                  </a:lnTo>
                  <a:close/>
                  <a:moveTo>
                    <a:pt x="6536" y="4174"/>
                  </a:moveTo>
                  <a:lnTo>
                    <a:pt x="6536" y="7127"/>
                  </a:lnTo>
                  <a:lnTo>
                    <a:pt x="1772" y="7127"/>
                  </a:lnTo>
                  <a:lnTo>
                    <a:pt x="1772" y="4174"/>
                  </a:lnTo>
                  <a:close/>
                  <a:moveTo>
                    <a:pt x="5650" y="7718"/>
                  </a:moveTo>
                  <a:lnTo>
                    <a:pt x="5650" y="8309"/>
                  </a:lnTo>
                  <a:lnTo>
                    <a:pt x="2658" y="8309"/>
                  </a:lnTo>
                  <a:lnTo>
                    <a:pt x="2658" y="7718"/>
                  </a:lnTo>
                  <a:close/>
                  <a:moveTo>
                    <a:pt x="2067" y="7718"/>
                  </a:moveTo>
                  <a:lnTo>
                    <a:pt x="2067" y="9489"/>
                  </a:lnTo>
                  <a:lnTo>
                    <a:pt x="1181" y="9489"/>
                  </a:lnTo>
                  <a:lnTo>
                    <a:pt x="1181" y="7718"/>
                  </a:lnTo>
                  <a:close/>
                  <a:moveTo>
                    <a:pt x="7127" y="7718"/>
                  </a:moveTo>
                  <a:lnTo>
                    <a:pt x="7127" y="9489"/>
                  </a:lnTo>
                  <a:lnTo>
                    <a:pt x="6241" y="9489"/>
                  </a:lnTo>
                  <a:lnTo>
                    <a:pt x="6241" y="7718"/>
                  </a:lnTo>
                  <a:close/>
                  <a:moveTo>
                    <a:pt x="1772" y="1"/>
                  </a:moveTo>
                  <a:lnTo>
                    <a:pt x="1772" y="1792"/>
                  </a:lnTo>
                  <a:lnTo>
                    <a:pt x="1181" y="1792"/>
                  </a:lnTo>
                  <a:lnTo>
                    <a:pt x="1181" y="1201"/>
                  </a:lnTo>
                  <a:lnTo>
                    <a:pt x="590" y="1201"/>
                  </a:lnTo>
                  <a:lnTo>
                    <a:pt x="590" y="2973"/>
                  </a:lnTo>
                  <a:lnTo>
                    <a:pt x="1181" y="2973"/>
                  </a:lnTo>
                  <a:lnTo>
                    <a:pt x="1181" y="2383"/>
                  </a:lnTo>
                  <a:lnTo>
                    <a:pt x="1772" y="2383"/>
                  </a:lnTo>
                  <a:lnTo>
                    <a:pt x="1772" y="3583"/>
                  </a:lnTo>
                  <a:lnTo>
                    <a:pt x="1181" y="3583"/>
                  </a:lnTo>
                  <a:lnTo>
                    <a:pt x="1181" y="4174"/>
                  </a:lnTo>
                  <a:lnTo>
                    <a:pt x="1" y="4174"/>
                  </a:lnTo>
                  <a:lnTo>
                    <a:pt x="1" y="6536"/>
                  </a:lnTo>
                  <a:lnTo>
                    <a:pt x="590" y="6536"/>
                  </a:lnTo>
                  <a:lnTo>
                    <a:pt x="590" y="4764"/>
                  </a:lnTo>
                  <a:lnTo>
                    <a:pt x="1181" y="4764"/>
                  </a:lnTo>
                  <a:lnTo>
                    <a:pt x="1181" y="7127"/>
                  </a:lnTo>
                  <a:lnTo>
                    <a:pt x="590" y="7127"/>
                  </a:lnTo>
                  <a:lnTo>
                    <a:pt x="590" y="10080"/>
                  </a:lnTo>
                  <a:lnTo>
                    <a:pt x="2658" y="10080"/>
                  </a:lnTo>
                  <a:lnTo>
                    <a:pt x="2658" y="8899"/>
                  </a:lnTo>
                  <a:lnTo>
                    <a:pt x="5650" y="8899"/>
                  </a:lnTo>
                  <a:lnTo>
                    <a:pt x="5650" y="10080"/>
                  </a:lnTo>
                  <a:lnTo>
                    <a:pt x="7718" y="10080"/>
                  </a:lnTo>
                  <a:lnTo>
                    <a:pt x="7718" y="7127"/>
                  </a:lnTo>
                  <a:lnTo>
                    <a:pt x="7127" y="7127"/>
                  </a:lnTo>
                  <a:lnTo>
                    <a:pt x="7127" y="4764"/>
                  </a:lnTo>
                  <a:lnTo>
                    <a:pt x="7718" y="4764"/>
                  </a:lnTo>
                  <a:lnTo>
                    <a:pt x="7718" y="6536"/>
                  </a:lnTo>
                  <a:lnTo>
                    <a:pt x="8307" y="6536"/>
                  </a:lnTo>
                  <a:lnTo>
                    <a:pt x="8307" y="4174"/>
                  </a:lnTo>
                  <a:lnTo>
                    <a:pt x="7127" y="4174"/>
                  </a:lnTo>
                  <a:lnTo>
                    <a:pt x="7127" y="3583"/>
                  </a:lnTo>
                  <a:lnTo>
                    <a:pt x="6536" y="3583"/>
                  </a:lnTo>
                  <a:lnTo>
                    <a:pt x="6536" y="2383"/>
                  </a:lnTo>
                  <a:lnTo>
                    <a:pt x="7127" y="2383"/>
                  </a:lnTo>
                  <a:lnTo>
                    <a:pt x="7127" y="2973"/>
                  </a:lnTo>
                  <a:lnTo>
                    <a:pt x="7718" y="2973"/>
                  </a:lnTo>
                  <a:lnTo>
                    <a:pt x="7718" y="1201"/>
                  </a:lnTo>
                  <a:lnTo>
                    <a:pt x="7127" y="1201"/>
                  </a:lnTo>
                  <a:lnTo>
                    <a:pt x="7127" y="1792"/>
                  </a:lnTo>
                  <a:lnTo>
                    <a:pt x="6536" y="1792"/>
                  </a:lnTo>
                  <a:lnTo>
                    <a:pt x="65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 name="Google Shape;1250;p73"/>
          <p:cNvGrpSpPr/>
          <p:nvPr/>
        </p:nvGrpSpPr>
        <p:grpSpPr>
          <a:xfrm>
            <a:off x="2510191" y="2216402"/>
            <a:ext cx="275435" cy="359729"/>
            <a:chOff x="2392041" y="2173496"/>
            <a:chExt cx="291219" cy="380344"/>
          </a:xfrm>
        </p:grpSpPr>
        <p:sp>
          <p:nvSpPr>
            <p:cNvPr id="1251" name="Google Shape;1251;p73"/>
            <p:cNvSpPr/>
            <p:nvPr/>
          </p:nvSpPr>
          <p:spPr>
            <a:xfrm>
              <a:off x="2492334" y="2262620"/>
              <a:ext cx="22300" cy="22338"/>
            </a:xfrm>
            <a:custGeom>
              <a:rect b="b" l="l" r="r" t="t"/>
              <a:pathLst>
                <a:path extrusionOk="0" h="592" w="591">
                  <a:moveTo>
                    <a:pt x="0" y="1"/>
                  </a:moveTo>
                  <a:lnTo>
                    <a:pt x="0" y="591"/>
                  </a:lnTo>
                  <a:lnTo>
                    <a:pt x="591" y="591"/>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73"/>
            <p:cNvSpPr/>
            <p:nvPr/>
          </p:nvSpPr>
          <p:spPr>
            <a:xfrm>
              <a:off x="2481920" y="2351782"/>
              <a:ext cx="22300" cy="22338"/>
            </a:xfrm>
            <a:custGeom>
              <a:rect b="b" l="l" r="r" t="t"/>
              <a:pathLst>
                <a:path extrusionOk="0" h="592" w="591">
                  <a:moveTo>
                    <a:pt x="1" y="0"/>
                  </a:moveTo>
                  <a:lnTo>
                    <a:pt x="1"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73"/>
            <p:cNvSpPr/>
            <p:nvPr/>
          </p:nvSpPr>
          <p:spPr>
            <a:xfrm>
              <a:off x="2526482" y="2351782"/>
              <a:ext cx="22338" cy="22338"/>
            </a:xfrm>
            <a:custGeom>
              <a:rect b="b" l="l" r="r" t="t"/>
              <a:pathLst>
                <a:path extrusionOk="0" h="592" w="592">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73"/>
            <p:cNvSpPr/>
            <p:nvPr/>
          </p:nvSpPr>
          <p:spPr>
            <a:xfrm>
              <a:off x="2481920" y="2396344"/>
              <a:ext cx="111462" cy="22300"/>
            </a:xfrm>
            <a:custGeom>
              <a:rect b="b" l="l" r="r" t="t"/>
              <a:pathLst>
                <a:path extrusionOk="0" h="591" w="2954">
                  <a:moveTo>
                    <a:pt x="1" y="1"/>
                  </a:moveTo>
                  <a:lnTo>
                    <a:pt x="1" y="590"/>
                  </a:lnTo>
                  <a:lnTo>
                    <a:pt x="2953" y="590"/>
                  </a:lnTo>
                  <a:lnTo>
                    <a:pt x="295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73"/>
            <p:cNvSpPr/>
            <p:nvPr/>
          </p:nvSpPr>
          <p:spPr>
            <a:xfrm>
              <a:off x="2571044" y="2351782"/>
              <a:ext cx="22338" cy="22338"/>
            </a:xfrm>
            <a:custGeom>
              <a:rect b="b" l="l" r="r" t="t"/>
              <a:pathLst>
                <a:path extrusionOk="0" h="592" w="592">
                  <a:moveTo>
                    <a:pt x="1" y="0"/>
                  </a:moveTo>
                  <a:lnTo>
                    <a:pt x="1"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73"/>
            <p:cNvSpPr/>
            <p:nvPr/>
          </p:nvSpPr>
          <p:spPr>
            <a:xfrm>
              <a:off x="2560668" y="2262620"/>
              <a:ext cx="22338" cy="22338"/>
            </a:xfrm>
            <a:custGeom>
              <a:rect b="b" l="l" r="r" t="t"/>
              <a:pathLst>
                <a:path extrusionOk="0" h="592" w="592">
                  <a:moveTo>
                    <a:pt x="0" y="1"/>
                  </a:moveTo>
                  <a:lnTo>
                    <a:pt x="0" y="591"/>
                  </a:lnTo>
                  <a:lnTo>
                    <a:pt x="591" y="591"/>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73"/>
            <p:cNvSpPr/>
            <p:nvPr/>
          </p:nvSpPr>
          <p:spPr>
            <a:xfrm>
              <a:off x="2392041" y="2173496"/>
              <a:ext cx="291219" cy="380344"/>
            </a:xfrm>
            <a:custGeom>
              <a:rect b="b" l="l" r="r" t="t"/>
              <a:pathLst>
                <a:path extrusionOk="0" h="10080" w="7718">
                  <a:moveTo>
                    <a:pt x="3859" y="590"/>
                  </a:moveTo>
                  <a:cubicBezTo>
                    <a:pt x="5009" y="590"/>
                    <a:pt x="5946" y="1527"/>
                    <a:pt x="5946" y="2678"/>
                  </a:cubicBezTo>
                  <a:lnTo>
                    <a:pt x="5946" y="3544"/>
                  </a:lnTo>
                  <a:lnTo>
                    <a:pt x="1772" y="3544"/>
                  </a:lnTo>
                  <a:lnTo>
                    <a:pt x="1772" y="2678"/>
                  </a:lnTo>
                  <a:cubicBezTo>
                    <a:pt x="1772" y="1527"/>
                    <a:pt x="2708" y="590"/>
                    <a:pt x="3859" y="590"/>
                  </a:cubicBezTo>
                  <a:close/>
                  <a:moveTo>
                    <a:pt x="1182" y="4725"/>
                  </a:moveTo>
                  <a:lnTo>
                    <a:pt x="1182" y="5316"/>
                  </a:lnTo>
                  <a:lnTo>
                    <a:pt x="591" y="5316"/>
                  </a:lnTo>
                  <a:lnTo>
                    <a:pt x="591" y="4725"/>
                  </a:lnTo>
                  <a:close/>
                  <a:moveTo>
                    <a:pt x="7126" y="4725"/>
                  </a:moveTo>
                  <a:lnTo>
                    <a:pt x="7126" y="5316"/>
                  </a:lnTo>
                  <a:lnTo>
                    <a:pt x="6537" y="5316"/>
                  </a:lnTo>
                  <a:lnTo>
                    <a:pt x="6537" y="4725"/>
                  </a:lnTo>
                  <a:close/>
                  <a:moveTo>
                    <a:pt x="5946" y="4135"/>
                  </a:moveTo>
                  <a:lnTo>
                    <a:pt x="5946" y="7718"/>
                  </a:lnTo>
                  <a:lnTo>
                    <a:pt x="1772" y="7718"/>
                  </a:lnTo>
                  <a:lnTo>
                    <a:pt x="1772" y="4135"/>
                  </a:lnTo>
                  <a:close/>
                  <a:moveTo>
                    <a:pt x="4449" y="8309"/>
                  </a:moveTo>
                  <a:lnTo>
                    <a:pt x="4449" y="8898"/>
                  </a:lnTo>
                  <a:cubicBezTo>
                    <a:pt x="4449" y="9224"/>
                    <a:pt x="4185" y="9489"/>
                    <a:pt x="3859" y="9489"/>
                  </a:cubicBezTo>
                  <a:cubicBezTo>
                    <a:pt x="3534" y="9489"/>
                    <a:pt x="3268" y="9224"/>
                    <a:pt x="3268" y="8898"/>
                  </a:cubicBezTo>
                  <a:lnTo>
                    <a:pt x="3268" y="8309"/>
                  </a:lnTo>
                  <a:close/>
                  <a:moveTo>
                    <a:pt x="3859" y="1"/>
                  </a:moveTo>
                  <a:cubicBezTo>
                    <a:pt x="2383" y="1"/>
                    <a:pt x="1182" y="1201"/>
                    <a:pt x="1182" y="2678"/>
                  </a:cubicBezTo>
                  <a:lnTo>
                    <a:pt x="1182" y="4135"/>
                  </a:lnTo>
                  <a:lnTo>
                    <a:pt x="0" y="4135"/>
                  </a:lnTo>
                  <a:lnTo>
                    <a:pt x="0" y="7087"/>
                  </a:lnTo>
                  <a:lnTo>
                    <a:pt x="591" y="7087"/>
                  </a:lnTo>
                  <a:lnTo>
                    <a:pt x="591" y="5907"/>
                  </a:lnTo>
                  <a:lnTo>
                    <a:pt x="1182" y="5907"/>
                  </a:lnTo>
                  <a:lnTo>
                    <a:pt x="1182" y="8309"/>
                  </a:lnTo>
                  <a:lnTo>
                    <a:pt x="2677" y="8309"/>
                  </a:lnTo>
                  <a:lnTo>
                    <a:pt x="2677" y="8899"/>
                  </a:lnTo>
                  <a:cubicBezTo>
                    <a:pt x="2677" y="9550"/>
                    <a:pt x="3208" y="10080"/>
                    <a:pt x="3859" y="10080"/>
                  </a:cubicBezTo>
                  <a:cubicBezTo>
                    <a:pt x="4511" y="10080"/>
                    <a:pt x="5040" y="9550"/>
                    <a:pt x="5040" y="8899"/>
                  </a:cubicBezTo>
                  <a:lnTo>
                    <a:pt x="5040" y="8309"/>
                  </a:lnTo>
                  <a:lnTo>
                    <a:pt x="6536" y="8309"/>
                  </a:lnTo>
                  <a:lnTo>
                    <a:pt x="6536" y="5907"/>
                  </a:lnTo>
                  <a:lnTo>
                    <a:pt x="7126" y="5907"/>
                  </a:lnTo>
                  <a:lnTo>
                    <a:pt x="7126" y="7087"/>
                  </a:lnTo>
                  <a:lnTo>
                    <a:pt x="7717" y="7087"/>
                  </a:lnTo>
                  <a:lnTo>
                    <a:pt x="7717" y="4135"/>
                  </a:lnTo>
                  <a:lnTo>
                    <a:pt x="6537" y="4135"/>
                  </a:lnTo>
                  <a:lnTo>
                    <a:pt x="6537" y="2678"/>
                  </a:lnTo>
                  <a:cubicBezTo>
                    <a:pt x="6537" y="1201"/>
                    <a:pt x="5335" y="1"/>
                    <a:pt x="38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 name="Google Shape;1258;p73"/>
          <p:cNvGrpSpPr/>
          <p:nvPr/>
        </p:nvGrpSpPr>
        <p:grpSpPr>
          <a:xfrm>
            <a:off x="1719465" y="2216402"/>
            <a:ext cx="317618" cy="359729"/>
            <a:chOff x="1556002" y="2173496"/>
            <a:chExt cx="335819" cy="380344"/>
          </a:xfrm>
        </p:grpSpPr>
        <p:sp>
          <p:nvSpPr>
            <p:cNvPr id="1259" name="Google Shape;1259;p73"/>
            <p:cNvSpPr/>
            <p:nvPr/>
          </p:nvSpPr>
          <p:spPr>
            <a:xfrm>
              <a:off x="1556002" y="2173496"/>
              <a:ext cx="335819" cy="380344"/>
            </a:xfrm>
            <a:custGeom>
              <a:rect b="b" l="l" r="r" t="t"/>
              <a:pathLst>
                <a:path extrusionOk="0" h="10080" w="8900">
                  <a:moveTo>
                    <a:pt x="4450" y="591"/>
                  </a:moveTo>
                  <a:cubicBezTo>
                    <a:pt x="6684" y="591"/>
                    <a:pt x="7894" y="939"/>
                    <a:pt x="8308" y="1086"/>
                  </a:cubicBezTo>
                  <a:lnTo>
                    <a:pt x="8308" y="4995"/>
                  </a:lnTo>
                  <a:cubicBezTo>
                    <a:pt x="8308" y="6088"/>
                    <a:pt x="7914" y="7144"/>
                    <a:pt x="7198" y="7970"/>
                  </a:cubicBezTo>
                  <a:cubicBezTo>
                    <a:pt x="6490" y="8785"/>
                    <a:pt x="5516" y="9321"/>
                    <a:pt x="4450" y="9483"/>
                  </a:cubicBezTo>
                  <a:cubicBezTo>
                    <a:pt x="3385" y="9321"/>
                    <a:pt x="2410" y="8785"/>
                    <a:pt x="1702" y="7970"/>
                  </a:cubicBezTo>
                  <a:cubicBezTo>
                    <a:pt x="986" y="7144"/>
                    <a:pt x="591" y="6088"/>
                    <a:pt x="591" y="4995"/>
                  </a:cubicBezTo>
                  <a:lnTo>
                    <a:pt x="591" y="1086"/>
                  </a:lnTo>
                  <a:cubicBezTo>
                    <a:pt x="1006" y="939"/>
                    <a:pt x="2216" y="591"/>
                    <a:pt x="4450" y="591"/>
                  </a:cubicBezTo>
                  <a:close/>
                  <a:moveTo>
                    <a:pt x="4450" y="1"/>
                  </a:moveTo>
                  <a:cubicBezTo>
                    <a:pt x="1463" y="1"/>
                    <a:pt x="217" y="597"/>
                    <a:pt x="165" y="622"/>
                  </a:cubicBezTo>
                  <a:lnTo>
                    <a:pt x="1" y="702"/>
                  </a:lnTo>
                  <a:lnTo>
                    <a:pt x="1" y="4995"/>
                  </a:lnTo>
                  <a:cubicBezTo>
                    <a:pt x="1" y="6231"/>
                    <a:pt x="447" y="7425"/>
                    <a:pt x="1256" y="8357"/>
                  </a:cubicBezTo>
                  <a:cubicBezTo>
                    <a:pt x="2066" y="9290"/>
                    <a:pt x="3185" y="9899"/>
                    <a:pt x="4408" y="10073"/>
                  </a:cubicBezTo>
                  <a:lnTo>
                    <a:pt x="4450" y="10080"/>
                  </a:lnTo>
                  <a:lnTo>
                    <a:pt x="4491" y="10073"/>
                  </a:lnTo>
                  <a:cubicBezTo>
                    <a:pt x="5715" y="9899"/>
                    <a:pt x="6834" y="9290"/>
                    <a:pt x="7644" y="8357"/>
                  </a:cubicBezTo>
                  <a:cubicBezTo>
                    <a:pt x="8453" y="7425"/>
                    <a:pt x="8899" y="6231"/>
                    <a:pt x="8899" y="4995"/>
                  </a:cubicBezTo>
                  <a:lnTo>
                    <a:pt x="8899" y="703"/>
                  </a:lnTo>
                  <a:lnTo>
                    <a:pt x="8735" y="622"/>
                  </a:lnTo>
                  <a:cubicBezTo>
                    <a:pt x="8683" y="597"/>
                    <a:pt x="7437" y="1"/>
                    <a:pt x="44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73"/>
            <p:cNvSpPr/>
            <p:nvPr/>
          </p:nvSpPr>
          <p:spPr>
            <a:xfrm>
              <a:off x="1600602" y="2218096"/>
              <a:ext cx="246620" cy="290653"/>
            </a:xfrm>
            <a:custGeom>
              <a:rect b="b" l="l" r="r" t="t"/>
              <a:pathLst>
                <a:path extrusionOk="0" h="7703" w="6536">
                  <a:moveTo>
                    <a:pt x="3268" y="591"/>
                  </a:moveTo>
                  <a:cubicBezTo>
                    <a:pt x="4509" y="591"/>
                    <a:pt x="5388" y="704"/>
                    <a:pt x="5945" y="812"/>
                  </a:cubicBezTo>
                  <a:lnTo>
                    <a:pt x="5945" y="3813"/>
                  </a:lnTo>
                  <a:cubicBezTo>
                    <a:pt x="5945" y="4621"/>
                    <a:pt x="5654" y="5403"/>
                    <a:pt x="5123" y="6014"/>
                  </a:cubicBezTo>
                  <a:cubicBezTo>
                    <a:pt x="4642" y="6568"/>
                    <a:pt x="3985" y="6953"/>
                    <a:pt x="3268" y="7101"/>
                  </a:cubicBezTo>
                  <a:cubicBezTo>
                    <a:pt x="2551" y="6953"/>
                    <a:pt x="1893" y="6568"/>
                    <a:pt x="1412" y="6014"/>
                  </a:cubicBezTo>
                  <a:cubicBezTo>
                    <a:pt x="883" y="5403"/>
                    <a:pt x="591" y="4621"/>
                    <a:pt x="591" y="3813"/>
                  </a:cubicBezTo>
                  <a:lnTo>
                    <a:pt x="591" y="812"/>
                  </a:lnTo>
                  <a:cubicBezTo>
                    <a:pt x="1123" y="708"/>
                    <a:pt x="2005" y="591"/>
                    <a:pt x="3268" y="591"/>
                  </a:cubicBezTo>
                  <a:close/>
                  <a:moveTo>
                    <a:pt x="3268" y="0"/>
                  </a:moveTo>
                  <a:cubicBezTo>
                    <a:pt x="1905" y="0"/>
                    <a:pt x="961" y="134"/>
                    <a:pt x="409" y="246"/>
                  </a:cubicBezTo>
                  <a:cubicBezTo>
                    <a:pt x="349" y="259"/>
                    <a:pt x="288" y="271"/>
                    <a:pt x="230" y="285"/>
                  </a:cubicBezTo>
                  <a:lnTo>
                    <a:pt x="0" y="337"/>
                  </a:lnTo>
                  <a:lnTo>
                    <a:pt x="0" y="3813"/>
                  </a:lnTo>
                  <a:cubicBezTo>
                    <a:pt x="0" y="4764"/>
                    <a:pt x="343" y="5683"/>
                    <a:pt x="966" y="6401"/>
                  </a:cubicBezTo>
                  <a:cubicBezTo>
                    <a:pt x="1546" y="7069"/>
                    <a:pt x="2344" y="7527"/>
                    <a:pt x="3213" y="7692"/>
                  </a:cubicBezTo>
                  <a:lnTo>
                    <a:pt x="3268" y="7703"/>
                  </a:lnTo>
                  <a:lnTo>
                    <a:pt x="3323" y="7692"/>
                  </a:lnTo>
                  <a:cubicBezTo>
                    <a:pt x="4192" y="7527"/>
                    <a:pt x="4990" y="7069"/>
                    <a:pt x="5570" y="6401"/>
                  </a:cubicBezTo>
                  <a:cubicBezTo>
                    <a:pt x="6193" y="5683"/>
                    <a:pt x="6536" y="4764"/>
                    <a:pt x="6536" y="3813"/>
                  </a:cubicBezTo>
                  <a:lnTo>
                    <a:pt x="6536" y="337"/>
                  </a:lnTo>
                  <a:lnTo>
                    <a:pt x="6306" y="285"/>
                  </a:lnTo>
                  <a:cubicBezTo>
                    <a:pt x="6291" y="281"/>
                    <a:pt x="6276" y="278"/>
                    <a:pt x="6261" y="274"/>
                  </a:cubicBezTo>
                  <a:cubicBezTo>
                    <a:pt x="5694" y="149"/>
                    <a:pt x="4714" y="0"/>
                    <a:pt x="32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73"/>
            <p:cNvSpPr/>
            <p:nvPr/>
          </p:nvSpPr>
          <p:spPr>
            <a:xfrm>
              <a:off x="1656295" y="2273789"/>
              <a:ext cx="135196" cy="157495"/>
            </a:xfrm>
            <a:custGeom>
              <a:rect b="b" l="l" r="r" t="t"/>
              <a:pathLst>
                <a:path extrusionOk="0" h="4174" w="3583">
                  <a:moveTo>
                    <a:pt x="1497" y="628"/>
                  </a:moveTo>
                  <a:lnTo>
                    <a:pt x="1497" y="3546"/>
                  </a:lnTo>
                  <a:cubicBezTo>
                    <a:pt x="977" y="3414"/>
                    <a:pt x="592" y="2943"/>
                    <a:pt x="592" y="2383"/>
                  </a:cubicBezTo>
                  <a:lnTo>
                    <a:pt x="592" y="1792"/>
                  </a:lnTo>
                  <a:cubicBezTo>
                    <a:pt x="592" y="1232"/>
                    <a:pt x="977" y="759"/>
                    <a:pt x="1497" y="628"/>
                  </a:cubicBezTo>
                  <a:close/>
                  <a:moveTo>
                    <a:pt x="2087" y="628"/>
                  </a:moveTo>
                  <a:cubicBezTo>
                    <a:pt x="2607" y="759"/>
                    <a:pt x="2993" y="1232"/>
                    <a:pt x="2993" y="1792"/>
                  </a:cubicBezTo>
                  <a:lnTo>
                    <a:pt x="2993" y="2383"/>
                  </a:lnTo>
                  <a:cubicBezTo>
                    <a:pt x="2993" y="2943"/>
                    <a:pt x="2607" y="3414"/>
                    <a:pt x="2087" y="3546"/>
                  </a:cubicBezTo>
                  <a:lnTo>
                    <a:pt x="2087" y="628"/>
                  </a:lnTo>
                  <a:close/>
                  <a:moveTo>
                    <a:pt x="1792" y="1"/>
                  </a:moveTo>
                  <a:cubicBezTo>
                    <a:pt x="804" y="1"/>
                    <a:pt x="1" y="805"/>
                    <a:pt x="1" y="1792"/>
                  </a:cubicBezTo>
                  <a:lnTo>
                    <a:pt x="1" y="2361"/>
                  </a:lnTo>
                  <a:cubicBezTo>
                    <a:pt x="1" y="3328"/>
                    <a:pt x="759" y="4138"/>
                    <a:pt x="1725" y="4173"/>
                  </a:cubicBezTo>
                  <a:cubicBezTo>
                    <a:pt x="1748" y="4174"/>
                    <a:pt x="1770" y="4174"/>
                    <a:pt x="1792" y="4174"/>
                  </a:cubicBezTo>
                  <a:cubicBezTo>
                    <a:pt x="2780" y="4174"/>
                    <a:pt x="3583" y="3370"/>
                    <a:pt x="3583" y="2383"/>
                  </a:cubicBezTo>
                  <a:lnTo>
                    <a:pt x="3583" y="1814"/>
                  </a:lnTo>
                  <a:cubicBezTo>
                    <a:pt x="3583" y="847"/>
                    <a:pt x="2825" y="37"/>
                    <a:pt x="1858" y="2"/>
                  </a:cubicBezTo>
                  <a:cubicBezTo>
                    <a:pt x="1836" y="1"/>
                    <a:pt x="1814" y="1"/>
                    <a:pt x="17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73"/>
          <p:cNvGrpSpPr/>
          <p:nvPr/>
        </p:nvGrpSpPr>
        <p:grpSpPr>
          <a:xfrm>
            <a:off x="928774" y="2785367"/>
            <a:ext cx="359765" cy="359765"/>
            <a:chOff x="720000" y="2775066"/>
            <a:chExt cx="380381" cy="380381"/>
          </a:xfrm>
        </p:grpSpPr>
        <p:sp>
          <p:nvSpPr>
            <p:cNvPr id="1263" name="Google Shape;1263;p73"/>
            <p:cNvSpPr/>
            <p:nvPr/>
          </p:nvSpPr>
          <p:spPr>
            <a:xfrm>
              <a:off x="786862" y="2841928"/>
              <a:ext cx="246620" cy="246657"/>
            </a:xfrm>
            <a:custGeom>
              <a:rect b="b" l="l" r="r" t="t"/>
              <a:pathLst>
                <a:path extrusionOk="0" h="6537" w="6536">
                  <a:moveTo>
                    <a:pt x="5945" y="591"/>
                  </a:moveTo>
                  <a:lnTo>
                    <a:pt x="5945" y="5945"/>
                  </a:lnTo>
                  <a:lnTo>
                    <a:pt x="591" y="5945"/>
                  </a:lnTo>
                  <a:lnTo>
                    <a:pt x="591" y="591"/>
                  </a:lnTo>
                  <a:close/>
                  <a:moveTo>
                    <a:pt x="0" y="0"/>
                  </a:moveTo>
                  <a:lnTo>
                    <a:pt x="0" y="6536"/>
                  </a:lnTo>
                  <a:lnTo>
                    <a:pt x="6536" y="6536"/>
                  </a:lnTo>
                  <a:lnTo>
                    <a:pt x="653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73"/>
            <p:cNvSpPr/>
            <p:nvPr/>
          </p:nvSpPr>
          <p:spPr>
            <a:xfrm>
              <a:off x="853724" y="2886490"/>
              <a:ext cx="112896" cy="157533"/>
            </a:xfrm>
            <a:custGeom>
              <a:rect b="b" l="l" r="r" t="t"/>
              <a:pathLst>
                <a:path extrusionOk="0" h="4175" w="2992">
                  <a:moveTo>
                    <a:pt x="1496" y="592"/>
                  </a:moveTo>
                  <a:cubicBezTo>
                    <a:pt x="1822" y="592"/>
                    <a:pt x="2087" y="856"/>
                    <a:pt x="2087" y="1182"/>
                  </a:cubicBezTo>
                  <a:cubicBezTo>
                    <a:pt x="2087" y="1507"/>
                    <a:pt x="1822" y="1773"/>
                    <a:pt x="1496" y="1773"/>
                  </a:cubicBezTo>
                  <a:cubicBezTo>
                    <a:pt x="1170" y="1773"/>
                    <a:pt x="905" y="1507"/>
                    <a:pt x="905" y="1182"/>
                  </a:cubicBezTo>
                  <a:cubicBezTo>
                    <a:pt x="905" y="856"/>
                    <a:pt x="1170" y="592"/>
                    <a:pt x="1496" y="592"/>
                  </a:cubicBezTo>
                  <a:close/>
                  <a:moveTo>
                    <a:pt x="1496" y="2364"/>
                  </a:moveTo>
                  <a:cubicBezTo>
                    <a:pt x="1995" y="2364"/>
                    <a:pt x="2401" y="2770"/>
                    <a:pt x="2401" y="3269"/>
                  </a:cubicBezTo>
                  <a:lnTo>
                    <a:pt x="2401" y="3584"/>
                  </a:lnTo>
                  <a:lnTo>
                    <a:pt x="590" y="3584"/>
                  </a:lnTo>
                  <a:lnTo>
                    <a:pt x="590" y="3269"/>
                  </a:lnTo>
                  <a:cubicBezTo>
                    <a:pt x="590" y="2770"/>
                    <a:pt x="996" y="2364"/>
                    <a:pt x="1496" y="2364"/>
                  </a:cubicBezTo>
                  <a:close/>
                  <a:moveTo>
                    <a:pt x="1496" y="1"/>
                  </a:moveTo>
                  <a:cubicBezTo>
                    <a:pt x="844" y="1"/>
                    <a:pt x="315" y="530"/>
                    <a:pt x="315" y="1182"/>
                  </a:cubicBezTo>
                  <a:cubicBezTo>
                    <a:pt x="315" y="1511"/>
                    <a:pt x="450" y="1809"/>
                    <a:pt x="668" y="2023"/>
                  </a:cubicBezTo>
                  <a:cubicBezTo>
                    <a:pt x="265" y="2292"/>
                    <a:pt x="0" y="2750"/>
                    <a:pt x="0" y="3269"/>
                  </a:cubicBezTo>
                  <a:lnTo>
                    <a:pt x="0" y="4175"/>
                  </a:lnTo>
                  <a:lnTo>
                    <a:pt x="2992" y="4175"/>
                  </a:lnTo>
                  <a:lnTo>
                    <a:pt x="2992" y="3269"/>
                  </a:lnTo>
                  <a:cubicBezTo>
                    <a:pt x="2992" y="2750"/>
                    <a:pt x="2726" y="2292"/>
                    <a:pt x="2324" y="2023"/>
                  </a:cubicBezTo>
                  <a:cubicBezTo>
                    <a:pt x="2541" y="1809"/>
                    <a:pt x="2678" y="1511"/>
                    <a:pt x="2678" y="1182"/>
                  </a:cubicBezTo>
                  <a:cubicBezTo>
                    <a:pt x="2678" y="530"/>
                    <a:pt x="2147" y="1"/>
                    <a:pt x="14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73"/>
            <p:cNvSpPr/>
            <p:nvPr/>
          </p:nvSpPr>
          <p:spPr>
            <a:xfrm>
              <a:off x="720000" y="2775066"/>
              <a:ext cx="380381" cy="380381"/>
            </a:xfrm>
            <a:custGeom>
              <a:rect b="b" l="l" r="r" t="t"/>
              <a:pathLst>
                <a:path extrusionOk="0" h="10081" w="10081">
                  <a:moveTo>
                    <a:pt x="8899" y="1182"/>
                  </a:moveTo>
                  <a:lnTo>
                    <a:pt x="8899" y="8899"/>
                  </a:lnTo>
                  <a:lnTo>
                    <a:pt x="1182" y="8899"/>
                  </a:lnTo>
                  <a:lnTo>
                    <a:pt x="1182" y="1182"/>
                  </a:lnTo>
                  <a:close/>
                  <a:moveTo>
                    <a:pt x="1182" y="0"/>
                  </a:moveTo>
                  <a:lnTo>
                    <a:pt x="1182" y="591"/>
                  </a:lnTo>
                  <a:lnTo>
                    <a:pt x="591" y="591"/>
                  </a:lnTo>
                  <a:lnTo>
                    <a:pt x="591" y="1182"/>
                  </a:lnTo>
                  <a:lnTo>
                    <a:pt x="0" y="1182"/>
                  </a:lnTo>
                  <a:lnTo>
                    <a:pt x="0" y="1772"/>
                  </a:lnTo>
                  <a:lnTo>
                    <a:pt x="591" y="1772"/>
                  </a:lnTo>
                  <a:lnTo>
                    <a:pt x="591" y="2363"/>
                  </a:lnTo>
                  <a:lnTo>
                    <a:pt x="0" y="2363"/>
                  </a:lnTo>
                  <a:lnTo>
                    <a:pt x="0" y="2954"/>
                  </a:lnTo>
                  <a:lnTo>
                    <a:pt x="591" y="2954"/>
                  </a:lnTo>
                  <a:lnTo>
                    <a:pt x="591" y="3545"/>
                  </a:lnTo>
                  <a:lnTo>
                    <a:pt x="0" y="3545"/>
                  </a:lnTo>
                  <a:lnTo>
                    <a:pt x="0" y="4154"/>
                  </a:lnTo>
                  <a:lnTo>
                    <a:pt x="591" y="4154"/>
                  </a:lnTo>
                  <a:lnTo>
                    <a:pt x="591" y="4745"/>
                  </a:lnTo>
                  <a:lnTo>
                    <a:pt x="0" y="4745"/>
                  </a:lnTo>
                  <a:lnTo>
                    <a:pt x="0" y="5336"/>
                  </a:lnTo>
                  <a:lnTo>
                    <a:pt x="591" y="5336"/>
                  </a:lnTo>
                  <a:lnTo>
                    <a:pt x="591" y="5926"/>
                  </a:lnTo>
                  <a:lnTo>
                    <a:pt x="0" y="5926"/>
                  </a:lnTo>
                  <a:lnTo>
                    <a:pt x="0" y="6517"/>
                  </a:lnTo>
                  <a:lnTo>
                    <a:pt x="591" y="6517"/>
                  </a:lnTo>
                  <a:lnTo>
                    <a:pt x="591" y="7108"/>
                  </a:lnTo>
                  <a:lnTo>
                    <a:pt x="0" y="7108"/>
                  </a:lnTo>
                  <a:lnTo>
                    <a:pt x="0" y="7717"/>
                  </a:lnTo>
                  <a:lnTo>
                    <a:pt x="591" y="7717"/>
                  </a:lnTo>
                  <a:lnTo>
                    <a:pt x="591" y="8308"/>
                  </a:lnTo>
                  <a:lnTo>
                    <a:pt x="0" y="8308"/>
                  </a:lnTo>
                  <a:lnTo>
                    <a:pt x="0" y="8899"/>
                  </a:lnTo>
                  <a:lnTo>
                    <a:pt x="591" y="8899"/>
                  </a:lnTo>
                  <a:lnTo>
                    <a:pt x="591" y="9490"/>
                  </a:lnTo>
                  <a:lnTo>
                    <a:pt x="1182" y="9490"/>
                  </a:lnTo>
                  <a:lnTo>
                    <a:pt x="1182" y="10080"/>
                  </a:lnTo>
                  <a:lnTo>
                    <a:pt x="1772" y="10080"/>
                  </a:lnTo>
                  <a:lnTo>
                    <a:pt x="1772" y="9490"/>
                  </a:lnTo>
                  <a:lnTo>
                    <a:pt x="2363" y="9490"/>
                  </a:lnTo>
                  <a:lnTo>
                    <a:pt x="2363" y="10080"/>
                  </a:lnTo>
                  <a:lnTo>
                    <a:pt x="2953" y="10080"/>
                  </a:lnTo>
                  <a:lnTo>
                    <a:pt x="2953" y="9490"/>
                  </a:lnTo>
                  <a:lnTo>
                    <a:pt x="3563" y="9490"/>
                  </a:lnTo>
                  <a:lnTo>
                    <a:pt x="3563" y="10080"/>
                  </a:lnTo>
                  <a:lnTo>
                    <a:pt x="4154" y="10080"/>
                  </a:lnTo>
                  <a:lnTo>
                    <a:pt x="4154" y="9490"/>
                  </a:lnTo>
                  <a:lnTo>
                    <a:pt x="4745" y="9490"/>
                  </a:lnTo>
                  <a:lnTo>
                    <a:pt x="4745" y="10080"/>
                  </a:lnTo>
                  <a:lnTo>
                    <a:pt x="5336" y="10080"/>
                  </a:lnTo>
                  <a:lnTo>
                    <a:pt x="5336" y="9490"/>
                  </a:lnTo>
                  <a:lnTo>
                    <a:pt x="5926" y="9490"/>
                  </a:lnTo>
                  <a:lnTo>
                    <a:pt x="5926" y="10080"/>
                  </a:lnTo>
                  <a:lnTo>
                    <a:pt x="6516" y="10080"/>
                  </a:lnTo>
                  <a:lnTo>
                    <a:pt x="6516" y="9490"/>
                  </a:lnTo>
                  <a:lnTo>
                    <a:pt x="7127" y="9490"/>
                  </a:lnTo>
                  <a:lnTo>
                    <a:pt x="7127" y="10080"/>
                  </a:lnTo>
                  <a:lnTo>
                    <a:pt x="7717" y="10080"/>
                  </a:lnTo>
                  <a:lnTo>
                    <a:pt x="7717" y="9490"/>
                  </a:lnTo>
                  <a:lnTo>
                    <a:pt x="8308" y="9490"/>
                  </a:lnTo>
                  <a:lnTo>
                    <a:pt x="8308" y="10080"/>
                  </a:lnTo>
                  <a:lnTo>
                    <a:pt x="8899" y="10080"/>
                  </a:lnTo>
                  <a:lnTo>
                    <a:pt x="8899" y="9490"/>
                  </a:lnTo>
                  <a:lnTo>
                    <a:pt x="9488" y="9490"/>
                  </a:lnTo>
                  <a:lnTo>
                    <a:pt x="9488" y="8899"/>
                  </a:lnTo>
                  <a:lnTo>
                    <a:pt x="10079" y="8899"/>
                  </a:lnTo>
                  <a:lnTo>
                    <a:pt x="10079" y="8308"/>
                  </a:lnTo>
                  <a:lnTo>
                    <a:pt x="9488" y="8308"/>
                  </a:lnTo>
                  <a:lnTo>
                    <a:pt x="9488" y="7717"/>
                  </a:lnTo>
                  <a:lnTo>
                    <a:pt x="10079" y="7717"/>
                  </a:lnTo>
                  <a:lnTo>
                    <a:pt x="10079" y="7127"/>
                  </a:lnTo>
                  <a:lnTo>
                    <a:pt x="9488" y="7127"/>
                  </a:lnTo>
                  <a:lnTo>
                    <a:pt x="9488" y="6537"/>
                  </a:lnTo>
                  <a:lnTo>
                    <a:pt x="10079" y="6537"/>
                  </a:lnTo>
                  <a:lnTo>
                    <a:pt x="10079" y="5926"/>
                  </a:lnTo>
                  <a:lnTo>
                    <a:pt x="9488" y="5926"/>
                  </a:lnTo>
                  <a:lnTo>
                    <a:pt x="9488" y="5336"/>
                  </a:lnTo>
                  <a:lnTo>
                    <a:pt x="10079" y="5336"/>
                  </a:lnTo>
                  <a:lnTo>
                    <a:pt x="10079" y="4745"/>
                  </a:lnTo>
                  <a:lnTo>
                    <a:pt x="9488" y="4745"/>
                  </a:lnTo>
                  <a:lnTo>
                    <a:pt x="9488" y="4154"/>
                  </a:lnTo>
                  <a:lnTo>
                    <a:pt x="10079" y="4154"/>
                  </a:lnTo>
                  <a:lnTo>
                    <a:pt x="10079" y="3564"/>
                  </a:lnTo>
                  <a:lnTo>
                    <a:pt x="9488" y="3564"/>
                  </a:lnTo>
                  <a:lnTo>
                    <a:pt x="9488" y="2974"/>
                  </a:lnTo>
                  <a:lnTo>
                    <a:pt x="10079" y="2974"/>
                  </a:lnTo>
                  <a:lnTo>
                    <a:pt x="10079" y="2363"/>
                  </a:lnTo>
                  <a:lnTo>
                    <a:pt x="9488" y="2363"/>
                  </a:lnTo>
                  <a:lnTo>
                    <a:pt x="9488" y="1772"/>
                  </a:lnTo>
                  <a:lnTo>
                    <a:pt x="10080" y="1772"/>
                  </a:lnTo>
                  <a:lnTo>
                    <a:pt x="10080" y="1182"/>
                  </a:lnTo>
                  <a:lnTo>
                    <a:pt x="9489" y="1182"/>
                  </a:lnTo>
                  <a:lnTo>
                    <a:pt x="9489" y="591"/>
                  </a:lnTo>
                  <a:lnTo>
                    <a:pt x="8899" y="591"/>
                  </a:lnTo>
                  <a:lnTo>
                    <a:pt x="8899" y="0"/>
                  </a:lnTo>
                  <a:lnTo>
                    <a:pt x="8308" y="0"/>
                  </a:lnTo>
                  <a:lnTo>
                    <a:pt x="8308" y="591"/>
                  </a:lnTo>
                  <a:lnTo>
                    <a:pt x="7717" y="591"/>
                  </a:lnTo>
                  <a:lnTo>
                    <a:pt x="7717" y="0"/>
                  </a:lnTo>
                  <a:lnTo>
                    <a:pt x="7127" y="0"/>
                  </a:lnTo>
                  <a:lnTo>
                    <a:pt x="7127" y="591"/>
                  </a:lnTo>
                  <a:lnTo>
                    <a:pt x="6517" y="591"/>
                  </a:lnTo>
                  <a:lnTo>
                    <a:pt x="6517" y="0"/>
                  </a:lnTo>
                  <a:lnTo>
                    <a:pt x="5926" y="0"/>
                  </a:lnTo>
                  <a:lnTo>
                    <a:pt x="5926" y="591"/>
                  </a:lnTo>
                  <a:lnTo>
                    <a:pt x="5336" y="591"/>
                  </a:lnTo>
                  <a:lnTo>
                    <a:pt x="5336" y="0"/>
                  </a:lnTo>
                  <a:lnTo>
                    <a:pt x="4745" y="0"/>
                  </a:lnTo>
                  <a:lnTo>
                    <a:pt x="4745" y="591"/>
                  </a:lnTo>
                  <a:lnTo>
                    <a:pt x="4154" y="591"/>
                  </a:lnTo>
                  <a:lnTo>
                    <a:pt x="4154" y="0"/>
                  </a:lnTo>
                  <a:lnTo>
                    <a:pt x="3563" y="0"/>
                  </a:lnTo>
                  <a:lnTo>
                    <a:pt x="3563" y="591"/>
                  </a:lnTo>
                  <a:lnTo>
                    <a:pt x="2954" y="591"/>
                  </a:lnTo>
                  <a:lnTo>
                    <a:pt x="2954" y="0"/>
                  </a:lnTo>
                  <a:lnTo>
                    <a:pt x="2363" y="0"/>
                  </a:lnTo>
                  <a:lnTo>
                    <a:pt x="2363" y="591"/>
                  </a:lnTo>
                  <a:lnTo>
                    <a:pt x="1772" y="591"/>
                  </a:lnTo>
                  <a:lnTo>
                    <a:pt x="17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 name="Google Shape;1266;p73"/>
          <p:cNvGrpSpPr/>
          <p:nvPr/>
        </p:nvGrpSpPr>
        <p:grpSpPr>
          <a:xfrm>
            <a:off x="7918726" y="2785367"/>
            <a:ext cx="233253" cy="359765"/>
            <a:chOff x="8110518" y="2775066"/>
            <a:chExt cx="246620" cy="380381"/>
          </a:xfrm>
        </p:grpSpPr>
        <p:sp>
          <p:nvSpPr>
            <p:cNvPr id="1267" name="Google Shape;1267;p73"/>
            <p:cNvSpPr/>
            <p:nvPr/>
          </p:nvSpPr>
          <p:spPr>
            <a:xfrm>
              <a:off x="8110518" y="2775066"/>
              <a:ext cx="246620" cy="380381"/>
            </a:xfrm>
            <a:custGeom>
              <a:rect b="b" l="l" r="r" t="t"/>
              <a:pathLst>
                <a:path extrusionOk="0" h="10081" w="6536">
                  <a:moveTo>
                    <a:pt x="4764" y="591"/>
                  </a:moveTo>
                  <a:lnTo>
                    <a:pt x="4764" y="1182"/>
                  </a:lnTo>
                  <a:lnTo>
                    <a:pt x="1771" y="1182"/>
                  </a:lnTo>
                  <a:lnTo>
                    <a:pt x="1771" y="591"/>
                  </a:lnTo>
                  <a:close/>
                  <a:moveTo>
                    <a:pt x="5945" y="591"/>
                  </a:moveTo>
                  <a:lnTo>
                    <a:pt x="5945" y="9490"/>
                  </a:lnTo>
                  <a:lnTo>
                    <a:pt x="590" y="9490"/>
                  </a:lnTo>
                  <a:lnTo>
                    <a:pt x="590" y="591"/>
                  </a:lnTo>
                  <a:lnTo>
                    <a:pt x="1181" y="591"/>
                  </a:lnTo>
                  <a:lnTo>
                    <a:pt x="1181" y="1772"/>
                  </a:lnTo>
                  <a:lnTo>
                    <a:pt x="5354" y="1772"/>
                  </a:lnTo>
                  <a:lnTo>
                    <a:pt x="5354" y="591"/>
                  </a:lnTo>
                  <a:close/>
                  <a:moveTo>
                    <a:pt x="0" y="0"/>
                  </a:moveTo>
                  <a:lnTo>
                    <a:pt x="0" y="10080"/>
                  </a:lnTo>
                  <a:lnTo>
                    <a:pt x="6536" y="10080"/>
                  </a:lnTo>
                  <a:lnTo>
                    <a:pt x="653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73"/>
            <p:cNvSpPr/>
            <p:nvPr/>
          </p:nvSpPr>
          <p:spPr>
            <a:xfrm>
              <a:off x="8222659" y="3088547"/>
              <a:ext cx="22338" cy="22300"/>
            </a:xfrm>
            <a:custGeom>
              <a:rect b="b" l="l" r="r" t="t"/>
              <a:pathLst>
                <a:path extrusionOk="0" h="591" w="592">
                  <a:moveTo>
                    <a:pt x="1" y="0"/>
                  </a:moveTo>
                  <a:lnTo>
                    <a:pt x="1"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73"/>
            <p:cNvSpPr/>
            <p:nvPr/>
          </p:nvSpPr>
          <p:spPr>
            <a:xfrm>
              <a:off x="8200397" y="2954069"/>
              <a:ext cx="22300" cy="22338"/>
            </a:xfrm>
            <a:custGeom>
              <a:rect b="b" l="l" r="r" t="t"/>
              <a:pathLst>
                <a:path extrusionOk="0" h="592" w="591">
                  <a:moveTo>
                    <a:pt x="0" y="1"/>
                  </a:moveTo>
                  <a:lnTo>
                    <a:pt x="0" y="592"/>
                  </a:lnTo>
                  <a:lnTo>
                    <a:pt x="591" y="592"/>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73"/>
            <p:cNvSpPr/>
            <p:nvPr/>
          </p:nvSpPr>
          <p:spPr>
            <a:xfrm>
              <a:off x="8244959" y="2954069"/>
              <a:ext cx="22338" cy="22338"/>
            </a:xfrm>
            <a:custGeom>
              <a:rect b="b" l="l" r="r" t="t"/>
              <a:pathLst>
                <a:path extrusionOk="0" h="592" w="592">
                  <a:moveTo>
                    <a:pt x="0" y="1"/>
                  </a:moveTo>
                  <a:lnTo>
                    <a:pt x="0" y="592"/>
                  </a:lnTo>
                  <a:lnTo>
                    <a:pt x="591" y="592"/>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73"/>
            <p:cNvSpPr/>
            <p:nvPr/>
          </p:nvSpPr>
          <p:spPr>
            <a:xfrm>
              <a:off x="8200397" y="2998669"/>
              <a:ext cx="66900" cy="22338"/>
            </a:xfrm>
            <a:custGeom>
              <a:rect b="b" l="l" r="r" t="t"/>
              <a:pathLst>
                <a:path extrusionOk="0" h="592" w="1773">
                  <a:moveTo>
                    <a:pt x="0" y="0"/>
                  </a:moveTo>
                  <a:lnTo>
                    <a:pt x="0" y="591"/>
                  </a:lnTo>
                  <a:lnTo>
                    <a:pt x="1772" y="591"/>
                  </a:lnTo>
                  <a:lnTo>
                    <a:pt x="17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73"/>
            <p:cNvSpPr/>
            <p:nvPr/>
          </p:nvSpPr>
          <p:spPr>
            <a:xfrm>
              <a:off x="8155043" y="2864228"/>
              <a:ext cx="157533" cy="202058"/>
            </a:xfrm>
            <a:custGeom>
              <a:rect b="b" l="l" r="r" t="t"/>
              <a:pathLst>
                <a:path extrusionOk="0" h="5355" w="4175">
                  <a:moveTo>
                    <a:pt x="3584" y="1772"/>
                  </a:moveTo>
                  <a:lnTo>
                    <a:pt x="3584" y="4765"/>
                  </a:lnTo>
                  <a:lnTo>
                    <a:pt x="591" y="4765"/>
                  </a:lnTo>
                  <a:lnTo>
                    <a:pt x="591" y="1772"/>
                  </a:lnTo>
                  <a:close/>
                  <a:moveTo>
                    <a:pt x="1202" y="0"/>
                  </a:moveTo>
                  <a:lnTo>
                    <a:pt x="1202" y="591"/>
                  </a:lnTo>
                  <a:lnTo>
                    <a:pt x="1793" y="591"/>
                  </a:lnTo>
                  <a:lnTo>
                    <a:pt x="1793" y="1182"/>
                  </a:lnTo>
                  <a:lnTo>
                    <a:pt x="1" y="1182"/>
                  </a:lnTo>
                  <a:lnTo>
                    <a:pt x="1" y="5354"/>
                  </a:lnTo>
                  <a:lnTo>
                    <a:pt x="4174" y="5354"/>
                  </a:lnTo>
                  <a:lnTo>
                    <a:pt x="4174" y="1182"/>
                  </a:lnTo>
                  <a:lnTo>
                    <a:pt x="2383" y="1182"/>
                  </a:lnTo>
                  <a:lnTo>
                    <a:pt x="2383" y="591"/>
                  </a:lnTo>
                  <a:lnTo>
                    <a:pt x="2974" y="591"/>
                  </a:lnTo>
                  <a:lnTo>
                    <a:pt x="297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 name="Google Shape;1273;p73"/>
          <p:cNvGrpSpPr/>
          <p:nvPr/>
        </p:nvGrpSpPr>
        <p:grpSpPr>
          <a:xfrm>
            <a:off x="7085818" y="2806458"/>
            <a:ext cx="359765" cy="317582"/>
            <a:chOff x="7229879" y="2797366"/>
            <a:chExt cx="380381" cy="335782"/>
          </a:xfrm>
        </p:grpSpPr>
        <p:sp>
          <p:nvSpPr>
            <p:cNvPr id="1274" name="Google Shape;1274;p73"/>
            <p:cNvSpPr/>
            <p:nvPr/>
          </p:nvSpPr>
          <p:spPr>
            <a:xfrm>
              <a:off x="7229879" y="2797366"/>
              <a:ext cx="380381" cy="335782"/>
            </a:xfrm>
            <a:custGeom>
              <a:rect b="b" l="l" r="r" t="t"/>
              <a:pathLst>
                <a:path extrusionOk="0" h="8899" w="10081">
                  <a:moveTo>
                    <a:pt x="9489" y="591"/>
                  </a:moveTo>
                  <a:lnTo>
                    <a:pt x="9489" y="5946"/>
                  </a:lnTo>
                  <a:lnTo>
                    <a:pt x="592" y="5946"/>
                  </a:lnTo>
                  <a:lnTo>
                    <a:pt x="592" y="591"/>
                  </a:lnTo>
                  <a:close/>
                  <a:moveTo>
                    <a:pt x="9489" y="6537"/>
                  </a:moveTo>
                  <a:lnTo>
                    <a:pt x="9489" y="7126"/>
                  </a:lnTo>
                  <a:lnTo>
                    <a:pt x="592" y="7126"/>
                  </a:lnTo>
                  <a:lnTo>
                    <a:pt x="592" y="6537"/>
                  </a:lnTo>
                  <a:close/>
                  <a:moveTo>
                    <a:pt x="5631" y="7717"/>
                  </a:moveTo>
                  <a:lnTo>
                    <a:pt x="5631" y="8308"/>
                  </a:lnTo>
                  <a:lnTo>
                    <a:pt x="4451" y="8308"/>
                  </a:lnTo>
                  <a:lnTo>
                    <a:pt x="4451" y="7717"/>
                  </a:lnTo>
                  <a:close/>
                  <a:moveTo>
                    <a:pt x="0" y="0"/>
                  </a:moveTo>
                  <a:lnTo>
                    <a:pt x="0" y="7717"/>
                  </a:lnTo>
                  <a:lnTo>
                    <a:pt x="3859" y="7717"/>
                  </a:lnTo>
                  <a:lnTo>
                    <a:pt x="3859" y="8308"/>
                  </a:lnTo>
                  <a:lnTo>
                    <a:pt x="1182" y="8308"/>
                  </a:lnTo>
                  <a:lnTo>
                    <a:pt x="1182" y="8899"/>
                  </a:lnTo>
                  <a:lnTo>
                    <a:pt x="8899" y="8899"/>
                  </a:lnTo>
                  <a:lnTo>
                    <a:pt x="8899" y="8308"/>
                  </a:lnTo>
                  <a:lnTo>
                    <a:pt x="6222" y="8308"/>
                  </a:lnTo>
                  <a:lnTo>
                    <a:pt x="6222" y="7717"/>
                  </a:lnTo>
                  <a:lnTo>
                    <a:pt x="10080" y="7717"/>
                  </a:lnTo>
                  <a:lnTo>
                    <a:pt x="1008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73"/>
            <p:cNvSpPr/>
            <p:nvPr/>
          </p:nvSpPr>
          <p:spPr>
            <a:xfrm>
              <a:off x="7274441" y="2843399"/>
              <a:ext cx="291257" cy="156062"/>
            </a:xfrm>
            <a:custGeom>
              <a:rect b="b" l="l" r="r" t="t"/>
              <a:pathLst>
                <a:path extrusionOk="0" h="4136" w="7719">
                  <a:moveTo>
                    <a:pt x="887" y="591"/>
                  </a:moveTo>
                  <a:cubicBezTo>
                    <a:pt x="1050" y="591"/>
                    <a:pt x="1182" y="724"/>
                    <a:pt x="1182" y="887"/>
                  </a:cubicBezTo>
                  <a:cubicBezTo>
                    <a:pt x="1182" y="1050"/>
                    <a:pt x="1050" y="1182"/>
                    <a:pt x="887" y="1182"/>
                  </a:cubicBezTo>
                  <a:cubicBezTo>
                    <a:pt x="724" y="1182"/>
                    <a:pt x="591" y="1050"/>
                    <a:pt x="591" y="887"/>
                  </a:cubicBezTo>
                  <a:cubicBezTo>
                    <a:pt x="591" y="724"/>
                    <a:pt x="724" y="591"/>
                    <a:pt x="887" y="591"/>
                  </a:cubicBezTo>
                  <a:close/>
                  <a:moveTo>
                    <a:pt x="6833" y="591"/>
                  </a:moveTo>
                  <a:cubicBezTo>
                    <a:pt x="6995" y="591"/>
                    <a:pt x="7128" y="724"/>
                    <a:pt x="7128" y="887"/>
                  </a:cubicBezTo>
                  <a:cubicBezTo>
                    <a:pt x="7128" y="1050"/>
                    <a:pt x="6995" y="1182"/>
                    <a:pt x="6833" y="1182"/>
                  </a:cubicBezTo>
                  <a:cubicBezTo>
                    <a:pt x="6669" y="1182"/>
                    <a:pt x="6537" y="1050"/>
                    <a:pt x="6537" y="887"/>
                  </a:cubicBezTo>
                  <a:cubicBezTo>
                    <a:pt x="6537" y="724"/>
                    <a:pt x="6669" y="591"/>
                    <a:pt x="6833" y="591"/>
                  </a:cubicBezTo>
                  <a:close/>
                  <a:moveTo>
                    <a:pt x="887" y="2954"/>
                  </a:moveTo>
                  <a:cubicBezTo>
                    <a:pt x="1050" y="2954"/>
                    <a:pt x="1182" y="3086"/>
                    <a:pt x="1182" y="3249"/>
                  </a:cubicBezTo>
                  <a:cubicBezTo>
                    <a:pt x="1182" y="3412"/>
                    <a:pt x="1050" y="3545"/>
                    <a:pt x="887" y="3545"/>
                  </a:cubicBezTo>
                  <a:cubicBezTo>
                    <a:pt x="724" y="3545"/>
                    <a:pt x="591" y="3412"/>
                    <a:pt x="591" y="3249"/>
                  </a:cubicBezTo>
                  <a:cubicBezTo>
                    <a:pt x="591" y="3086"/>
                    <a:pt x="724" y="2954"/>
                    <a:pt x="887" y="2954"/>
                  </a:cubicBezTo>
                  <a:close/>
                  <a:moveTo>
                    <a:pt x="6833" y="2954"/>
                  </a:moveTo>
                  <a:cubicBezTo>
                    <a:pt x="6995" y="2954"/>
                    <a:pt x="7128" y="3087"/>
                    <a:pt x="7128" y="3249"/>
                  </a:cubicBezTo>
                  <a:cubicBezTo>
                    <a:pt x="7128" y="3412"/>
                    <a:pt x="6995" y="3545"/>
                    <a:pt x="6833" y="3545"/>
                  </a:cubicBezTo>
                  <a:cubicBezTo>
                    <a:pt x="6669" y="3545"/>
                    <a:pt x="6537" y="3412"/>
                    <a:pt x="6537" y="3249"/>
                  </a:cubicBezTo>
                  <a:cubicBezTo>
                    <a:pt x="6537" y="3087"/>
                    <a:pt x="6669" y="2954"/>
                    <a:pt x="6833" y="2954"/>
                  </a:cubicBezTo>
                  <a:close/>
                  <a:moveTo>
                    <a:pt x="887" y="1"/>
                  </a:moveTo>
                  <a:cubicBezTo>
                    <a:pt x="398" y="1"/>
                    <a:pt x="1" y="398"/>
                    <a:pt x="1" y="887"/>
                  </a:cubicBezTo>
                  <a:cubicBezTo>
                    <a:pt x="1" y="1375"/>
                    <a:pt x="398" y="1773"/>
                    <a:pt x="887" y="1773"/>
                  </a:cubicBezTo>
                  <a:cubicBezTo>
                    <a:pt x="1272" y="1773"/>
                    <a:pt x="1600" y="1526"/>
                    <a:pt x="1722" y="1182"/>
                  </a:cubicBezTo>
                  <a:lnTo>
                    <a:pt x="2364" y="1182"/>
                  </a:lnTo>
                  <a:lnTo>
                    <a:pt x="2364" y="2954"/>
                  </a:lnTo>
                  <a:lnTo>
                    <a:pt x="1722" y="2954"/>
                  </a:lnTo>
                  <a:cubicBezTo>
                    <a:pt x="1600" y="2610"/>
                    <a:pt x="1272" y="2363"/>
                    <a:pt x="887" y="2363"/>
                  </a:cubicBezTo>
                  <a:cubicBezTo>
                    <a:pt x="398" y="2363"/>
                    <a:pt x="1" y="2761"/>
                    <a:pt x="1" y="3249"/>
                  </a:cubicBezTo>
                  <a:cubicBezTo>
                    <a:pt x="1" y="3738"/>
                    <a:pt x="398" y="4135"/>
                    <a:pt x="887" y="4135"/>
                  </a:cubicBezTo>
                  <a:cubicBezTo>
                    <a:pt x="1272" y="4135"/>
                    <a:pt x="1600" y="3889"/>
                    <a:pt x="1722" y="3545"/>
                  </a:cubicBezTo>
                  <a:lnTo>
                    <a:pt x="2954" y="3545"/>
                  </a:lnTo>
                  <a:lnTo>
                    <a:pt x="2954" y="2363"/>
                  </a:lnTo>
                  <a:lnTo>
                    <a:pt x="4765" y="2363"/>
                  </a:lnTo>
                  <a:lnTo>
                    <a:pt x="4765" y="3545"/>
                  </a:lnTo>
                  <a:lnTo>
                    <a:pt x="5997" y="3545"/>
                  </a:lnTo>
                  <a:cubicBezTo>
                    <a:pt x="6120" y="3889"/>
                    <a:pt x="6448" y="4135"/>
                    <a:pt x="6833" y="4135"/>
                  </a:cubicBezTo>
                  <a:cubicBezTo>
                    <a:pt x="7321" y="4135"/>
                    <a:pt x="7719" y="3738"/>
                    <a:pt x="7719" y="3249"/>
                  </a:cubicBezTo>
                  <a:cubicBezTo>
                    <a:pt x="7719" y="2761"/>
                    <a:pt x="7321" y="2363"/>
                    <a:pt x="6833" y="2363"/>
                  </a:cubicBezTo>
                  <a:cubicBezTo>
                    <a:pt x="6448" y="2363"/>
                    <a:pt x="6120" y="2610"/>
                    <a:pt x="5997" y="2954"/>
                  </a:cubicBezTo>
                  <a:lnTo>
                    <a:pt x="5356" y="2954"/>
                  </a:lnTo>
                  <a:lnTo>
                    <a:pt x="5356" y="1182"/>
                  </a:lnTo>
                  <a:lnTo>
                    <a:pt x="5997" y="1182"/>
                  </a:lnTo>
                  <a:cubicBezTo>
                    <a:pt x="6120" y="1526"/>
                    <a:pt x="6448" y="1773"/>
                    <a:pt x="6833" y="1773"/>
                  </a:cubicBezTo>
                  <a:cubicBezTo>
                    <a:pt x="7321" y="1773"/>
                    <a:pt x="7719" y="1375"/>
                    <a:pt x="7719" y="887"/>
                  </a:cubicBezTo>
                  <a:cubicBezTo>
                    <a:pt x="7719" y="398"/>
                    <a:pt x="7321" y="1"/>
                    <a:pt x="6833" y="1"/>
                  </a:cubicBezTo>
                  <a:cubicBezTo>
                    <a:pt x="6448" y="1"/>
                    <a:pt x="6120" y="247"/>
                    <a:pt x="5997" y="591"/>
                  </a:cubicBezTo>
                  <a:lnTo>
                    <a:pt x="4765" y="591"/>
                  </a:lnTo>
                  <a:lnTo>
                    <a:pt x="4765" y="1773"/>
                  </a:lnTo>
                  <a:lnTo>
                    <a:pt x="2954" y="1773"/>
                  </a:lnTo>
                  <a:lnTo>
                    <a:pt x="2954" y="591"/>
                  </a:lnTo>
                  <a:lnTo>
                    <a:pt x="1722" y="591"/>
                  </a:lnTo>
                  <a:cubicBezTo>
                    <a:pt x="1600" y="247"/>
                    <a:pt x="1272" y="1"/>
                    <a:pt x="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 name="Google Shape;1276;p73"/>
          <p:cNvGrpSpPr/>
          <p:nvPr/>
        </p:nvGrpSpPr>
        <p:grpSpPr>
          <a:xfrm>
            <a:off x="6316183" y="2785367"/>
            <a:ext cx="359765" cy="359765"/>
            <a:chOff x="6416139" y="2775066"/>
            <a:chExt cx="380381" cy="380381"/>
          </a:xfrm>
        </p:grpSpPr>
        <p:sp>
          <p:nvSpPr>
            <p:cNvPr id="1277" name="Google Shape;1277;p73"/>
            <p:cNvSpPr/>
            <p:nvPr/>
          </p:nvSpPr>
          <p:spPr>
            <a:xfrm>
              <a:off x="6550580" y="2920638"/>
              <a:ext cx="66900" cy="89200"/>
            </a:xfrm>
            <a:custGeom>
              <a:rect b="b" l="l" r="r" t="t"/>
              <a:pathLst>
                <a:path extrusionOk="0" h="2364" w="1773">
                  <a:moveTo>
                    <a:pt x="1182" y="592"/>
                  </a:moveTo>
                  <a:lnTo>
                    <a:pt x="1182" y="1182"/>
                  </a:lnTo>
                  <a:lnTo>
                    <a:pt x="591" y="1182"/>
                  </a:lnTo>
                  <a:lnTo>
                    <a:pt x="591" y="592"/>
                  </a:lnTo>
                  <a:close/>
                  <a:moveTo>
                    <a:pt x="1" y="1"/>
                  </a:moveTo>
                  <a:lnTo>
                    <a:pt x="1" y="2364"/>
                  </a:lnTo>
                  <a:lnTo>
                    <a:pt x="591" y="2364"/>
                  </a:lnTo>
                  <a:lnTo>
                    <a:pt x="591" y="1773"/>
                  </a:lnTo>
                  <a:lnTo>
                    <a:pt x="1182" y="1773"/>
                  </a:lnTo>
                  <a:lnTo>
                    <a:pt x="1182" y="2364"/>
                  </a:lnTo>
                  <a:lnTo>
                    <a:pt x="1773" y="2364"/>
                  </a:lnTo>
                  <a:lnTo>
                    <a:pt x="177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73"/>
            <p:cNvSpPr/>
            <p:nvPr/>
          </p:nvSpPr>
          <p:spPr>
            <a:xfrm>
              <a:off x="6639742" y="2920638"/>
              <a:ext cx="22338" cy="89200"/>
            </a:xfrm>
            <a:custGeom>
              <a:rect b="b" l="l" r="r" t="t"/>
              <a:pathLst>
                <a:path extrusionOk="0" h="2364" w="592">
                  <a:moveTo>
                    <a:pt x="1" y="1"/>
                  </a:moveTo>
                  <a:lnTo>
                    <a:pt x="1" y="2364"/>
                  </a:lnTo>
                  <a:lnTo>
                    <a:pt x="591" y="2364"/>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73"/>
            <p:cNvSpPr/>
            <p:nvPr/>
          </p:nvSpPr>
          <p:spPr>
            <a:xfrm>
              <a:off x="6416139" y="2775066"/>
              <a:ext cx="380381" cy="380381"/>
            </a:xfrm>
            <a:custGeom>
              <a:rect b="b" l="l" r="r" t="t"/>
              <a:pathLst>
                <a:path extrusionOk="0" h="10081" w="10081">
                  <a:moveTo>
                    <a:pt x="7403" y="2973"/>
                  </a:moveTo>
                  <a:lnTo>
                    <a:pt x="7403" y="7108"/>
                  </a:lnTo>
                  <a:lnTo>
                    <a:pt x="2679" y="7108"/>
                  </a:lnTo>
                  <a:lnTo>
                    <a:pt x="2679" y="2973"/>
                  </a:lnTo>
                  <a:close/>
                  <a:moveTo>
                    <a:pt x="4745" y="0"/>
                  </a:moveTo>
                  <a:lnTo>
                    <a:pt x="4745" y="2383"/>
                  </a:lnTo>
                  <a:lnTo>
                    <a:pt x="4154" y="2383"/>
                  </a:lnTo>
                  <a:lnTo>
                    <a:pt x="4154" y="591"/>
                  </a:lnTo>
                  <a:lnTo>
                    <a:pt x="3565" y="591"/>
                  </a:lnTo>
                  <a:lnTo>
                    <a:pt x="3565" y="2383"/>
                  </a:lnTo>
                  <a:lnTo>
                    <a:pt x="2088" y="2383"/>
                  </a:lnTo>
                  <a:lnTo>
                    <a:pt x="2088" y="3564"/>
                  </a:lnTo>
                  <a:lnTo>
                    <a:pt x="591" y="3564"/>
                  </a:lnTo>
                  <a:lnTo>
                    <a:pt x="591" y="4154"/>
                  </a:lnTo>
                  <a:lnTo>
                    <a:pt x="2088" y="4154"/>
                  </a:lnTo>
                  <a:lnTo>
                    <a:pt x="2088" y="4745"/>
                  </a:lnTo>
                  <a:lnTo>
                    <a:pt x="1" y="4745"/>
                  </a:lnTo>
                  <a:lnTo>
                    <a:pt x="1" y="5336"/>
                  </a:lnTo>
                  <a:lnTo>
                    <a:pt x="2088" y="5336"/>
                  </a:lnTo>
                  <a:lnTo>
                    <a:pt x="2088" y="5926"/>
                  </a:lnTo>
                  <a:lnTo>
                    <a:pt x="591" y="5926"/>
                  </a:lnTo>
                  <a:lnTo>
                    <a:pt x="591" y="6517"/>
                  </a:lnTo>
                  <a:lnTo>
                    <a:pt x="2088" y="6517"/>
                  </a:lnTo>
                  <a:lnTo>
                    <a:pt x="2088" y="7698"/>
                  </a:lnTo>
                  <a:lnTo>
                    <a:pt x="3565" y="7698"/>
                  </a:lnTo>
                  <a:lnTo>
                    <a:pt x="3565" y="9490"/>
                  </a:lnTo>
                  <a:lnTo>
                    <a:pt x="4154" y="9490"/>
                  </a:lnTo>
                  <a:lnTo>
                    <a:pt x="4154" y="7698"/>
                  </a:lnTo>
                  <a:lnTo>
                    <a:pt x="4745" y="7698"/>
                  </a:lnTo>
                  <a:lnTo>
                    <a:pt x="4745" y="10080"/>
                  </a:lnTo>
                  <a:lnTo>
                    <a:pt x="5336" y="10080"/>
                  </a:lnTo>
                  <a:lnTo>
                    <a:pt x="5336" y="7698"/>
                  </a:lnTo>
                  <a:lnTo>
                    <a:pt x="5927" y="7698"/>
                  </a:lnTo>
                  <a:lnTo>
                    <a:pt x="5927" y="9490"/>
                  </a:lnTo>
                  <a:lnTo>
                    <a:pt x="6517" y="9490"/>
                  </a:lnTo>
                  <a:lnTo>
                    <a:pt x="6517" y="7698"/>
                  </a:lnTo>
                  <a:lnTo>
                    <a:pt x="7994" y="7698"/>
                  </a:lnTo>
                  <a:lnTo>
                    <a:pt x="7994" y="6517"/>
                  </a:lnTo>
                  <a:lnTo>
                    <a:pt x="9490" y="6517"/>
                  </a:lnTo>
                  <a:lnTo>
                    <a:pt x="9490" y="5926"/>
                  </a:lnTo>
                  <a:lnTo>
                    <a:pt x="7994" y="5926"/>
                  </a:lnTo>
                  <a:lnTo>
                    <a:pt x="7994" y="5336"/>
                  </a:lnTo>
                  <a:lnTo>
                    <a:pt x="10080" y="5336"/>
                  </a:lnTo>
                  <a:lnTo>
                    <a:pt x="10080" y="4745"/>
                  </a:lnTo>
                  <a:lnTo>
                    <a:pt x="7994" y="4745"/>
                  </a:lnTo>
                  <a:lnTo>
                    <a:pt x="7994" y="4154"/>
                  </a:lnTo>
                  <a:lnTo>
                    <a:pt x="9490" y="4154"/>
                  </a:lnTo>
                  <a:lnTo>
                    <a:pt x="9490" y="3565"/>
                  </a:lnTo>
                  <a:lnTo>
                    <a:pt x="7994" y="3565"/>
                  </a:lnTo>
                  <a:lnTo>
                    <a:pt x="7994" y="2383"/>
                  </a:lnTo>
                  <a:lnTo>
                    <a:pt x="6517" y="2383"/>
                  </a:lnTo>
                  <a:lnTo>
                    <a:pt x="6517" y="591"/>
                  </a:lnTo>
                  <a:lnTo>
                    <a:pt x="5927" y="591"/>
                  </a:lnTo>
                  <a:lnTo>
                    <a:pt x="5927" y="2383"/>
                  </a:lnTo>
                  <a:lnTo>
                    <a:pt x="5336" y="2383"/>
                  </a:lnTo>
                  <a:lnTo>
                    <a:pt x="533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 name="Google Shape;1280;p73"/>
          <p:cNvGrpSpPr/>
          <p:nvPr/>
        </p:nvGrpSpPr>
        <p:grpSpPr>
          <a:xfrm>
            <a:off x="5588731" y="2785367"/>
            <a:ext cx="275435" cy="359765"/>
            <a:chOff x="5647000" y="2775066"/>
            <a:chExt cx="291219" cy="380381"/>
          </a:xfrm>
        </p:grpSpPr>
        <p:sp>
          <p:nvSpPr>
            <p:cNvPr id="1281" name="Google Shape;1281;p73"/>
            <p:cNvSpPr/>
            <p:nvPr/>
          </p:nvSpPr>
          <p:spPr>
            <a:xfrm>
              <a:off x="5647000" y="2775066"/>
              <a:ext cx="291219" cy="380381"/>
            </a:xfrm>
            <a:custGeom>
              <a:rect b="b" l="l" r="r" t="t"/>
              <a:pathLst>
                <a:path extrusionOk="0" h="10081" w="7718">
                  <a:moveTo>
                    <a:pt x="5902" y="591"/>
                  </a:moveTo>
                  <a:cubicBezTo>
                    <a:pt x="6237" y="591"/>
                    <a:pt x="6512" y="853"/>
                    <a:pt x="6535" y="1182"/>
                  </a:cubicBezTo>
                  <a:lnTo>
                    <a:pt x="1183" y="1182"/>
                  </a:lnTo>
                  <a:cubicBezTo>
                    <a:pt x="1206" y="853"/>
                    <a:pt x="1480" y="591"/>
                    <a:pt x="1816" y="591"/>
                  </a:cubicBezTo>
                  <a:close/>
                  <a:moveTo>
                    <a:pt x="7127" y="1772"/>
                  </a:moveTo>
                  <a:lnTo>
                    <a:pt x="7127" y="8308"/>
                  </a:lnTo>
                  <a:lnTo>
                    <a:pt x="591" y="8308"/>
                  </a:lnTo>
                  <a:lnTo>
                    <a:pt x="591" y="1772"/>
                  </a:lnTo>
                  <a:close/>
                  <a:moveTo>
                    <a:pt x="6535" y="8899"/>
                  </a:moveTo>
                  <a:cubicBezTo>
                    <a:pt x="6512" y="9229"/>
                    <a:pt x="6237" y="9490"/>
                    <a:pt x="5902" y="9490"/>
                  </a:cubicBezTo>
                  <a:lnTo>
                    <a:pt x="1816" y="9490"/>
                  </a:lnTo>
                  <a:cubicBezTo>
                    <a:pt x="1481" y="9490"/>
                    <a:pt x="1206" y="9229"/>
                    <a:pt x="1184" y="8899"/>
                  </a:cubicBezTo>
                  <a:close/>
                  <a:moveTo>
                    <a:pt x="1816" y="0"/>
                  </a:moveTo>
                  <a:cubicBezTo>
                    <a:pt x="1155" y="0"/>
                    <a:pt x="615" y="527"/>
                    <a:pt x="592" y="1182"/>
                  </a:cubicBezTo>
                  <a:lnTo>
                    <a:pt x="0" y="1182"/>
                  </a:lnTo>
                  <a:lnTo>
                    <a:pt x="0" y="8899"/>
                  </a:lnTo>
                  <a:lnTo>
                    <a:pt x="592" y="8899"/>
                  </a:lnTo>
                  <a:cubicBezTo>
                    <a:pt x="615" y="9554"/>
                    <a:pt x="1155" y="10080"/>
                    <a:pt x="1816" y="10080"/>
                  </a:cubicBezTo>
                  <a:lnTo>
                    <a:pt x="5902" y="10080"/>
                  </a:lnTo>
                  <a:cubicBezTo>
                    <a:pt x="6562" y="10080"/>
                    <a:pt x="7102" y="9554"/>
                    <a:pt x="7126" y="8899"/>
                  </a:cubicBezTo>
                  <a:lnTo>
                    <a:pt x="7717" y="8899"/>
                  </a:lnTo>
                  <a:lnTo>
                    <a:pt x="7717" y="1182"/>
                  </a:lnTo>
                  <a:lnTo>
                    <a:pt x="7126" y="1182"/>
                  </a:lnTo>
                  <a:cubicBezTo>
                    <a:pt x="7102" y="527"/>
                    <a:pt x="6563" y="0"/>
                    <a:pt x="59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73"/>
            <p:cNvSpPr/>
            <p:nvPr/>
          </p:nvSpPr>
          <p:spPr>
            <a:xfrm>
              <a:off x="5691562" y="2864228"/>
              <a:ext cx="202058" cy="202095"/>
            </a:xfrm>
            <a:custGeom>
              <a:rect b="b" l="l" r="r" t="t"/>
              <a:pathLst>
                <a:path extrusionOk="0" h="5356" w="5355">
                  <a:moveTo>
                    <a:pt x="2678" y="1772"/>
                  </a:moveTo>
                  <a:cubicBezTo>
                    <a:pt x="3004" y="1772"/>
                    <a:pt x="3268" y="2037"/>
                    <a:pt x="3268" y="2363"/>
                  </a:cubicBezTo>
                  <a:cubicBezTo>
                    <a:pt x="3268" y="2688"/>
                    <a:pt x="3004" y="2954"/>
                    <a:pt x="2678" y="2954"/>
                  </a:cubicBezTo>
                  <a:cubicBezTo>
                    <a:pt x="2352" y="2954"/>
                    <a:pt x="2087" y="2688"/>
                    <a:pt x="2087" y="2363"/>
                  </a:cubicBezTo>
                  <a:cubicBezTo>
                    <a:pt x="2087" y="2037"/>
                    <a:pt x="2352" y="1772"/>
                    <a:pt x="2678" y="1772"/>
                  </a:cubicBezTo>
                  <a:close/>
                  <a:moveTo>
                    <a:pt x="2678" y="3543"/>
                  </a:moveTo>
                  <a:cubicBezTo>
                    <a:pt x="3177" y="3543"/>
                    <a:pt x="3584" y="3951"/>
                    <a:pt x="3584" y="4449"/>
                  </a:cubicBezTo>
                  <a:lnTo>
                    <a:pt x="3584" y="4764"/>
                  </a:lnTo>
                  <a:lnTo>
                    <a:pt x="1773" y="4764"/>
                  </a:lnTo>
                  <a:lnTo>
                    <a:pt x="1773" y="4449"/>
                  </a:lnTo>
                  <a:cubicBezTo>
                    <a:pt x="1773" y="3951"/>
                    <a:pt x="2179" y="3543"/>
                    <a:pt x="2678" y="3543"/>
                  </a:cubicBezTo>
                  <a:close/>
                  <a:moveTo>
                    <a:pt x="4765" y="591"/>
                  </a:moveTo>
                  <a:lnTo>
                    <a:pt x="4765" y="4765"/>
                  </a:lnTo>
                  <a:lnTo>
                    <a:pt x="4175" y="4765"/>
                  </a:lnTo>
                  <a:lnTo>
                    <a:pt x="4175" y="4449"/>
                  </a:lnTo>
                  <a:cubicBezTo>
                    <a:pt x="4175" y="3930"/>
                    <a:pt x="3909" y="3473"/>
                    <a:pt x="3506" y="3204"/>
                  </a:cubicBezTo>
                  <a:cubicBezTo>
                    <a:pt x="3724" y="2990"/>
                    <a:pt x="3859" y="2691"/>
                    <a:pt x="3859" y="2363"/>
                  </a:cubicBezTo>
                  <a:cubicBezTo>
                    <a:pt x="3859" y="1711"/>
                    <a:pt x="3330" y="1182"/>
                    <a:pt x="2678" y="1182"/>
                  </a:cubicBezTo>
                  <a:cubicBezTo>
                    <a:pt x="2027" y="1182"/>
                    <a:pt x="1496" y="1711"/>
                    <a:pt x="1496" y="2363"/>
                  </a:cubicBezTo>
                  <a:cubicBezTo>
                    <a:pt x="1496" y="2692"/>
                    <a:pt x="1632" y="2990"/>
                    <a:pt x="1850" y="3204"/>
                  </a:cubicBezTo>
                  <a:cubicBezTo>
                    <a:pt x="1448" y="3473"/>
                    <a:pt x="1182" y="3930"/>
                    <a:pt x="1182" y="4449"/>
                  </a:cubicBezTo>
                  <a:lnTo>
                    <a:pt x="1182" y="4765"/>
                  </a:lnTo>
                  <a:lnTo>
                    <a:pt x="591" y="4765"/>
                  </a:lnTo>
                  <a:lnTo>
                    <a:pt x="591" y="591"/>
                  </a:lnTo>
                  <a:close/>
                  <a:moveTo>
                    <a:pt x="1" y="0"/>
                  </a:moveTo>
                  <a:lnTo>
                    <a:pt x="1" y="5356"/>
                  </a:lnTo>
                  <a:lnTo>
                    <a:pt x="5355" y="5356"/>
                  </a:lnTo>
                  <a:lnTo>
                    <a:pt x="535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3" name="Google Shape;1283;p73"/>
          <p:cNvSpPr/>
          <p:nvPr/>
        </p:nvSpPr>
        <p:spPr>
          <a:xfrm>
            <a:off x="4794262" y="2785405"/>
            <a:ext cx="325149" cy="359730"/>
          </a:xfrm>
          <a:custGeom>
            <a:rect b="b" l="l" r="r" t="t"/>
            <a:pathLst>
              <a:path extrusionOk="0" h="10080" w="9111">
                <a:moveTo>
                  <a:pt x="4552" y="590"/>
                </a:moveTo>
                <a:cubicBezTo>
                  <a:pt x="4878" y="590"/>
                  <a:pt x="5143" y="855"/>
                  <a:pt x="5143" y="1181"/>
                </a:cubicBezTo>
                <a:cubicBezTo>
                  <a:pt x="5143" y="1507"/>
                  <a:pt x="4878" y="1771"/>
                  <a:pt x="4552" y="1771"/>
                </a:cubicBezTo>
                <a:cubicBezTo>
                  <a:pt x="4226" y="1771"/>
                  <a:pt x="3961" y="1507"/>
                  <a:pt x="3961" y="1181"/>
                </a:cubicBezTo>
                <a:cubicBezTo>
                  <a:pt x="3961" y="855"/>
                  <a:pt x="4226" y="590"/>
                  <a:pt x="4552" y="590"/>
                </a:cubicBezTo>
                <a:close/>
                <a:moveTo>
                  <a:pt x="1208" y="2520"/>
                </a:moveTo>
                <a:cubicBezTo>
                  <a:pt x="1534" y="2520"/>
                  <a:pt x="1799" y="2785"/>
                  <a:pt x="1799" y="3111"/>
                </a:cubicBezTo>
                <a:cubicBezTo>
                  <a:pt x="1799" y="3436"/>
                  <a:pt x="1534" y="3702"/>
                  <a:pt x="1208" y="3702"/>
                </a:cubicBezTo>
                <a:cubicBezTo>
                  <a:pt x="882" y="3702"/>
                  <a:pt x="617" y="3436"/>
                  <a:pt x="617" y="3111"/>
                </a:cubicBezTo>
                <a:cubicBezTo>
                  <a:pt x="617" y="2785"/>
                  <a:pt x="882" y="2520"/>
                  <a:pt x="1208" y="2520"/>
                </a:cubicBezTo>
                <a:close/>
                <a:moveTo>
                  <a:pt x="7896" y="2520"/>
                </a:moveTo>
                <a:cubicBezTo>
                  <a:pt x="8220" y="2520"/>
                  <a:pt x="8486" y="2785"/>
                  <a:pt x="8486" y="3111"/>
                </a:cubicBezTo>
                <a:cubicBezTo>
                  <a:pt x="8486" y="3436"/>
                  <a:pt x="8220" y="3702"/>
                  <a:pt x="7896" y="3702"/>
                </a:cubicBezTo>
                <a:cubicBezTo>
                  <a:pt x="7570" y="3702"/>
                  <a:pt x="7305" y="3436"/>
                  <a:pt x="7305" y="3111"/>
                </a:cubicBezTo>
                <a:cubicBezTo>
                  <a:pt x="7305" y="2785"/>
                  <a:pt x="7570" y="2520"/>
                  <a:pt x="7896" y="2520"/>
                </a:cubicBezTo>
                <a:close/>
                <a:moveTo>
                  <a:pt x="4260" y="3581"/>
                </a:moveTo>
                <a:lnTo>
                  <a:pt x="4260" y="6499"/>
                </a:lnTo>
                <a:cubicBezTo>
                  <a:pt x="3740" y="6367"/>
                  <a:pt x="3354" y="5895"/>
                  <a:pt x="3354" y="5335"/>
                </a:cubicBezTo>
                <a:lnTo>
                  <a:pt x="3354" y="4744"/>
                </a:lnTo>
                <a:cubicBezTo>
                  <a:pt x="3354" y="4184"/>
                  <a:pt x="3740" y="3712"/>
                  <a:pt x="4260" y="3581"/>
                </a:cubicBezTo>
                <a:close/>
                <a:moveTo>
                  <a:pt x="4850" y="3581"/>
                </a:moveTo>
                <a:cubicBezTo>
                  <a:pt x="5370" y="3712"/>
                  <a:pt x="5755" y="4184"/>
                  <a:pt x="5755" y="4744"/>
                </a:cubicBezTo>
                <a:lnTo>
                  <a:pt x="5755" y="5335"/>
                </a:lnTo>
                <a:cubicBezTo>
                  <a:pt x="5755" y="5895"/>
                  <a:pt x="5370" y="6367"/>
                  <a:pt x="4850" y="6499"/>
                </a:cubicBezTo>
                <a:lnTo>
                  <a:pt x="4850" y="3581"/>
                </a:lnTo>
                <a:close/>
                <a:moveTo>
                  <a:pt x="1212" y="6379"/>
                </a:moveTo>
                <a:cubicBezTo>
                  <a:pt x="1537" y="6379"/>
                  <a:pt x="1803" y="6644"/>
                  <a:pt x="1803" y="6970"/>
                </a:cubicBezTo>
                <a:cubicBezTo>
                  <a:pt x="1803" y="7295"/>
                  <a:pt x="1537" y="7560"/>
                  <a:pt x="1212" y="7560"/>
                </a:cubicBezTo>
                <a:cubicBezTo>
                  <a:pt x="886" y="7560"/>
                  <a:pt x="622" y="7296"/>
                  <a:pt x="622" y="6970"/>
                </a:cubicBezTo>
                <a:cubicBezTo>
                  <a:pt x="622" y="6644"/>
                  <a:pt x="886" y="6379"/>
                  <a:pt x="1212" y="6379"/>
                </a:cubicBezTo>
                <a:close/>
                <a:moveTo>
                  <a:pt x="7891" y="6379"/>
                </a:moveTo>
                <a:cubicBezTo>
                  <a:pt x="8217" y="6379"/>
                  <a:pt x="8482" y="6644"/>
                  <a:pt x="8482" y="6970"/>
                </a:cubicBezTo>
                <a:cubicBezTo>
                  <a:pt x="8482" y="7295"/>
                  <a:pt x="8217" y="7560"/>
                  <a:pt x="7891" y="7560"/>
                </a:cubicBezTo>
                <a:cubicBezTo>
                  <a:pt x="7565" y="7560"/>
                  <a:pt x="7301" y="7296"/>
                  <a:pt x="7301" y="6970"/>
                </a:cubicBezTo>
                <a:cubicBezTo>
                  <a:pt x="7301" y="6644"/>
                  <a:pt x="7565" y="6379"/>
                  <a:pt x="7891" y="6379"/>
                </a:cubicBezTo>
                <a:close/>
                <a:moveTo>
                  <a:pt x="4552" y="8307"/>
                </a:moveTo>
                <a:cubicBezTo>
                  <a:pt x="4878" y="8307"/>
                  <a:pt x="5143" y="8572"/>
                  <a:pt x="5143" y="8898"/>
                </a:cubicBezTo>
                <a:cubicBezTo>
                  <a:pt x="5143" y="9224"/>
                  <a:pt x="4878" y="9489"/>
                  <a:pt x="4552" y="9489"/>
                </a:cubicBezTo>
                <a:cubicBezTo>
                  <a:pt x="4226" y="9489"/>
                  <a:pt x="3961" y="9224"/>
                  <a:pt x="3961" y="8898"/>
                </a:cubicBezTo>
                <a:cubicBezTo>
                  <a:pt x="3961" y="8572"/>
                  <a:pt x="4226" y="8307"/>
                  <a:pt x="4552" y="8307"/>
                </a:cubicBezTo>
                <a:close/>
                <a:moveTo>
                  <a:pt x="4555" y="0"/>
                </a:moveTo>
                <a:cubicBezTo>
                  <a:pt x="3904" y="0"/>
                  <a:pt x="3374" y="530"/>
                  <a:pt x="3374" y="1181"/>
                </a:cubicBezTo>
                <a:cubicBezTo>
                  <a:pt x="3374" y="1730"/>
                  <a:pt x="3751" y="2193"/>
                  <a:pt x="4260" y="2325"/>
                </a:cubicBezTo>
                <a:lnTo>
                  <a:pt x="4260" y="2977"/>
                </a:lnTo>
                <a:cubicBezTo>
                  <a:pt x="3736" y="3065"/>
                  <a:pt x="3290" y="3379"/>
                  <a:pt x="3024" y="3815"/>
                </a:cubicBezTo>
                <a:lnTo>
                  <a:pt x="2349" y="3425"/>
                </a:lnTo>
                <a:cubicBezTo>
                  <a:pt x="2378" y="3325"/>
                  <a:pt x="2393" y="3220"/>
                  <a:pt x="2393" y="3111"/>
                </a:cubicBezTo>
                <a:cubicBezTo>
                  <a:pt x="2393" y="2459"/>
                  <a:pt x="1862" y="1929"/>
                  <a:pt x="1212" y="1929"/>
                </a:cubicBezTo>
                <a:cubicBezTo>
                  <a:pt x="1193" y="1929"/>
                  <a:pt x="1174" y="1930"/>
                  <a:pt x="1155" y="1931"/>
                </a:cubicBezTo>
                <a:cubicBezTo>
                  <a:pt x="551" y="1959"/>
                  <a:pt x="59" y="2450"/>
                  <a:pt x="32" y="3054"/>
                </a:cubicBezTo>
                <a:cubicBezTo>
                  <a:pt x="0" y="3731"/>
                  <a:pt x="541" y="4293"/>
                  <a:pt x="1211" y="4293"/>
                </a:cubicBezTo>
                <a:cubicBezTo>
                  <a:pt x="1541" y="4293"/>
                  <a:pt x="1840" y="4155"/>
                  <a:pt x="2055" y="3937"/>
                </a:cubicBezTo>
                <a:lnTo>
                  <a:pt x="2803" y="4370"/>
                </a:lnTo>
                <a:cubicBezTo>
                  <a:pt x="2778" y="4490"/>
                  <a:pt x="2764" y="4615"/>
                  <a:pt x="2764" y="4744"/>
                </a:cubicBezTo>
                <a:lnTo>
                  <a:pt x="2764" y="5335"/>
                </a:lnTo>
                <a:cubicBezTo>
                  <a:pt x="2764" y="5463"/>
                  <a:pt x="2778" y="5589"/>
                  <a:pt x="2803" y="5710"/>
                </a:cubicBezTo>
                <a:lnTo>
                  <a:pt x="2056" y="6142"/>
                </a:lnTo>
                <a:cubicBezTo>
                  <a:pt x="1842" y="5923"/>
                  <a:pt x="1544" y="5788"/>
                  <a:pt x="1214" y="5788"/>
                </a:cubicBezTo>
                <a:cubicBezTo>
                  <a:pt x="1191" y="5788"/>
                  <a:pt x="1167" y="5789"/>
                  <a:pt x="1143" y="5790"/>
                </a:cubicBezTo>
                <a:cubicBezTo>
                  <a:pt x="545" y="5826"/>
                  <a:pt x="64" y="6314"/>
                  <a:pt x="35" y="6912"/>
                </a:cubicBezTo>
                <a:cubicBezTo>
                  <a:pt x="3" y="7590"/>
                  <a:pt x="545" y="8150"/>
                  <a:pt x="1215" y="8150"/>
                </a:cubicBezTo>
                <a:cubicBezTo>
                  <a:pt x="1866" y="8150"/>
                  <a:pt x="2397" y="7620"/>
                  <a:pt x="2397" y="6970"/>
                </a:cubicBezTo>
                <a:cubicBezTo>
                  <a:pt x="2397" y="6859"/>
                  <a:pt x="2381" y="6753"/>
                  <a:pt x="2353" y="6652"/>
                </a:cubicBezTo>
                <a:lnTo>
                  <a:pt x="3024" y="6265"/>
                </a:lnTo>
                <a:cubicBezTo>
                  <a:pt x="3290" y="6701"/>
                  <a:pt x="3736" y="7015"/>
                  <a:pt x="4260" y="7102"/>
                </a:cubicBezTo>
                <a:lnTo>
                  <a:pt x="4260" y="7754"/>
                </a:lnTo>
                <a:cubicBezTo>
                  <a:pt x="3733" y="7891"/>
                  <a:pt x="3348" y="8380"/>
                  <a:pt x="3375" y="8954"/>
                </a:cubicBezTo>
                <a:cubicBezTo>
                  <a:pt x="3403" y="9558"/>
                  <a:pt x="3894" y="10050"/>
                  <a:pt x="4498" y="10078"/>
                </a:cubicBezTo>
                <a:cubicBezTo>
                  <a:pt x="4517" y="10079"/>
                  <a:pt x="4536" y="10080"/>
                  <a:pt x="4554" y="10080"/>
                </a:cubicBezTo>
                <a:cubicBezTo>
                  <a:pt x="5206" y="10080"/>
                  <a:pt x="5736" y="9549"/>
                  <a:pt x="5736" y="8898"/>
                </a:cubicBezTo>
                <a:cubicBezTo>
                  <a:pt x="5736" y="8348"/>
                  <a:pt x="5359" y="7885"/>
                  <a:pt x="4850" y="7754"/>
                </a:cubicBezTo>
                <a:lnTo>
                  <a:pt x="4850" y="7102"/>
                </a:lnTo>
                <a:cubicBezTo>
                  <a:pt x="5372" y="7015"/>
                  <a:pt x="5820" y="6701"/>
                  <a:pt x="6086" y="6264"/>
                </a:cubicBezTo>
                <a:lnTo>
                  <a:pt x="6757" y="6652"/>
                </a:lnTo>
                <a:cubicBezTo>
                  <a:pt x="6729" y="6753"/>
                  <a:pt x="6713" y="6859"/>
                  <a:pt x="6713" y="6970"/>
                </a:cubicBezTo>
                <a:cubicBezTo>
                  <a:pt x="6713" y="7621"/>
                  <a:pt x="7243" y="8150"/>
                  <a:pt x="7895" y="8150"/>
                </a:cubicBezTo>
                <a:cubicBezTo>
                  <a:pt x="7914" y="8150"/>
                  <a:pt x="7933" y="8150"/>
                  <a:pt x="7952" y="8149"/>
                </a:cubicBezTo>
                <a:cubicBezTo>
                  <a:pt x="8556" y="8120"/>
                  <a:pt x="9046" y="7630"/>
                  <a:pt x="9075" y="7026"/>
                </a:cubicBezTo>
                <a:cubicBezTo>
                  <a:pt x="9107" y="6349"/>
                  <a:pt x="8564" y="5788"/>
                  <a:pt x="7895" y="5788"/>
                </a:cubicBezTo>
                <a:cubicBezTo>
                  <a:pt x="7565" y="5788"/>
                  <a:pt x="7268" y="5923"/>
                  <a:pt x="7054" y="6142"/>
                </a:cubicBezTo>
                <a:lnTo>
                  <a:pt x="6307" y="5710"/>
                </a:lnTo>
                <a:cubicBezTo>
                  <a:pt x="6332" y="5589"/>
                  <a:pt x="6346" y="5463"/>
                  <a:pt x="6346" y="5335"/>
                </a:cubicBezTo>
                <a:lnTo>
                  <a:pt x="6346" y="4744"/>
                </a:lnTo>
                <a:cubicBezTo>
                  <a:pt x="6346" y="4615"/>
                  <a:pt x="6332" y="4490"/>
                  <a:pt x="6307" y="4370"/>
                </a:cubicBezTo>
                <a:lnTo>
                  <a:pt x="7055" y="3937"/>
                </a:lnTo>
                <a:cubicBezTo>
                  <a:pt x="7270" y="4156"/>
                  <a:pt x="7569" y="4292"/>
                  <a:pt x="7900" y="4292"/>
                </a:cubicBezTo>
                <a:cubicBezTo>
                  <a:pt x="7923" y="4292"/>
                  <a:pt x="7947" y="4292"/>
                  <a:pt x="7970" y="4290"/>
                </a:cubicBezTo>
                <a:cubicBezTo>
                  <a:pt x="8569" y="4255"/>
                  <a:pt x="9050" y="3767"/>
                  <a:pt x="9078" y="3168"/>
                </a:cubicBezTo>
                <a:cubicBezTo>
                  <a:pt x="9111" y="2491"/>
                  <a:pt x="8569" y="1930"/>
                  <a:pt x="7899" y="1930"/>
                </a:cubicBezTo>
                <a:cubicBezTo>
                  <a:pt x="7247" y="1930"/>
                  <a:pt x="6717" y="2459"/>
                  <a:pt x="6717" y="3111"/>
                </a:cubicBezTo>
                <a:cubicBezTo>
                  <a:pt x="6717" y="3220"/>
                  <a:pt x="6732" y="3325"/>
                  <a:pt x="6761" y="3425"/>
                </a:cubicBezTo>
                <a:lnTo>
                  <a:pt x="6086" y="3815"/>
                </a:lnTo>
                <a:cubicBezTo>
                  <a:pt x="5820" y="3379"/>
                  <a:pt x="5374" y="3065"/>
                  <a:pt x="4850" y="2977"/>
                </a:cubicBezTo>
                <a:lnTo>
                  <a:pt x="4850" y="2325"/>
                </a:lnTo>
                <a:cubicBezTo>
                  <a:pt x="5377" y="2189"/>
                  <a:pt x="5762" y="1699"/>
                  <a:pt x="5735" y="1126"/>
                </a:cubicBezTo>
                <a:cubicBezTo>
                  <a:pt x="5707" y="520"/>
                  <a:pt x="5216" y="30"/>
                  <a:pt x="4612" y="1"/>
                </a:cubicBezTo>
                <a:cubicBezTo>
                  <a:pt x="4593" y="1"/>
                  <a:pt x="4574" y="0"/>
                  <a:pt x="455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 name="Google Shape;1284;p73"/>
          <p:cNvGrpSpPr/>
          <p:nvPr/>
        </p:nvGrpSpPr>
        <p:grpSpPr>
          <a:xfrm>
            <a:off x="4007314" y="2785403"/>
            <a:ext cx="359765" cy="359729"/>
            <a:chOff x="3974958" y="2775103"/>
            <a:chExt cx="380381" cy="380344"/>
          </a:xfrm>
        </p:grpSpPr>
        <p:sp>
          <p:nvSpPr>
            <p:cNvPr id="1285" name="Google Shape;1285;p73"/>
            <p:cNvSpPr/>
            <p:nvPr/>
          </p:nvSpPr>
          <p:spPr>
            <a:xfrm>
              <a:off x="3974958" y="2775103"/>
              <a:ext cx="380381" cy="380344"/>
            </a:xfrm>
            <a:custGeom>
              <a:rect b="b" l="l" r="r" t="t"/>
              <a:pathLst>
                <a:path extrusionOk="0" h="10080" w="10081">
                  <a:moveTo>
                    <a:pt x="5040" y="660"/>
                  </a:moveTo>
                  <a:lnTo>
                    <a:pt x="9489" y="2876"/>
                  </a:lnTo>
                  <a:lnTo>
                    <a:pt x="9489" y="9489"/>
                  </a:lnTo>
                  <a:lnTo>
                    <a:pt x="591" y="9489"/>
                  </a:lnTo>
                  <a:lnTo>
                    <a:pt x="591" y="2876"/>
                  </a:lnTo>
                  <a:lnTo>
                    <a:pt x="5040" y="660"/>
                  </a:lnTo>
                  <a:close/>
                  <a:moveTo>
                    <a:pt x="5040" y="0"/>
                  </a:moveTo>
                  <a:lnTo>
                    <a:pt x="0" y="2510"/>
                  </a:lnTo>
                  <a:lnTo>
                    <a:pt x="0" y="10079"/>
                  </a:lnTo>
                  <a:lnTo>
                    <a:pt x="10080" y="10079"/>
                  </a:lnTo>
                  <a:lnTo>
                    <a:pt x="10080" y="2510"/>
                  </a:lnTo>
                  <a:lnTo>
                    <a:pt x="50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73"/>
            <p:cNvSpPr/>
            <p:nvPr/>
          </p:nvSpPr>
          <p:spPr>
            <a:xfrm>
              <a:off x="4019520" y="2824910"/>
              <a:ext cx="291219" cy="285937"/>
            </a:xfrm>
            <a:custGeom>
              <a:rect b="b" l="l" r="r" t="t"/>
              <a:pathLst>
                <a:path extrusionOk="0" h="7578" w="7718">
                  <a:moveTo>
                    <a:pt x="3859" y="659"/>
                  </a:moveTo>
                  <a:lnTo>
                    <a:pt x="7127" y="2287"/>
                  </a:lnTo>
                  <a:lnTo>
                    <a:pt x="7127" y="6987"/>
                  </a:lnTo>
                  <a:lnTo>
                    <a:pt x="590" y="6987"/>
                  </a:lnTo>
                  <a:lnTo>
                    <a:pt x="590" y="2287"/>
                  </a:lnTo>
                  <a:lnTo>
                    <a:pt x="3859" y="659"/>
                  </a:lnTo>
                  <a:close/>
                  <a:moveTo>
                    <a:pt x="3859" y="0"/>
                  </a:moveTo>
                  <a:lnTo>
                    <a:pt x="1" y="1921"/>
                  </a:lnTo>
                  <a:lnTo>
                    <a:pt x="1" y="7578"/>
                  </a:lnTo>
                  <a:lnTo>
                    <a:pt x="7718" y="7578"/>
                  </a:lnTo>
                  <a:lnTo>
                    <a:pt x="7718" y="1921"/>
                  </a:lnTo>
                  <a:lnTo>
                    <a:pt x="38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73"/>
            <p:cNvSpPr/>
            <p:nvPr/>
          </p:nvSpPr>
          <p:spPr>
            <a:xfrm>
              <a:off x="4131699" y="2946183"/>
              <a:ext cx="66862" cy="66900"/>
            </a:xfrm>
            <a:custGeom>
              <a:rect b="b" l="l" r="r" t="t"/>
              <a:pathLst>
                <a:path extrusionOk="0" h="1773" w="1772">
                  <a:moveTo>
                    <a:pt x="886" y="591"/>
                  </a:moveTo>
                  <a:cubicBezTo>
                    <a:pt x="1049" y="591"/>
                    <a:pt x="1182" y="724"/>
                    <a:pt x="1182" y="886"/>
                  </a:cubicBezTo>
                  <a:cubicBezTo>
                    <a:pt x="1182" y="1050"/>
                    <a:pt x="1049" y="1181"/>
                    <a:pt x="886" y="1181"/>
                  </a:cubicBezTo>
                  <a:cubicBezTo>
                    <a:pt x="723" y="1181"/>
                    <a:pt x="591" y="1050"/>
                    <a:pt x="591" y="886"/>
                  </a:cubicBezTo>
                  <a:cubicBezTo>
                    <a:pt x="591" y="724"/>
                    <a:pt x="723" y="591"/>
                    <a:pt x="886" y="591"/>
                  </a:cubicBezTo>
                  <a:close/>
                  <a:moveTo>
                    <a:pt x="886" y="0"/>
                  </a:moveTo>
                  <a:cubicBezTo>
                    <a:pt x="398" y="0"/>
                    <a:pt x="0" y="398"/>
                    <a:pt x="0" y="886"/>
                  </a:cubicBezTo>
                  <a:cubicBezTo>
                    <a:pt x="0" y="1375"/>
                    <a:pt x="398" y="1772"/>
                    <a:pt x="886" y="1772"/>
                  </a:cubicBezTo>
                  <a:cubicBezTo>
                    <a:pt x="1375" y="1772"/>
                    <a:pt x="1771" y="1375"/>
                    <a:pt x="1771" y="886"/>
                  </a:cubicBezTo>
                  <a:cubicBezTo>
                    <a:pt x="1771" y="398"/>
                    <a:pt x="1375" y="0"/>
                    <a:pt x="8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73"/>
            <p:cNvSpPr/>
            <p:nvPr/>
          </p:nvSpPr>
          <p:spPr>
            <a:xfrm>
              <a:off x="4063894" y="2901620"/>
              <a:ext cx="202473" cy="156024"/>
            </a:xfrm>
            <a:custGeom>
              <a:rect b="b" l="l" r="r" t="t"/>
              <a:pathLst>
                <a:path extrusionOk="0" h="4135" w="5366">
                  <a:moveTo>
                    <a:pt x="2683" y="591"/>
                  </a:moveTo>
                  <a:cubicBezTo>
                    <a:pt x="3261" y="591"/>
                    <a:pt x="3786" y="851"/>
                    <a:pt x="4239" y="1364"/>
                  </a:cubicBezTo>
                  <a:cubicBezTo>
                    <a:pt x="4482" y="1638"/>
                    <a:pt x="4641" y="1917"/>
                    <a:pt x="4718" y="2068"/>
                  </a:cubicBezTo>
                  <a:cubicBezTo>
                    <a:pt x="4532" y="2432"/>
                    <a:pt x="3866" y="3544"/>
                    <a:pt x="2683" y="3544"/>
                  </a:cubicBezTo>
                  <a:cubicBezTo>
                    <a:pt x="2104" y="3544"/>
                    <a:pt x="1581" y="3284"/>
                    <a:pt x="1127" y="2772"/>
                  </a:cubicBezTo>
                  <a:cubicBezTo>
                    <a:pt x="884" y="2497"/>
                    <a:pt x="724" y="2218"/>
                    <a:pt x="647" y="2067"/>
                  </a:cubicBezTo>
                  <a:cubicBezTo>
                    <a:pt x="834" y="1702"/>
                    <a:pt x="1500" y="591"/>
                    <a:pt x="2683" y="591"/>
                  </a:cubicBezTo>
                  <a:close/>
                  <a:moveTo>
                    <a:pt x="2683" y="1"/>
                  </a:moveTo>
                  <a:cubicBezTo>
                    <a:pt x="1932" y="1"/>
                    <a:pt x="1237" y="341"/>
                    <a:pt x="672" y="987"/>
                  </a:cubicBezTo>
                  <a:cubicBezTo>
                    <a:pt x="257" y="1461"/>
                    <a:pt x="57" y="1933"/>
                    <a:pt x="48" y="1953"/>
                  </a:cubicBezTo>
                  <a:lnTo>
                    <a:pt x="1" y="2067"/>
                  </a:lnTo>
                  <a:lnTo>
                    <a:pt x="48" y="2181"/>
                  </a:lnTo>
                  <a:cubicBezTo>
                    <a:pt x="57" y="2201"/>
                    <a:pt x="257" y="2675"/>
                    <a:pt x="672" y="3148"/>
                  </a:cubicBezTo>
                  <a:cubicBezTo>
                    <a:pt x="1237" y="3794"/>
                    <a:pt x="1932" y="4135"/>
                    <a:pt x="2683" y="4135"/>
                  </a:cubicBezTo>
                  <a:cubicBezTo>
                    <a:pt x="3433" y="4135"/>
                    <a:pt x="4128" y="3793"/>
                    <a:pt x="4694" y="3148"/>
                  </a:cubicBezTo>
                  <a:cubicBezTo>
                    <a:pt x="5109" y="2675"/>
                    <a:pt x="5310" y="2201"/>
                    <a:pt x="5318" y="2181"/>
                  </a:cubicBezTo>
                  <a:lnTo>
                    <a:pt x="5366" y="2067"/>
                  </a:lnTo>
                  <a:lnTo>
                    <a:pt x="5318" y="1953"/>
                  </a:lnTo>
                  <a:cubicBezTo>
                    <a:pt x="5310" y="1933"/>
                    <a:pt x="5109" y="1461"/>
                    <a:pt x="4694" y="987"/>
                  </a:cubicBezTo>
                  <a:cubicBezTo>
                    <a:pt x="4128" y="341"/>
                    <a:pt x="3433" y="1"/>
                    <a:pt x="26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 name="Google Shape;1289;p73"/>
          <p:cNvGrpSpPr/>
          <p:nvPr/>
        </p:nvGrpSpPr>
        <p:grpSpPr>
          <a:xfrm>
            <a:off x="3237679" y="2827906"/>
            <a:ext cx="359765" cy="274722"/>
            <a:chOff x="3161219" y="2820043"/>
            <a:chExt cx="380381" cy="290465"/>
          </a:xfrm>
        </p:grpSpPr>
        <p:sp>
          <p:nvSpPr>
            <p:cNvPr id="1290" name="Google Shape;1290;p73"/>
            <p:cNvSpPr/>
            <p:nvPr/>
          </p:nvSpPr>
          <p:spPr>
            <a:xfrm>
              <a:off x="3161219" y="2820043"/>
              <a:ext cx="380381" cy="290465"/>
            </a:xfrm>
            <a:custGeom>
              <a:rect b="b" l="l" r="r" t="t"/>
              <a:pathLst>
                <a:path extrusionOk="0" h="7698" w="10081">
                  <a:moveTo>
                    <a:pt x="5040" y="1782"/>
                  </a:moveTo>
                  <a:cubicBezTo>
                    <a:pt x="5619" y="1782"/>
                    <a:pt x="6142" y="2041"/>
                    <a:pt x="6596" y="2554"/>
                  </a:cubicBezTo>
                  <a:cubicBezTo>
                    <a:pt x="6839" y="2828"/>
                    <a:pt x="6998" y="3107"/>
                    <a:pt x="7075" y="3259"/>
                  </a:cubicBezTo>
                  <a:cubicBezTo>
                    <a:pt x="6889" y="3623"/>
                    <a:pt x="6223" y="4734"/>
                    <a:pt x="5040" y="4734"/>
                  </a:cubicBezTo>
                  <a:cubicBezTo>
                    <a:pt x="4461" y="4734"/>
                    <a:pt x="3938" y="4475"/>
                    <a:pt x="3484" y="3961"/>
                  </a:cubicBezTo>
                  <a:cubicBezTo>
                    <a:pt x="3241" y="3687"/>
                    <a:pt x="3082" y="3408"/>
                    <a:pt x="3005" y="3258"/>
                  </a:cubicBezTo>
                  <a:cubicBezTo>
                    <a:pt x="3191" y="2893"/>
                    <a:pt x="3857" y="1782"/>
                    <a:pt x="5040" y="1782"/>
                  </a:cubicBezTo>
                  <a:close/>
                  <a:moveTo>
                    <a:pt x="4450" y="590"/>
                  </a:moveTo>
                  <a:cubicBezTo>
                    <a:pt x="4612" y="590"/>
                    <a:pt x="4745" y="723"/>
                    <a:pt x="4745" y="885"/>
                  </a:cubicBezTo>
                  <a:lnTo>
                    <a:pt x="4745" y="1209"/>
                  </a:lnTo>
                  <a:cubicBezTo>
                    <a:pt x="4108" y="1287"/>
                    <a:pt x="3519" y="1617"/>
                    <a:pt x="3029" y="2177"/>
                  </a:cubicBezTo>
                  <a:cubicBezTo>
                    <a:pt x="2613" y="2651"/>
                    <a:pt x="2413" y="3124"/>
                    <a:pt x="2406" y="3144"/>
                  </a:cubicBezTo>
                  <a:lnTo>
                    <a:pt x="2357" y="3258"/>
                  </a:lnTo>
                  <a:lnTo>
                    <a:pt x="2406" y="3372"/>
                  </a:lnTo>
                  <a:cubicBezTo>
                    <a:pt x="2413" y="3392"/>
                    <a:pt x="2613" y="3865"/>
                    <a:pt x="3029" y="4339"/>
                  </a:cubicBezTo>
                  <a:cubicBezTo>
                    <a:pt x="3519" y="4899"/>
                    <a:pt x="4108" y="5229"/>
                    <a:pt x="4745" y="5307"/>
                  </a:cubicBezTo>
                  <a:lnTo>
                    <a:pt x="4745" y="5925"/>
                  </a:lnTo>
                  <a:lnTo>
                    <a:pt x="1772" y="5925"/>
                  </a:lnTo>
                  <a:lnTo>
                    <a:pt x="1772" y="590"/>
                  </a:lnTo>
                  <a:close/>
                  <a:moveTo>
                    <a:pt x="8308" y="590"/>
                  </a:moveTo>
                  <a:lnTo>
                    <a:pt x="8308" y="5925"/>
                  </a:lnTo>
                  <a:lnTo>
                    <a:pt x="5335" y="5925"/>
                  </a:lnTo>
                  <a:lnTo>
                    <a:pt x="5335" y="5307"/>
                  </a:lnTo>
                  <a:cubicBezTo>
                    <a:pt x="5972" y="5229"/>
                    <a:pt x="6560" y="4898"/>
                    <a:pt x="7051" y="4339"/>
                  </a:cubicBezTo>
                  <a:cubicBezTo>
                    <a:pt x="7466" y="3864"/>
                    <a:pt x="7666" y="3392"/>
                    <a:pt x="7674" y="3372"/>
                  </a:cubicBezTo>
                  <a:lnTo>
                    <a:pt x="7723" y="3258"/>
                  </a:lnTo>
                  <a:lnTo>
                    <a:pt x="7674" y="3144"/>
                  </a:lnTo>
                  <a:cubicBezTo>
                    <a:pt x="7666" y="3124"/>
                    <a:pt x="7466" y="2651"/>
                    <a:pt x="7051" y="2177"/>
                  </a:cubicBezTo>
                  <a:cubicBezTo>
                    <a:pt x="6560" y="1617"/>
                    <a:pt x="5972" y="1286"/>
                    <a:pt x="5335" y="1209"/>
                  </a:cubicBezTo>
                  <a:lnTo>
                    <a:pt x="5335" y="885"/>
                  </a:lnTo>
                  <a:cubicBezTo>
                    <a:pt x="5335" y="723"/>
                    <a:pt x="5468" y="590"/>
                    <a:pt x="5630" y="590"/>
                  </a:cubicBezTo>
                  <a:close/>
                  <a:moveTo>
                    <a:pt x="1181" y="1181"/>
                  </a:moveTo>
                  <a:lnTo>
                    <a:pt x="1181" y="6516"/>
                  </a:lnTo>
                  <a:lnTo>
                    <a:pt x="4745" y="6516"/>
                  </a:lnTo>
                  <a:lnTo>
                    <a:pt x="4745" y="7107"/>
                  </a:lnTo>
                  <a:lnTo>
                    <a:pt x="591" y="7107"/>
                  </a:lnTo>
                  <a:lnTo>
                    <a:pt x="591" y="1181"/>
                  </a:lnTo>
                  <a:close/>
                  <a:moveTo>
                    <a:pt x="9489" y="1181"/>
                  </a:moveTo>
                  <a:lnTo>
                    <a:pt x="9489" y="7107"/>
                  </a:lnTo>
                  <a:lnTo>
                    <a:pt x="5335" y="7107"/>
                  </a:lnTo>
                  <a:lnTo>
                    <a:pt x="5335" y="6516"/>
                  </a:lnTo>
                  <a:lnTo>
                    <a:pt x="8899" y="6516"/>
                  </a:lnTo>
                  <a:lnTo>
                    <a:pt x="8899" y="1181"/>
                  </a:lnTo>
                  <a:close/>
                  <a:moveTo>
                    <a:pt x="1182" y="0"/>
                  </a:moveTo>
                  <a:lnTo>
                    <a:pt x="1182" y="590"/>
                  </a:lnTo>
                  <a:lnTo>
                    <a:pt x="1" y="590"/>
                  </a:lnTo>
                  <a:lnTo>
                    <a:pt x="1" y="7697"/>
                  </a:lnTo>
                  <a:lnTo>
                    <a:pt x="10080" y="7697"/>
                  </a:lnTo>
                  <a:lnTo>
                    <a:pt x="10080" y="590"/>
                  </a:lnTo>
                  <a:lnTo>
                    <a:pt x="8899" y="590"/>
                  </a:lnTo>
                  <a:lnTo>
                    <a:pt x="8899" y="0"/>
                  </a:lnTo>
                  <a:lnTo>
                    <a:pt x="5630" y="0"/>
                  </a:lnTo>
                  <a:cubicBezTo>
                    <a:pt x="5404" y="0"/>
                    <a:pt x="5197" y="86"/>
                    <a:pt x="5040" y="226"/>
                  </a:cubicBezTo>
                  <a:cubicBezTo>
                    <a:pt x="4883" y="86"/>
                    <a:pt x="4677" y="0"/>
                    <a:pt x="44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73"/>
            <p:cNvSpPr/>
            <p:nvPr/>
          </p:nvSpPr>
          <p:spPr>
            <a:xfrm>
              <a:off x="3317960" y="2909507"/>
              <a:ext cx="66862" cy="66900"/>
            </a:xfrm>
            <a:custGeom>
              <a:rect b="b" l="l" r="r" t="t"/>
              <a:pathLst>
                <a:path extrusionOk="0" h="1773" w="1772">
                  <a:moveTo>
                    <a:pt x="886" y="591"/>
                  </a:moveTo>
                  <a:cubicBezTo>
                    <a:pt x="1049" y="591"/>
                    <a:pt x="1182" y="724"/>
                    <a:pt x="1182" y="887"/>
                  </a:cubicBezTo>
                  <a:cubicBezTo>
                    <a:pt x="1182" y="1050"/>
                    <a:pt x="1049" y="1182"/>
                    <a:pt x="886" y="1182"/>
                  </a:cubicBezTo>
                  <a:cubicBezTo>
                    <a:pt x="723" y="1182"/>
                    <a:pt x="591" y="1050"/>
                    <a:pt x="591" y="887"/>
                  </a:cubicBezTo>
                  <a:cubicBezTo>
                    <a:pt x="591" y="724"/>
                    <a:pt x="723" y="591"/>
                    <a:pt x="886" y="591"/>
                  </a:cubicBezTo>
                  <a:close/>
                  <a:moveTo>
                    <a:pt x="886" y="1"/>
                  </a:moveTo>
                  <a:cubicBezTo>
                    <a:pt x="397" y="1"/>
                    <a:pt x="0" y="398"/>
                    <a:pt x="0" y="887"/>
                  </a:cubicBezTo>
                  <a:cubicBezTo>
                    <a:pt x="0" y="1375"/>
                    <a:pt x="397" y="1773"/>
                    <a:pt x="886" y="1773"/>
                  </a:cubicBezTo>
                  <a:cubicBezTo>
                    <a:pt x="1375" y="1773"/>
                    <a:pt x="1771" y="1375"/>
                    <a:pt x="1771" y="887"/>
                  </a:cubicBezTo>
                  <a:cubicBezTo>
                    <a:pt x="1771" y="398"/>
                    <a:pt x="1375" y="1"/>
                    <a:pt x="8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 name="Google Shape;1292;p73"/>
          <p:cNvGrpSpPr/>
          <p:nvPr/>
        </p:nvGrpSpPr>
        <p:grpSpPr>
          <a:xfrm>
            <a:off x="2468722" y="2785367"/>
            <a:ext cx="358337" cy="359765"/>
            <a:chOff x="2348196" y="2775066"/>
            <a:chExt cx="378872" cy="380381"/>
          </a:xfrm>
        </p:grpSpPr>
        <p:sp>
          <p:nvSpPr>
            <p:cNvPr id="1293" name="Google Shape;1293;p73"/>
            <p:cNvSpPr/>
            <p:nvPr/>
          </p:nvSpPr>
          <p:spPr>
            <a:xfrm>
              <a:off x="2481882" y="2919921"/>
              <a:ext cx="66937" cy="89162"/>
            </a:xfrm>
            <a:custGeom>
              <a:rect b="b" l="l" r="r" t="t"/>
              <a:pathLst>
                <a:path extrusionOk="0" h="2363" w="1774">
                  <a:moveTo>
                    <a:pt x="1182" y="592"/>
                  </a:moveTo>
                  <a:lnTo>
                    <a:pt x="1182" y="1182"/>
                  </a:lnTo>
                  <a:lnTo>
                    <a:pt x="592" y="1182"/>
                  </a:lnTo>
                  <a:lnTo>
                    <a:pt x="592" y="592"/>
                  </a:lnTo>
                  <a:close/>
                  <a:moveTo>
                    <a:pt x="1" y="1"/>
                  </a:moveTo>
                  <a:lnTo>
                    <a:pt x="1" y="2363"/>
                  </a:lnTo>
                  <a:lnTo>
                    <a:pt x="592" y="2363"/>
                  </a:lnTo>
                  <a:lnTo>
                    <a:pt x="592" y="1773"/>
                  </a:lnTo>
                  <a:lnTo>
                    <a:pt x="1182" y="1773"/>
                  </a:lnTo>
                  <a:lnTo>
                    <a:pt x="1182" y="2363"/>
                  </a:lnTo>
                  <a:lnTo>
                    <a:pt x="1773" y="2363"/>
                  </a:lnTo>
                  <a:lnTo>
                    <a:pt x="177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73"/>
            <p:cNvSpPr/>
            <p:nvPr/>
          </p:nvSpPr>
          <p:spPr>
            <a:xfrm>
              <a:off x="2571044" y="2919921"/>
              <a:ext cx="22338" cy="89162"/>
            </a:xfrm>
            <a:custGeom>
              <a:rect b="b" l="l" r="r" t="t"/>
              <a:pathLst>
                <a:path extrusionOk="0" h="2363" w="592">
                  <a:moveTo>
                    <a:pt x="1" y="1"/>
                  </a:moveTo>
                  <a:lnTo>
                    <a:pt x="1" y="2363"/>
                  </a:lnTo>
                  <a:lnTo>
                    <a:pt x="591" y="2363"/>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73"/>
            <p:cNvSpPr/>
            <p:nvPr/>
          </p:nvSpPr>
          <p:spPr>
            <a:xfrm>
              <a:off x="2414907" y="2841928"/>
              <a:ext cx="245337" cy="313519"/>
            </a:xfrm>
            <a:custGeom>
              <a:rect b="b" l="l" r="r" t="t"/>
              <a:pathLst>
                <a:path extrusionOk="0" h="8309" w="6502">
                  <a:moveTo>
                    <a:pt x="3253" y="591"/>
                  </a:moveTo>
                  <a:cubicBezTo>
                    <a:pt x="3959" y="591"/>
                    <a:pt x="4624" y="864"/>
                    <a:pt x="5125" y="1362"/>
                  </a:cubicBezTo>
                  <a:cubicBezTo>
                    <a:pt x="5632" y="1865"/>
                    <a:pt x="5911" y="2535"/>
                    <a:pt x="5911" y="3249"/>
                  </a:cubicBezTo>
                  <a:cubicBezTo>
                    <a:pt x="5911" y="4081"/>
                    <a:pt x="5532" y="4850"/>
                    <a:pt x="4872" y="5357"/>
                  </a:cubicBezTo>
                  <a:cubicBezTo>
                    <a:pt x="4486" y="5653"/>
                    <a:pt x="4237" y="6072"/>
                    <a:pt x="4163" y="6536"/>
                  </a:cubicBezTo>
                  <a:lnTo>
                    <a:pt x="2343" y="6536"/>
                  </a:lnTo>
                  <a:cubicBezTo>
                    <a:pt x="2270" y="6072"/>
                    <a:pt x="2021" y="5653"/>
                    <a:pt x="1636" y="5358"/>
                  </a:cubicBezTo>
                  <a:cubicBezTo>
                    <a:pt x="976" y="4852"/>
                    <a:pt x="598" y="4085"/>
                    <a:pt x="596" y="3255"/>
                  </a:cubicBezTo>
                  <a:cubicBezTo>
                    <a:pt x="592" y="1797"/>
                    <a:pt x="1775" y="602"/>
                    <a:pt x="3233" y="591"/>
                  </a:cubicBezTo>
                  <a:close/>
                  <a:moveTo>
                    <a:pt x="4139" y="7127"/>
                  </a:moveTo>
                  <a:lnTo>
                    <a:pt x="4139" y="7718"/>
                  </a:lnTo>
                  <a:lnTo>
                    <a:pt x="2367" y="7718"/>
                  </a:lnTo>
                  <a:lnTo>
                    <a:pt x="2367" y="7127"/>
                  </a:lnTo>
                  <a:close/>
                  <a:moveTo>
                    <a:pt x="3228" y="0"/>
                  </a:moveTo>
                  <a:cubicBezTo>
                    <a:pt x="1447" y="14"/>
                    <a:pt x="1" y="1474"/>
                    <a:pt x="5" y="3257"/>
                  </a:cubicBezTo>
                  <a:cubicBezTo>
                    <a:pt x="7" y="4270"/>
                    <a:pt x="470" y="5207"/>
                    <a:pt x="1276" y="5826"/>
                  </a:cubicBezTo>
                  <a:cubicBezTo>
                    <a:pt x="1594" y="6071"/>
                    <a:pt x="1777" y="6437"/>
                    <a:pt x="1777" y="6832"/>
                  </a:cubicBezTo>
                  <a:lnTo>
                    <a:pt x="1777" y="8308"/>
                  </a:lnTo>
                  <a:lnTo>
                    <a:pt x="4729" y="8308"/>
                  </a:lnTo>
                  <a:lnTo>
                    <a:pt x="4729" y="6832"/>
                  </a:lnTo>
                  <a:cubicBezTo>
                    <a:pt x="4729" y="6437"/>
                    <a:pt x="4912" y="6071"/>
                    <a:pt x="5232" y="5825"/>
                  </a:cubicBezTo>
                  <a:cubicBezTo>
                    <a:pt x="6038" y="5205"/>
                    <a:pt x="6502" y="4266"/>
                    <a:pt x="6502" y="3249"/>
                  </a:cubicBezTo>
                  <a:cubicBezTo>
                    <a:pt x="6502" y="2377"/>
                    <a:pt x="6161" y="1558"/>
                    <a:pt x="5542" y="944"/>
                  </a:cubicBezTo>
                  <a:cubicBezTo>
                    <a:pt x="4929" y="335"/>
                    <a:pt x="4117" y="0"/>
                    <a:pt x="32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73"/>
            <p:cNvSpPr/>
            <p:nvPr/>
          </p:nvSpPr>
          <p:spPr>
            <a:xfrm>
              <a:off x="2526482" y="2775066"/>
              <a:ext cx="22338" cy="44600"/>
            </a:xfrm>
            <a:custGeom>
              <a:rect b="b" l="l" r="r" t="t"/>
              <a:pathLst>
                <a:path extrusionOk="0" h="1182" w="592">
                  <a:moveTo>
                    <a:pt x="0" y="0"/>
                  </a:moveTo>
                  <a:lnTo>
                    <a:pt x="0" y="1182"/>
                  </a:lnTo>
                  <a:lnTo>
                    <a:pt x="591" y="1182"/>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73"/>
            <p:cNvSpPr/>
            <p:nvPr/>
          </p:nvSpPr>
          <p:spPr>
            <a:xfrm>
              <a:off x="2454866" y="2785178"/>
              <a:ext cx="37695" cy="49769"/>
            </a:xfrm>
            <a:custGeom>
              <a:rect b="b" l="l" r="r" t="t"/>
              <a:pathLst>
                <a:path extrusionOk="0" h="1319" w="999">
                  <a:moveTo>
                    <a:pt x="546" y="0"/>
                  </a:moveTo>
                  <a:lnTo>
                    <a:pt x="1" y="227"/>
                  </a:lnTo>
                  <a:lnTo>
                    <a:pt x="453" y="1319"/>
                  </a:lnTo>
                  <a:lnTo>
                    <a:pt x="999" y="1092"/>
                  </a:lnTo>
                  <a:lnTo>
                    <a:pt x="54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73"/>
            <p:cNvSpPr/>
            <p:nvPr/>
          </p:nvSpPr>
          <p:spPr>
            <a:xfrm>
              <a:off x="2395815" y="2822646"/>
              <a:ext cx="47279" cy="47354"/>
            </a:xfrm>
            <a:custGeom>
              <a:rect b="b" l="l" r="r" t="t"/>
              <a:pathLst>
                <a:path extrusionOk="0" h="1255" w="1253">
                  <a:moveTo>
                    <a:pt x="418" y="1"/>
                  </a:moveTo>
                  <a:lnTo>
                    <a:pt x="0" y="419"/>
                  </a:lnTo>
                  <a:lnTo>
                    <a:pt x="836" y="1254"/>
                  </a:lnTo>
                  <a:lnTo>
                    <a:pt x="1252" y="836"/>
                  </a:lnTo>
                  <a:lnTo>
                    <a:pt x="4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73"/>
            <p:cNvSpPr/>
            <p:nvPr/>
          </p:nvSpPr>
          <p:spPr>
            <a:xfrm>
              <a:off x="2358384" y="2881735"/>
              <a:ext cx="49769" cy="37733"/>
            </a:xfrm>
            <a:custGeom>
              <a:rect b="b" l="l" r="r" t="t"/>
              <a:pathLst>
                <a:path extrusionOk="0" h="1000" w="1319">
                  <a:moveTo>
                    <a:pt x="227" y="0"/>
                  </a:moveTo>
                  <a:lnTo>
                    <a:pt x="1" y="547"/>
                  </a:lnTo>
                  <a:lnTo>
                    <a:pt x="1093" y="999"/>
                  </a:lnTo>
                  <a:lnTo>
                    <a:pt x="1318" y="453"/>
                  </a:lnTo>
                  <a:lnTo>
                    <a:pt x="22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73"/>
            <p:cNvSpPr/>
            <p:nvPr/>
          </p:nvSpPr>
          <p:spPr>
            <a:xfrm>
              <a:off x="2348196" y="2953352"/>
              <a:ext cx="44638" cy="22338"/>
            </a:xfrm>
            <a:custGeom>
              <a:rect b="b" l="l" r="r" t="t"/>
              <a:pathLst>
                <a:path extrusionOk="0" h="592" w="1183">
                  <a:moveTo>
                    <a:pt x="1" y="1"/>
                  </a:moveTo>
                  <a:lnTo>
                    <a:pt x="1" y="592"/>
                  </a:lnTo>
                  <a:lnTo>
                    <a:pt x="1182" y="592"/>
                  </a:lnTo>
                  <a:lnTo>
                    <a:pt x="118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73"/>
            <p:cNvSpPr/>
            <p:nvPr/>
          </p:nvSpPr>
          <p:spPr>
            <a:xfrm>
              <a:off x="2358422" y="3009649"/>
              <a:ext cx="49769" cy="37695"/>
            </a:xfrm>
            <a:custGeom>
              <a:rect b="b" l="l" r="r" t="t"/>
              <a:pathLst>
                <a:path extrusionOk="0" h="999" w="1319">
                  <a:moveTo>
                    <a:pt x="1093" y="1"/>
                  </a:moveTo>
                  <a:lnTo>
                    <a:pt x="1" y="453"/>
                  </a:lnTo>
                  <a:lnTo>
                    <a:pt x="228" y="998"/>
                  </a:lnTo>
                  <a:lnTo>
                    <a:pt x="1318" y="546"/>
                  </a:lnTo>
                  <a:lnTo>
                    <a:pt x="109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73"/>
            <p:cNvSpPr/>
            <p:nvPr/>
          </p:nvSpPr>
          <p:spPr>
            <a:xfrm>
              <a:off x="2395777" y="3059003"/>
              <a:ext cx="47317" cy="47317"/>
            </a:xfrm>
            <a:custGeom>
              <a:rect b="b" l="l" r="r" t="t"/>
              <a:pathLst>
                <a:path extrusionOk="0" h="1254" w="1254">
                  <a:moveTo>
                    <a:pt x="836" y="0"/>
                  </a:moveTo>
                  <a:lnTo>
                    <a:pt x="0" y="836"/>
                  </a:lnTo>
                  <a:lnTo>
                    <a:pt x="418" y="1254"/>
                  </a:lnTo>
                  <a:lnTo>
                    <a:pt x="1253" y="418"/>
                  </a:lnTo>
                  <a:lnTo>
                    <a:pt x="83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73"/>
            <p:cNvSpPr/>
            <p:nvPr/>
          </p:nvSpPr>
          <p:spPr>
            <a:xfrm>
              <a:off x="2632096" y="3059041"/>
              <a:ext cx="47317" cy="47317"/>
            </a:xfrm>
            <a:custGeom>
              <a:rect b="b" l="l" r="r" t="t"/>
              <a:pathLst>
                <a:path extrusionOk="0" h="1254" w="1254">
                  <a:moveTo>
                    <a:pt x="419" y="1"/>
                  </a:moveTo>
                  <a:lnTo>
                    <a:pt x="1" y="418"/>
                  </a:lnTo>
                  <a:lnTo>
                    <a:pt x="836" y="1254"/>
                  </a:lnTo>
                  <a:lnTo>
                    <a:pt x="1254" y="836"/>
                  </a:lnTo>
                  <a:lnTo>
                    <a:pt x="41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73"/>
            <p:cNvSpPr/>
            <p:nvPr/>
          </p:nvSpPr>
          <p:spPr>
            <a:xfrm>
              <a:off x="2667338" y="3009649"/>
              <a:ext cx="49731" cy="37733"/>
            </a:xfrm>
            <a:custGeom>
              <a:rect b="b" l="l" r="r" t="t"/>
              <a:pathLst>
                <a:path extrusionOk="0" h="1000" w="1318">
                  <a:moveTo>
                    <a:pt x="226" y="1"/>
                  </a:moveTo>
                  <a:lnTo>
                    <a:pt x="0" y="547"/>
                  </a:lnTo>
                  <a:lnTo>
                    <a:pt x="1092" y="999"/>
                  </a:lnTo>
                  <a:lnTo>
                    <a:pt x="1318" y="453"/>
                  </a:lnTo>
                  <a:lnTo>
                    <a:pt x="22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73"/>
            <p:cNvSpPr/>
            <p:nvPr/>
          </p:nvSpPr>
          <p:spPr>
            <a:xfrm>
              <a:off x="2682506" y="2953352"/>
              <a:ext cx="44562" cy="22338"/>
            </a:xfrm>
            <a:custGeom>
              <a:rect b="b" l="l" r="r" t="t"/>
              <a:pathLst>
                <a:path extrusionOk="0" h="592" w="1181">
                  <a:moveTo>
                    <a:pt x="0" y="1"/>
                  </a:moveTo>
                  <a:lnTo>
                    <a:pt x="0" y="592"/>
                  </a:lnTo>
                  <a:lnTo>
                    <a:pt x="1181" y="592"/>
                  </a:lnTo>
                  <a:lnTo>
                    <a:pt x="118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73"/>
            <p:cNvSpPr/>
            <p:nvPr/>
          </p:nvSpPr>
          <p:spPr>
            <a:xfrm>
              <a:off x="2667262" y="2881622"/>
              <a:ext cx="49769" cy="37695"/>
            </a:xfrm>
            <a:custGeom>
              <a:rect b="b" l="l" r="r" t="t"/>
              <a:pathLst>
                <a:path extrusionOk="0" h="999" w="1319">
                  <a:moveTo>
                    <a:pt x="1092" y="0"/>
                  </a:moveTo>
                  <a:lnTo>
                    <a:pt x="0" y="453"/>
                  </a:lnTo>
                  <a:lnTo>
                    <a:pt x="227" y="998"/>
                  </a:lnTo>
                  <a:lnTo>
                    <a:pt x="1319" y="545"/>
                  </a:lnTo>
                  <a:lnTo>
                    <a:pt x="109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73"/>
            <p:cNvSpPr/>
            <p:nvPr/>
          </p:nvSpPr>
          <p:spPr>
            <a:xfrm>
              <a:off x="2632133" y="2822722"/>
              <a:ext cx="47317" cy="47317"/>
            </a:xfrm>
            <a:custGeom>
              <a:rect b="b" l="l" r="r" t="t"/>
              <a:pathLst>
                <a:path extrusionOk="0" h="1254" w="1254">
                  <a:moveTo>
                    <a:pt x="836" y="0"/>
                  </a:moveTo>
                  <a:lnTo>
                    <a:pt x="1" y="835"/>
                  </a:lnTo>
                  <a:lnTo>
                    <a:pt x="419" y="1253"/>
                  </a:lnTo>
                  <a:lnTo>
                    <a:pt x="1254" y="418"/>
                  </a:lnTo>
                  <a:lnTo>
                    <a:pt x="83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73"/>
            <p:cNvSpPr/>
            <p:nvPr/>
          </p:nvSpPr>
          <p:spPr>
            <a:xfrm>
              <a:off x="2582817" y="2785216"/>
              <a:ext cx="37733" cy="49731"/>
            </a:xfrm>
            <a:custGeom>
              <a:rect b="b" l="l" r="r" t="t"/>
              <a:pathLst>
                <a:path extrusionOk="0" h="1318" w="1000">
                  <a:moveTo>
                    <a:pt x="453" y="0"/>
                  </a:moveTo>
                  <a:lnTo>
                    <a:pt x="1" y="1092"/>
                  </a:lnTo>
                  <a:lnTo>
                    <a:pt x="547" y="1318"/>
                  </a:lnTo>
                  <a:lnTo>
                    <a:pt x="1000" y="226"/>
                  </a:lnTo>
                  <a:lnTo>
                    <a:pt x="4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 name="Google Shape;1309;p73"/>
          <p:cNvGrpSpPr/>
          <p:nvPr/>
        </p:nvGrpSpPr>
        <p:grpSpPr>
          <a:xfrm>
            <a:off x="1698374" y="2806458"/>
            <a:ext cx="359765" cy="317582"/>
            <a:chOff x="1533702" y="2797366"/>
            <a:chExt cx="380381" cy="335782"/>
          </a:xfrm>
        </p:grpSpPr>
        <p:sp>
          <p:nvSpPr>
            <p:cNvPr id="1310" name="Google Shape;1310;p73"/>
            <p:cNvSpPr/>
            <p:nvPr/>
          </p:nvSpPr>
          <p:spPr>
            <a:xfrm>
              <a:off x="1533702" y="2797366"/>
              <a:ext cx="380381" cy="335782"/>
            </a:xfrm>
            <a:custGeom>
              <a:rect b="b" l="l" r="r" t="t"/>
              <a:pathLst>
                <a:path extrusionOk="0" h="8899" w="10081">
                  <a:moveTo>
                    <a:pt x="9490" y="591"/>
                  </a:moveTo>
                  <a:lnTo>
                    <a:pt x="9490" y="2363"/>
                  </a:lnTo>
                  <a:lnTo>
                    <a:pt x="592" y="2363"/>
                  </a:lnTo>
                  <a:lnTo>
                    <a:pt x="592" y="591"/>
                  </a:lnTo>
                  <a:close/>
                  <a:moveTo>
                    <a:pt x="9490" y="2954"/>
                  </a:moveTo>
                  <a:lnTo>
                    <a:pt x="9490" y="8308"/>
                  </a:lnTo>
                  <a:lnTo>
                    <a:pt x="592" y="8308"/>
                  </a:lnTo>
                  <a:lnTo>
                    <a:pt x="592" y="2954"/>
                  </a:lnTo>
                  <a:close/>
                  <a:moveTo>
                    <a:pt x="1" y="0"/>
                  </a:moveTo>
                  <a:lnTo>
                    <a:pt x="1" y="8899"/>
                  </a:lnTo>
                  <a:lnTo>
                    <a:pt x="10081" y="8899"/>
                  </a:lnTo>
                  <a:lnTo>
                    <a:pt x="100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73"/>
            <p:cNvSpPr/>
            <p:nvPr/>
          </p:nvSpPr>
          <p:spPr>
            <a:xfrm>
              <a:off x="1678595" y="2975652"/>
              <a:ext cx="22338" cy="22300"/>
            </a:xfrm>
            <a:custGeom>
              <a:rect b="b" l="l" r="r" t="t"/>
              <a:pathLst>
                <a:path extrusionOk="0" h="591" w="592">
                  <a:moveTo>
                    <a:pt x="1" y="1"/>
                  </a:moveTo>
                  <a:lnTo>
                    <a:pt x="1" y="590"/>
                  </a:lnTo>
                  <a:lnTo>
                    <a:pt x="591" y="590"/>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73"/>
            <p:cNvSpPr/>
            <p:nvPr/>
          </p:nvSpPr>
          <p:spPr>
            <a:xfrm>
              <a:off x="1746928" y="2975652"/>
              <a:ext cx="22338" cy="22300"/>
            </a:xfrm>
            <a:custGeom>
              <a:rect b="b" l="l" r="r" t="t"/>
              <a:pathLst>
                <a:path extrusionOk="0" h="591" w="592">
                  <a:moveTo>
                    <a:pt x="1" y="1"/>
                  </a:moveTo>
                  <a:lnTo>
                    <a:pt x="1" y="590"/>
                  </a:lnTo>
                  <a:lnTo>
                    <a:pt x="591" y="590"/>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73"/>
            <p:cNvSpPr/>
            <p:nvPr/>
          </p:nvSpPr>
          <p:spPr>
            <a:xfrm>
              <a:off x="1678595" y="3020214"/>
              <a:ext cx="90671" cy="22300"/>
            </a:xfrm>
            <a:custGeom>
              <a:rect b="b" l="l" r="r" t="t"/>
              <a:pathLst>
                <a:path extrusionOk="0" h="591" w="2403">
                  <a:moveTo>
                    <a:pt x="1" y="0"/>
                  </a:moveTo>
                  <a:lnTo>
                    <a:pt x="1" y="591"/>
                  </a:lnTo>
                  <a:lnTo>
                    <a:pt x="2402" y="591"/>
                  </a:lnTo>
                  <a:lnTo>
                    <a:pt x="240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73"/>
            <p:cNvSpPr/>
            <p:nvPr/>
          </p:nvSpPr>
          <p:spPr>
            <a:xfrm>
              <a:off x="1589433" y="2931090"/>
              <a:ext cx="268957" cy="157495"/>
            </a:xfrm>
            <a:custGeom>
              <a:rect b="b" l="l" r="r" t="t"/>
              <a:pathLst>
                <a:path extrusionOk="0" h="4174" w="7128">
                  <a:moveTo>
                    <a:pt x="5355" y="591"/>
                  </a:moveTo>
                  <a:lnTo>
                    <a:pt x="5355" y="3582"/>
                  </a:lnTo>
                  <a:lnTo>
                    <a:pt x="1773" y="3582"/>
                  </a:lnTo>
                  <a:lnTo>
                    <a:pt x="1773" y="591"/>
                  </a:lnTo>
                  <a:close/>
                  <a:moveTo>
                    <a:pt x="1182" y="0"/>
                  </a:moveTo>
                  <a:lnTo>
                    <a:pt x="1182" y="1791"/>
                  </a:lnTo>
                  <a:lnTo>
                    <a:pt x="591" y="1791"/>
                  </a:lnTo>
                  <a:lnTo>
                    <a:pt x="591" y="1201"/>
                  </a:lnTo>
                  <a:lnTo>
                    <a:pt x="1" y="1201"/>
                  </a:lnTo>
                  <a:lnTo>
                    <a:pt x="1" y="2973"/>
                  </a:lnTo>
                  <a:lnTo>
                    <a:pt x="591" y="2973"/>
                  </a:lnTo>
                  <a:lnTo>
                    <a:pt x="591" y="2382"/>
                  </a:lnTo>
                  <a:lnTo>
                    <a:pt x="1182" y="2382"/>
                  </a:lnTo>
                  <a:lnTo>
                    <a:pt x="1182" y="4173"/>
                  </a:lnTo>
                  <a:lnTo>
                    <a:pt x="5946" y="4173"/>
                  </a:lnTo>
                  <a:lnTo>
                    <a:pt x="5946" y="2382"/>
                  </a:lnTo>
                  <a:lnTo>
                    <a:pt x="6536" y="2382"/>
                  </a:lnTo>
                  <a:lnTo>
                    <a:pt x="6536" y="2973"/>
                  </a:lnTo>
                  <a:lnTo>
                    <a:pt x="7127" y="2973"/>
                  </a:lnTo>
                  <a:lnTo>
                    <a:pt x="7127" y="1201"/>
                  </a:lnTo>
                  <a:lnTo>
                    <a:pt x="6536" y="1201"/>
                  </a:lnTo>
                  <a:lnTo>
                    <a:pt x="6536" y="1791"/>
                  </a:lnTo>
                  <a:lnTo>
                    <a:pt x="5946" y="1791"/>
                  </a:lnTo>
                  <a:lnTo>
                    <a:pt x="594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73"/>
            <p:cNvSpPr/>
            <p:nvPr/>
          </p:nvSpPr>
          <p:spPr>
            <a:xfrm>
              <a:off x="1578302" y="2841928"/>
              <a:ext cx="22338" cy="22338"/>
            </a:xfrm>
            <a:custGeom>
              <a:rect b="b" l="l" r="r" t="t"/>
              <a:pathLst>
                <a:path extrusionOk="0" h="592" w="592">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73"/>
            <p:cNvSpPr/>
            <p:nvPr/>
          </p:nvSpPr>
          <p:spPr>
            <a:xfrm>
              <a:off x="1622864" y="2841928"/>
              <a:ext cx="22338" cy="22338"/>
            </a:xfrm>
            <a:custGeom>
              <a:rect b="b" l="l" r="r" t="t"/>
              <a:pathLst>
                <a:path extrusionOk="0" h="592" w="592">
                  <a:moveTo>
                    <a:pt x="1" y="0"/>
                  </a:moveTo>
                  <a:lnTo>
                    <a:pt x="1"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73"/>
            <p:cNvSpPr/>
            <p:nvPr/>
          </p:nvSpPr>
          <p:spPr>
            <a:xfrm>
              <a:off x="1667464" y="2841928"/>
              <a:ext cx="22300" cy="22338"/>
            </a:xfrm>
            <a:custGeom>
              <a:rect b="b" l="l" r="r" t="t"/>
              <a:pathLst>
                <a:path extrusionOk="0" h="592" w="591">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 name="Google Shape;1318;p73"/>
          <p:cNvGrpSpPr/>
          <p:nvPr/>
        </p:nvGrpSpPr>
        <p:grpSpPr>
          <a:xfrm>
            <a:off x="930309" y="3354367"/>
            <a:ext cx="356660" cy="359729"/>
            <a:chOff x="721622" y="3376673"/>
            <a:chExt cx="377099" cy="380344"/>
          </a:xfrm>
        </p:grpSpPr>
        <p:sp>
          <p:nvSpPr>
            <p:cNvPr id="1319" name="Google Shape;1319;p73"/>
            <p:cNvSpPr/>
            <p:nvPr/>
          </p:nvSpPr>
          <p:spPr>
            <a:xfrm>
              <a:off x="854592" y="3522245"/>
              <a:ext cx="66862" cy="89200"/>
            </a:xfrm>
            <a:custGeom>
              <a:rect b="b" l="l" r="r" t="t"/>
              <a:pathLst>
                <a:path extrusionOk="0" h="2364" w="1772">
                  <a:moveTo>
                    <a:pt x="1181" y="591"/>
                  </a:moveTo>
                  <a:lnTo>
                    <a:pt x="1181" y="1182"/>
                  </a:lnTo>
                  <a:lnTo>
                    <a:pt x="591" y="1182"/>
                  </a:lnTo>
                  <a:lnTo>
                    <a:pt x="591" y="591"/>
                  </a:lnTo>
                  <a:close/>
                  <a:moveTo>
                    <a:pt x="1" y="1"/>
                  </a:moveTo>
                  <a:lnTo>
                    <a:pt x="1" y="2363"/>
                  </a:lnTo>
                  <a:lnTo>
                    <a:pt x="590" y="2363"/>
                  </a:lnTo>
                  <a:lnTo>
                    <a:pt x="590" y="1773"/>
                  </a:lnTo>
                  <a:lnTo>
                    <a:pt x="1181" y="1773"/>
                  </a:lnTo>
                  <a:lnTo>
                    <a:pt x="1181" y="2363"/>
                  </a:lnTo>
                  <a:lnTo>
                    <a:pt x="1772" y="2363"/>
                  </a:lnTo>
                  <a:lnTo>
                    <a:pt x="17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73"/>
            <p:cNvSpPr/>
            <p:nvPr/>
          </p:nvSpPr>
          <p:spPr>
            <a:xfrm>
              <a:off x="943716" y="3522245"/>
              <a:ext cx="22338" cy="89200"/>
            </a:xfrm>
            <a:custGeom>
              <a:rect b="b" l="l" r="r" t="t"/>
              <a:pathLst>
                <a:path extrusionOk="0" h="2364" w="592">
                  <a:moveTo>
                    <a:pt x="0" y="1"/>
                  </a:moveTo>
                  <a:lnTo>
                    <a:pt x="0" y="2363"/>
                  </a:lnTo>
                  <a:lnTo>
                    <a:pt x="591" y="2363"/>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73"/>
            <p:cNvSpPr/>
            <p:nvPr/>
          </p:nvSpPr>
          <p:spPr>
            <a:xfrm>
              <a:off x="798710" y="3455421"/>
              <a:ext cx="222886" cy="222848"/>
            </a:xfrm>
            <a:custGeom>
              <a:rect b="b" l="l" r="r" t="t"/>
              <a:pathLst>
                <a:path extrusionOk="0" h="5906" w="5907">
                  <a:moveTo>
                    <a:pt x="2954" y="590"/>
                  </a:moveTo>
                  <a:cubicBezTo>
                    <a:pt x="4257" y="590"/>
                    <a:pt x="5317" y="1650"/>
                    <a:pt x="5317" y="2953"/>
                  </a:cubicBezTo>
                  <a:cubicBezTo>
                    <a:pt x="5317" y="4256"/>
                    <a:pt x="4257" y="5316"/>
                    <a:pt x="2954" y="5316"/>
                  </a:cubicBezTo>
                  <a:cubicBezTo>
                    <a:pt x="1651" y="5316"/>
                    <a:pt x="591" y="4256"/>
                    <a:pt x="591" y="2953"/>
                  </a:cubicBezTo>
                  <a:cubicBezTo>
                    <a:pt x="591" y="1650"/>
                    <a:pt x="1651" y="590"/>
                    <a:pt x="2954" y="590"/>
                  </a:cubicBezTo>
                  <a:close/>
                  <a:moveTo>
                    <a:pt x="2954" y="1"/>
                  </a:moveTo>
                  <a:cubicBezTo>
                    <a:pt x="1326" y="1"/>
                    <a:pt x="1" y="1324"/>
                    <a:pt x="1" y="2953"/>
                  </a:cubicBezTo>
                  <a:cubicBezTo>
                    <a:pt x="1" y="4582"/>
                    <a:pt x="1326" y="5905"/>
                    <a:pt x="2954" y="5905"/>
                  </a:cubicBezTo>
                  <a:cubicBezTo>
                    <a:pt x="4583" y="5905"/>
                    <a:pt x="5907" y="4582"/>
                    <a:pt x="5907" y="2953"/>
                  </a:cubicBezTo>
                  <a:cubicBezTo>
                    <a:pt x="5907" y="1324"/>
                    <a:pt x="4583" y="1"/>
                    <a:pt x="29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73"/>
            <p:cNvSpPr/>
            <p:nvPr/>
          </p:nvSpPr>
          <p:spPr>
            <a:xfrm>
              <a:off x="721622" y="3376673"/>
              <a:ext cx="377099" cy="380344"/>
            </a:xfrm>
            <a:custGeom>
              <a:rect b="b" l="l" r="r" t="t"/>
              <a:pathLst>
                <a:path extrusionOk="0" h="10080" w="9994">
                  <a:moveTo>
                    <a:pt x="5800" y="591"/>
                  </a:moveTo>
                  <a:lnTo>
                    <a:pt x="6065" y="1656"/>
                  </a:lnTo>
                  <a:lnTo>
                    <a:pt x="6212" y="1710"/>
                  </a:lnTo>
                  <a:cubicBezTo>
                    <a:pt x="6598" y="1851"/>
                    <a:pt x="6955" y="2057"/>
                    <a:pt x="7271" y="2323"/>
                  </a:cubicBezTo>
                  <a:lnTo>
                    <a:pt x="7392" y="2424"/>
                  </a:lnTo>
                  <a:lnTo>
                    <a:pt x="8449" y="2120"/>
                  </a:lnTo>
                  <a:lnTo>
                    <a:pt x="9251" y="3510"/>
                  </a:lnTo>
                  <a:lnTo>
                    <a:pt x="8461" y="4273"/>
                  </a:lnTo>
                  <a:lnTo>
                    <a:pt x="8488" y="4428"/>
                  </a:lnTo>
                  <a:cubicBezTo>
                    <a:pt x="8522" y="4630"/>
                    <a:pt x="8540" y="4835"/>
                    <a:pt x="8540" y="5040"/>
                  </a:cubicBezTo>
                  <a:cubicBezTo>
                    <a:pt x="8540" y="5245"/>
                    <a:pt x="8522" y="5451"/>
                    <a:pt x="8488" y="5653"/>
                  </a:cubicBezTo>
                  <a:lnTo>
                    <a:pt x="8461" y="5807"/>
                  </a:lnTo>
                  <a:lnTo>
                    <a:pt x="9251" y="6569"/>
                  </a:lnTo>
                  <a:lnTo>
                    <a:pt x="8449" y="7960"/>
                  </a:lnTo>
                  <a:lnTo>
                    <a:pt x="7392" y="7656"/>
                  </a:lnTo>
                  <a:lnTo>
                    <a:pt x="7271" y="7757"/>
                  </a:lnTo>
                  <a:cubicBezTo>
                    <a:pt x="6955" y="8023"/>
                    <a:pt x="6598" y="8229"/>
                    <a:pt x="6212" y="8370"/>
                  </a:cubicBezTo>
                  <a:lnTo>
                    <a:pt x="6066" y="8424"/>
                  </a:lnTo>
                  <a:lnTo>
                    <a:pt x="5800" y="9489"/>
                  </a:lnTo>
                  <a:lnTo>
                    <a:pt x="4194" y="9489"/>
                  </a:lnTo>
                  <a:lnTo>
                    <a:pt x="3929" y="8424"/>
                  </a:lnTo>
                  <a:lnTo>
                    <a:pt x="3782" y="8370"/>
                  </a:lnTo>
                  <a:cubicBezTo>
                    <a:pt x="3396" y="8229"/>
                    <a:pt x="3039" y="8023"/>
                    <a:pt x="2723" y="7757"/>
                  </a:cubicBezTo>
                  <a:lnTo>
                    <a:pt x="2603" y="7656"/>
                  </a:lnTo>
                  <a:lnTo>
                    <a:pt x="1546" y="7960"/>
                  </a:lnTo>
                  <a:lnTo>
                    <a:pt x="743" y="6569"/>
                  </a:lnTo>
                  <a:lnTo>
                    <a:pt x="1533" y="5807"/>
                  </a:lnTo>
                  <a:lnTo>
                    <a:pt x="1507" y="5653"/>
                  </a:lnTo>
                  <a:cubicBezTo>
                    <a:pt x="1471" y="5451"/>
                    <a:pt x="1454" y="5245"/>
                    <a:pt x="1454" y="5040"/>
                  </a:cubicBezTo>
                  <a:cubicBezTo>
                    <a:pt x="1454" y="4835"/>
                    <a:pt x="1472" y="4630"/>
                    <a:pt x="1507" y="4428"/>
                  </a:cubicBezTo>
                  <a:lnTo>
                    <a:pt x="1533" y="4273"/>
                  </a:lnTo>
                  <a:lnTo>
                    <a:pt x="743" y="3510"/>
                  </a:lnTo>
                  <a:lnTo>
                    <a:pt x="1546" y="2120"/>
                  </a:lnTo>
                  <a:lnTo>
                    <a:pt x="2603" y="2424"/>
                  </a:lnTo>
                  <a:lnTo>
                    <a:pt x="2723" y="2323"/>
                  </a:lnTo>
                  <a:cubicBezTo>
                    <a:pt x="3039" y="2057"/>
                    <a:pt x="3396" y="1851"/>
                    <a:pt x="3782" y="1710"/>
                  </a:cubicBezTo>
                  <a:lnTo>
                    <a:pt x="3929" y="1656"/>
                  </a:lnTo>
                  <a:lnTo>
                    <a:pt x="4194" y="591"/>
                  </a:lnTo>
                  <a:close/>
                  <a:moveTo>
                    <a:pt x="3732" y="0"/>
                  </a:moveTo>
                  <a:lnTo>
                    <a:pt x="3431" y="1213"/>
                  </a:lnTo>
                  <a:cubicBezTo>
                    <a:pt x="3086" y="1354"/>
                    <a:pt x="2763" y="1541"/>
                    <a:pt x="2467" y="1770"/>
                  </a:cubicBezTo>
                  <a:lnTo>
                    <a:pt x="1265" y="1425"/>
                  </a:lnTo>
                  <a:lnTo>
                    <a:pt x="0" y="3615"/>
                  </a:lnTo>
                  <a:lnTo>
                    <a:pt x="900" y="4483"/>
                  </a:lnTo>
                  <a:cubicBezTo>
                    <a:pt x="876" y="4668"/>
                    <a:pt x="863" y="4854"/>
                    <a:pt x="863" y="5040"/>
                  </a:cubicBezTo>
                  <a:cubicBezTo>
                    <a:pt x="863" y="5226"/>
                    <a:pt x="876" y="5412"/>
                    <a:pt x="900" y="5597"/>
                  </a:cubicBezTo>
                  <a:lnTo>
                    <a:pt x="0" y="6465"/>
                  </a:lnTo>
                  <a:lnTo>
                    <a:pt x="1265" y="8655"/>
                  </a:lnTo>
                  <a:lnTo>
                    <a:pt x="2467" y="8310"/>
                  </a:lnTo>
                  <a:cubicBezTo>
                    <a:pt x="2763" y="8539"/>
                    <a:pt x="3086" y="8726"/>
                    <a:pt x="3431" y="8867"/>
                  </a:cubicBezTo>
                  <a:lnTo>
                    <a:pt x="3732" y="10080"/>
                  </a:lnTo>
                  <a:lnTo>
                    <a:pt x="6262" y="10080"/>
                  </a:lnTo>
                  <a:lnTo>
                    <a:pt x="6564" y="8867"/>
                  </a:lnTo>
                  <a:cubicBezTo>
                    <a:pt x="6908" y="8726"/>
                    <a:pt x="7231" y="8539"/>
                    <a:pt x="7527" y="8310"/>
                  </a:cubicBezTo>
                  <a:lnTo>
                    <a:pt x="8729" y="8655"/>
                  </a:lnTo>
                  <a:lnTo>
                    <a:pt x="9994" y="6465"/>
                  </a:lnTo>
                  <a:lnTo>
                    <a:pt x="9094" y="5597"/>
                  </a:lnTo>
                  <a:cubicBezTo>
                    <a:pt x="9118" y="5412"/>
                    <a:pt x="9131" y="5226"/>
                    <a:pt x="9131" y="5040"/>
                  </a:cubicBezTo>
                  <a:cubicBezTo>
                    <a:pt x="9131" y="4854"/>
                    <a:pt x="9118" y="4668"/>
                    <a:pt x="9094" y="4483"/>
                  </a:cubicBezTo>
                  <a:lnTo>
                    <a:pt x="9994" y="3615"/>
                  </a:lnTo>
                  <a:lnTo>
                    <a:pt x="8729" y="1425"/>
                  </a:lnTo>
                  <a:lnTo>
                    <a:pt x="7527" y="1770"/>
                  </a:lnTo>
                  <a:cubicBezTo>
                    <a:pt x="7231" y="1541"/>
                    <a:pt x="6908" y="1354"/>
                    <a:pt x="6564" y="1213"/>
                  </a:cubicBezTo>
                  <a:lnTo>
                    <a:pt x="62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 name="Google Shape;1323;p73"/>
          <p:cNvGrpSpPr/>
          <p:nvPr/>
        </p:nvGrpSpPr>
        <p:grpSpPr>
          <a:xfrm>
            <a:off x="7855488" y="3354367"/>
            <a:ext cx="359729" cy="359729"/>
            <a:chOff x="8043656" y="3376673"/>
            <a:chExt cx="380344" cy="380344"/>
          </a:xfrm>
        </p:grpSpPr>
        <p:sp>
          <p:nvSpPr>
            <p:cNvPr id="1324" name="Google Shape;1324;p73"/>
            <p:cNvSpPr/>
            <p:nvPr/>
          </p:nvSpPr>
          <p:spPr>
            <a:xfrm>
              <a:off x="8043656" y="3459911"/>
              <a:ext cx="380344" cy="297106"/>
            </a:xfrm>
            <a:custGeom>
              <a:rect b="b" l="l" r="r" t="t"/>
              <a:pathLst>
                <a:path extrusionOk="0" h="7874" w="10080">
                  <a:moveTo>
                    <a:pt x="886" y="592"/>
                  </a:moveTo>
                  <a:cubicBezTo>
                    <a:pt x="1049" y="592"/>
                    <a:pt x="1182" y="724"/>
                    <a:pt x="1182" y="887"/>
                  </a:cubicBezTo>
                  <a:lnTo>
                    <a:pt x="1182" y="2852"/>
                  </a:lnTo>
                  <a:cubicBezTo>
                    <a:pt x="1182" y="3089"/>
                    <a:pt x="1273" y="3312"/>
                    <a:pt x="1441" y="3478"/>
                  </a:cubicBezTo>
                  <a:lnTo>
                    <a:pt x="2633" y="4670"/>
                  </a:lnTo>
                  <a:lnTo>
                    <a:pt x="3051" y="4254"/>
                  </a:lnTo>
                  <a:lnTo>
                    <a:pt x="1863" y="3066"/>
                  </a:lnTo>
                  <a:cubicBezTo>
                    <a:pt x="1817" y="3019"/>
                    <a:pt x="1784" y="2958"/>
                    <a:pt x="1774" y="2893"/>
                  </a:cubicBezTo>
                  <a:cubicBezTo>
                    <a:pt x="1759" y="2774"/>
                    <a:pt x="1812" y="2660"/>
                    <a:pt x="1919" y="2597"/>
                  </a:cubicBezTo>
                  <a:cubicBezTo>
                    <a:pt x="1941" y="2583"/>
                    <a:pt x="1966" y="2572"/>
                    <a:pt x="1993" y="2566"/>
                  </a:cubicBezTo>
                  <a:cubicBezTo>
                    <a:pt x="2018" y="2560"/>
                    <a:pt x="2044" y="2557"/>
                    <a:pt x="2069" y="2557"/>
                  </a:cubicBezTo>
                  <a:cubicBezTo>
                    <a:pt x="2147" y="2557"/>
                    <a:pt x="2222" y="2587"/>
                    <a:pt x="2277" y="2643"/>
                  </a:cubicBezTo>
                  <a:lnTo>
                    <a:pt x="4745" y="5110"/>
                  </a:lnTo>
                  <a:lnTo>
                    <a:pt x="4745" y="7283"/>
                  </a:lnTo>
                  <a:lnTo>
                    <a:pt x="2854" y="7283"/>
                  </a:lnTo>
                  <a:lnTo>
                    <a:pt x="2854" y="6287"/>
                  </a:lnTo>
                  <a:lnTo>
                    <a:pt x="591" y="3736"/>
                  </a:lnTo>
                  <a:lnTo>
                    <a:pt x="591" y="895"/>
                  </a:lnTo>
                  <a:cubicBezTo>
                    <a:pt x="591" y="743"/>
                    <a:pt x="702" y="610"/>
                    <a:pt x="852" y="594"/>
                  </a:cubicBezTo>
                  <a:cubicBezTo>
                    <a:pt x="864" y="592"/>
                    <a:pt x="875" y="592"/>
                    <a:pt x="886" y="592"/>
                  </a:cubicBezTo>
                  <a:close/>
                  <a:moveTo>
                    <a:pt x="9193" y="593"/>
                  </a:moveTo>
                  <a:cubicBezTo>
                    <a:pt x="9355" y="593"/>
                    <a:pt x="9489" y="726"/>
                    <a:pt x="9489" y="889"/>
                  </a:cubicBezTo>
                  <a:lnTo>
                    <a:pt x="9489" y="3736"/>
                  </a:lnTo>
                  <a:lnTo>
                    <a:pt x="7225" y="6287"/>
                  </a:lnTo>
                  <a:lnTo>
                    <a:pt x="7225" y="7283"/>
                  </a:lnTo>
                  <a:lnTo>
                    <a:pt x="5335" y="7283"/>
                  </a:lnTo>
                  <a:lnTo>
                    <a:pt x="5335" y="5109"/>
                  </a:lnTo>
                  <a:lnTo>
                    <a:pt x="7803" y="2643"/>
                  </a:lnTo>
                  <a:cubicBezTo>
                    <a:pt x="7858" y="2587"/>
                    <a:pt x="7933" y="2556"/>
                    <a:pt x="8012" y="2556"/>
                  </a:cubicBezTo>
                  <a:cubicBezTo>
                    <a:pt x="8037" y="2556"/>
                    <a:pt x="8061" y="2559"/>
                    <a:pt x="8086" y="2565"/>
                  </a:cubicBezTo>
                  <a:cubicBezTo>
                    <a:pt x="8113" y="2571"/>
                    <a:pt x="8139" y="2583"/>
                    <a:pt x="8162" y="2597"/>
                  </a:cubicBezTo>
                  <a:cubicBezTo>
                    <a:pt x="8255" y="2654"/>
                    <a:pt x="8308" y="2749"/>
                    <a:pt x="8308" y="2852"/>
                  </a:cubicBezTo>
                  <a:cubicBezTo>
                    <a:pt x="8308" y="2931"/>
                    <a:pt x="8277" y="3005"/>
                    <a:pt x="8221" y="3061"/>
                  </a:cubicBezTo>
                  <a:lnTo>
                    <a:pt x="7028" y="4254"/>
                  </a:lnTo>
                  <a:lnTo>
                    <a:pt x="7446" y="4670"/>
                  </a:lnTo>
                  <a:lnTo>
                    <a:pt x="8639" y="3478"/>
                  </a:lnTo>
                  <a:cubicBezTo>
                    <a:pt x="8805" y="3313"/>
                    <a:pt x="8899" y="3087"/>
                    <a:pt x="8899" y="2852"/>
                  </a:cubicBezTo>
                  <a:lnTo>
                    <a:pt x="8899" y="2850"/>
                  </a:lnTo>
                  <a:lnTo>
                    <a:pt x="8899" y="897"/>
                  </a:lnTo>
                  <a:cubicBezTo>
                    <a:pt x="8899" y="745"/>
                    <a:pt x="9009" y="611"/>
                    <a:pt x="9160" y="595"/>
                  </a:cubicBezTo>
                  <a:cubicBezTo>
                    <a:pt x="9171" y="593"/>
                    <a:pt x="9182" y="593"/>
                    <a:pt x="9193" y="593"/>
                  </a:cubicBezTo>
                  <a:close/>
                  <a:moveTo>
                    <a:pt x="887" y="1"/>
                  </a:moveTo>
                  <a:cubicBezTo>
                    <a:pt x="398" y="1"/>
                    <a:pt x="0" y="398"/>
                    <a:pt x="0" y="887"/>
                  </a:cubicBezTo>
                  <a:lnTo>
                    <a:pt x="0" y="3959"/>
                  </a:lnTo>
                  <a:lnTo>
                    <a:pt x="2264" y="6512"/>
                  </a:lnTo>
                  <a:lnTo>
                    <a:pt x="2264" y="7874"/>
                  </a:lnTo>
                  <a:lnTo>
                    <a:pt x="7815" y="7874"/>
                  </a:lnTo>
                  <a:lnTo>
                    <a:pt x="7815" y="6512"/>
                  </a:lnTo>
                  <a:lnTo>
                    <a:pt x="10079" y="3959"/>
                  </a:lnTo>
                  <a:lnTo>
                    <a:pt x="10079" y="903"/>
                  </a:lnTo>
                  <a:cubicBezTo>
                    <a:pt x="10080" y="424"/>
                    <a:pt x="9689" y="10"/>
                    <a:pt x="9210" y="1"/>
                  </a:cubicBezTo>
                  <a:cubicBezTo>
                    <a:pt x="9205" y="1"/>
                    <a:pt x="9200" y="1"/>
                    <a:pt x="9194" y="1"/>
                  </a:cubicBezTo>
                  <a:cubicBezTo>
                    <a:pt x="8706" y="1"/>
                    <a:pt x="8308" y="398"/>
                    <a:pt x="8308" y="887"/>
                  </a:cubicBezTo>
                  <a:lnTo>
                    <a:pt x="8308" y="2015"/>
                  </a:lnTo>
                  <a:cubicBezTo>
                    <a:pt x="8214" y="1983"/>
                    <a:pt x="8114" y="1965"/>
                    <a:pt x="8012" y="1965"/>
                  </a:cubicBezTo>
                  <a:cubicBezTo>
                    <a:pt x="7990" y="1965"/>
                    <a:pt x="7967" y="1966"/>
                    <a:pt x="7944" y="1968"/>
                  </a:cubicBezTo>
                  <a:cubicBezTo>
                    <a:pt x="7729" y="1984"/>
                    <a:pt x="7527" y="2082"/>
                    <a:pt x="7375" y="2235"/>
                  </a:cubicBezTo>
                  <a:lnTo>
                    <a:pt x="5040" y="4570"/>
                  </a:lnTo>
                  <a:lnTo>
                    <a:pt x="2705" y="2235"/>
                  </a:lnTo>
                  <a:cubicBezTo>
                    <a:pt x="2552" y="2082"/>
                    <a:pt x="2350" y="1984"/>
                    <a:pt x="2135" y="1968"/>
                  </a:cubicBezTo>
                  <a:cubicBezTo>
                    <a:pt x="2112" y="1966"/>
                    <a:pt x="2089" y="1965"/>
                    <a:pt x="2067" y="1965"/>
                  </a:cubicBezTo>
                  <a:cubicBezTo>
                    <a:pt x="1965" y="1965"/>
                    <a:pt x="1865" y="1983"/>
                    <a:pt x="1771" y="2015"/>
                  </a:cubicBezTo>
                  <a:lnTo>
                    <a:pt x="1771" y="903"/>
                  </a:lnTo>
                  <a:cubicBezTo>
                    <a:pt x="1771" y="424"/>
                    <a:pt x="1381" y="10"/>
                    <a:pt x="902" y="1"/>
                  </a:cubicBezTo>
                  <a:cubicBezTo>
                    <a:pt x="897" y="1"/>
                    <a:pt x="892" y="1"/>
                    <a:pt x="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73"/>
            <p:cNvSpPr/>
            <p:nvPr/>
          </p:nvSpPr>
          <p:spPr>
            <a:xfrm>
              <a:off x="8156552" y="3376673"/>
              <a:ext cx="153798" cy="179758"/>
            </a:xfrm>
            <a:custGeom>
              <a:rect b="b" l="l" r="r" t="t"/>
              <a:pathLst>
                <a:path extrusionOk="0" h="4764" w="4076">
                  <a:moveTo>
                    <a:pt x="1753" y="607"/>
                  </a:moveTo>
                  <a:lnTo>
                    <a:pt x="1753" y="4157"/>
                  </a:lnTo>
                  <a:cubicBezTo>
                    <a:pt x="1090" y="4019"/>
                    <a:pt x="591" y="3431"/>
                    <a:pt x="591" y="2729"/>
                  </a:cubicBezTo>
                  <a:lnTo>
                    <a:pt x="591" y="2035"/>
                  </a:lnTo>
                  <a:cubicBezTo>
                    <a:pt x="591" y="1332"/>
                    <a:pt x="1090" y="745"/>
                    <a:pt x="1753" y="607"/>
                  </a:cubicBezTo>
                  <a:close/>
                  <a:moveTo>
                    <a:pt x="2343" y="607"/>
                  </a:moveTo>
                  <a:cubicBezTo>
                    <a:pt x="3006" y="745"/>
                    <a:pt x="3505" y="1332"/>
                    <a:pt x="3505" y="2035"/>
                  </a:cubicBezTo>
                  <a:lnTo>
                    <a:pt x="3505" y="2729"/>
                  </a:lnTo>
                  <a:cubicBezTo>
                    <a:pt x="3505" y="3431"/>
                    <a:pt x="3006" y="4019"/>
                    <a:pt x="2343" y="4157"/>
                  </a:cubicBezTo>
                  <a:lnTo>
                    <a:pt x="2343" y="607"/>
                  </a:lnTo>
                  <a:close/>
                  <a:moveTo>
                    <a:pt x="2039" y="0"/>
                  </a:moveTo>
                  <a:cubicBezTo>
                    <a:pt x="915" y="0"/>
                    <a:pt x="1" y="915"/>
                    <a:pt x="1" y="2038"/>
                  </a:cubicBezTo>
                  <a:lnTo>
                    <a:pt x="1" y="2726"/>
                  </a:lnTo>
                  <a:cubicBezTo>
                    <a:pt x="1" y="3849"/>
                    <a:pt x="914" y="4764"/>
                    <a:pt x="2038" y="4764"/>
                  </a:cubicBezTo>
                  <a:cubicBezTo>
                    <a:pt x="3161" y="4764"/>
                    <a:pt x="4075" y="3849"/>
                    <a:pt x="4075" y="2726"/>
                  </a:cubicBezTo>
                  <a:lnTo>
                    <a:pt x="4075" y="2061"/>
                  </a:lnTo>
                  <a:cubicBezTo>
                    <a:pt x="4075" y="955"/>
                    <a:pt x="3202" y="33"/>
                    <a:pt x="2097" y="1"/>
                  </a:cubicBezTo>
                  <a:cubicBezTo>
                    <a:pt x="2077" y="1"/>
                    <a:pt x="2058" y="0"/>
                    <a:pt x="20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 name="Google Shape;1326;p73"/>
          <p:cNvGrpSpPr/>
          <p:nvPr/>
        </p:nvGrpSpPr>
        <p:grpSpPr>
          <a:xfrm>
            <a:off x="6316183" y="3354367"/>
            <a:ext cx="359765" cy="359729"/>
            <a:chOff x="6416139" y="3376673"/>
            <a:chExt cx="380381" cy="380344"/>
          </a:xfrm>
        </p:grpSpPr>
        <p:sp>
          <p:nvSpPr>
            <p:cNvPr id="1327" name="Google Shape;1327;p73"/>
            <p:cNvSpPr/>
            <p:nvPr/>
          </p:nvSpPr>
          <p:spPr>
            <a:xfrm>
              <a:off x="6416139" y="3459949"/>
              <a:ext cx="380381" cy="297068"/>
            </a:xfrm>
            <a:custGeom>
              <a:rect b="b" l="l" r="r" t="t"/>
              <a:pathLst>
                <a:path extrusionOk="0" h="7873" w="10081">
                  <a:moveTo>
                    <a:pt x="887" y="591"/>
                  </a:moveTo>
                  <a:cubicBezTo>
                    <a:pt x="1050" y="591"/>
                    <a:pt x="1182" y="723"/>
                    <a:pt x="1182" y="886"/>
                  </a:cubicBezTo>
                  <a:lnTo>
                    <a:pt x="1182" y="2851"/>
                  </a:lnTo>
                  <a:cubicBezTo>
                    <a:pt x="1182" y="3088"/>
                    <a:pt x="1274" y="3311"/>
                    <a:pt x="1441" y="3479"/>
                  </a:cubicBezTo>
                  <a:lnTo>
                    <a:pt x="2634" y="4670"/>
                  </a:lnTo>
                  <a:lnTo>
                    <a:pt x="3052" y="4253"/>
                  </a:lnTo>
                  <a:lnTo>
                    <a:pt x="1863" y="3065"/>
                  </a:lnTo>
                  <a:cubicBezTo>
                    <a:pt x="1817" y="3019"/>
                    <a:pt x="1784" y="2959"/>
                    <a:pt x="1776" y="2893"/>
                  </a:cubicBezTo>
                  <a:cubicBezTo>
                    <a:pt x="1760" y="2774"/>
                    <a:pt x="1814" y="2659"/>
                    <a:pt x="1919" y="2596"/>
                  </a:cubicBezTo>
                  <a:cubicBezTo>
                    <a:pt x="1942" y="2582"/>
                    <a:pt x="1967" y="2571"/>
                    <a:pt x="1993" y="2565"/>
                  </a:cubicBezTo>
                  <a:cubicBezTo>
                    <a:pt x="2018" y="2559"/>
                    <a:pt x="2044" y="2556"/>
                    <a:pt x="2068" y="2556"/>
                  </a:cubicBezTo>
                  <a:cubicBezTo>
                    <a:pt x="2147" y="2556"/>
                    <a:pt x="2222" y="2587"/>
                    <a:pt x="2278" y="2642"/>
                  </a:cubicBezTo>
                  <a:lnTo>
                    <a:pt x="4745" y="5109"/>
                  </a:lnTo>
                  <a:lnTo>
                    <a:pt x="4745" y="7282"/>
                  </a:lnTo>
                  <a:lnTo>
                    <a:pt x="2856" y="7282"/>
                  </a:lnTo>
                  <a:lnTo>
                    <a:pt x="2856" y="6288"/>
                  </a:lnTo>
                  <a:lnTo>
                    <a:pt x="591" y="3735"/>
                  </a:lnTo>
                  <a:lnTo>
                    <a:pt x="591" y="894"/>
                  </a:lnTo>
                  <a:cubicBezTo>
                    <a:pt x="591" y="743"/>
                    <a:pt x="702" y="609"/>
                    <a:pt x="853" y="593"/>
                  </a:cubicBezTo>
                  <a:cubicBezTo>
                    <a:pt x="864" y="591"/>
                    <a:pt x="876" y="591"/>
                    <a:pt x="887" y="591"/>
                  </a:cubicBezTo>
                  <a:close/>
                  <a:moveTo>
                    <a:pt x="9195" y="593"/>
                  </a:moveTo>
                  <a:cubicBezTo>
                    <a:pt x="9358" y="593"/>
                    <a:pt x="9490" y="725"/>
                    <a:pt x="9490" y="888"/>
                  </a:cubicBezTo>
                  <a:lnTo>
                    <a:pt x="9490" y="3735"/>
                  </a:lnTo>
                  <a:lnTo>
                    <a:pt x="7226" y="6288"/>
                  </a:lnTo>
                  <a:lnTo>
                    <a:pt x="7226" y="7282"/>
                  </a:lnTo>
                  <a:lnTo>
                    <a:pt x="5336" y="7282"/>
                  </a:lnTo>
                  <a:lnTo>
                    <a:pt x="5336" y="5109"/>
                  </a:lnTo>
                  <a:lnTo>
                    <a:pt x="7804" y="2642"/>
                  </a:lnTo>
                  <a:cubicBezTo>
                    <a:pt x="7860" y="2586"/>
                    <a:pt x="7934" y="2555"/>
                    <a:pt x="8014" y="2555"/>
                  </a:cubicBezTo>
                  <a:cubicBezTo>
                    <a:pt x="8044" y="2555"/>
                    <a:pt x="8075" y="2560"/>
                    <a:pt x="8106" y="2569"/>
                  </a:cubicBezTo>
                  <a:cubicBezTo>
                    <a:pt x="8120" y="2573"/>
                    <a:pt x="8132" y="2579"/>
                    <a:pt x="8145" y="2585"/>
                  </a:cubicBezTo>
                  <a:cubicBezTo>
                    <a:pt x="8248" y="2640"/>
                    <a:pt x="8308" y="2740"/>
                    <a:pt x="8308" y="2850"/>
                  </a:cubicBezTo>
                  <a:lnTo>
                    <a:pt x="8308" y="2851"/>
                  </a:lnTo>
                  <a:cubicBezTo>
                    <a:pt x="8308" y="2930"/>
                    <a:pt x="8278" y="3005"/>
                    <a:pt x="8222" y="3061"/>
                  </a:cubicBezTo>
                  <a:lnTo>
                    <a:pt x="7030" y="4253"/>
                  </a:lnTo>
                  <a:lnTo>
                    <a:pt x="7448" y="4669"/>
                  </a:lnTo>
                  <a:lnTo>
                    <a:pt x="8640" y="3477"/>
                  </a:lnTo>
                  <a:cubicBezTo>
                    <a:pt x="8806" y="3312"/>
                    <a:pt x="8899" y="3086"/>
                    <a:pt x="8899" y="2851"/>
                  </a:cubicBezTo>
                  <a:lnTo>
                    <a:pt x="8899" y="2847"/>
                  </a:lnTo>
                  <a:lnTo>
                    <a:pt x="8899" y="896"/>
                  </a:lnTo>
                  <a:cubicBezTo>
                    <a:pt x="8899" y="744"/>
                    <a:pt x="9010" y="612"/>
                    <a:pt x="9161" y="595"/>
                  </a:cubicBezTo>
                  <a:cubicBezTo>
                    <a:pt x="9172" y="593"/>
                    <a:pt x="9184" y="593"/>
                    <a:pt x="9195" y="593"/>
                  </a:cubicBezTo>
                  <a:close/>
                  <a:moveTo>
                    <a:pt x="886" y="1"/>
                  </a:moveTo>
                  <a:cubicBezTo>
                    <a:pt x="397" y="1"/>
                    <a:pt x="1" y="398"/>
                    <a:pt x="1" y="886"/>
                  </a:cubicBezTo>
                  <a:lnTo>
                    <a:pt x="1" y="3958"/>
                  </a:lnTo>
                  <a:lnTo>
                    <a:pt x="2265" y="6511"/>
                  </a:lnTo>
                  <a:lnTo>
                    <a:pt x="2265" y="7873"/>
                  </a:lnTo>
                  <a:lnTo>
                    <a:pt x="7817" y="7873"/>
                  </a:lnTo>
                  <a:lnTo>
                    <a:pt x="7817" y="6511"/>
                  </a:lnTo>
                  <a:lnTo>
                    <a:pt x="10080" y="3958"/>
                  </a:lnTo>
                  <a:lnTo>
                    <a:pt x="10080" y="902"/>
                  </a:lnTo>
                  <a:cubicBezTo>
                    <a:pt x="10080" y="423"/>
                    <a:pt x="9689" y="9"/>
                    <a:pt x="9211" y="1"/>
                  </a:cubicBezTo>
                  <a:cubicBezTo>
                    <a:pt x="9205" y="1"/>
                    <a:pt x="9200" y="1"/>
                    <a:pt x="9194" y="1"/>
                  </a:cubicBezTo>
                  <a:cubicBezTo>
                    <a:pt x="8706" y="1"/>
                    <a:pt x="8308" y="398"/>
                    <a:pt x="8308" y="886"/>
                  </a:cubicBezTo>
                  <a:lnTo>
                    <a:pt x="8308" y="2014"/>
                  </a:lnTo>
                  <a:cubicBezTo>
                    <a:pt x="8215" y="1982"/>
                    <a:pt x="8115" y="1965"/>
                    <a:pt x="8013" y="1965"/>
                  </a:cubicBezTo>
                  <a:cubicBezTo>
                    <a:pt x="7776" y="1965"/>
                    <a:pt x="7553" y="2057"/>
                    <a:pt x="7386" y="2224"/>
                  </a:cubicBezTo>
                  <a:lnTo>
                    <a:pt x="5040" y="4569"/>
                  </a:lnTo>
                  <a:lnTo>
                    <a:pt x="2705" y="2234"/>
                  </a:lnTo>
                  <a:cubicBezTo>
                    <a:pt x="2552" y="2081"/>
                    <a:pt x="2352" y="1983"/>
                    <a:pt x="2137" y="1967"/>
                  </a:cubicBezTo>
                  <a:cubicBezTo>
                    <a:pt x="2114" y="1965"/>
                    <a:pt x="2091" y="1964"/>
                    <a:pt x="2068" y="1964"/>
                  </a:cubicBezTo>
                  <a:cubicBezTo>
                    <a:pt x="1965" y="1964"/>
                    <a:pt x="1866" y="1982"/>
                    <a:pt x="1773" y="2014"/>
                  </a:cubicBezTo>
                  <a:lnTo>
                    <a:pt x="1773" y="902"/>
                  </a:lnTo>
                  <a:cubicBezTo>
                    <a:pt x="1773" y="424"/>
                    <a:pt x="1381" y="9"/>
                    <a:pt x="904" y="1"/>
                  </a:cubicBezTo>
                  <a:cubicBezTo>
                    <a:pt x="898" y="1"/>
                    <a:pt x="892" y="1"/>
                    <a:pt x="8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73"/>
            <p:cNvSpPr/>
            <p:nvPr/>
          </p:nvSpPr>
          <p:spPr>
            <a:xfrm>
              <a:off x="6521639" y="3376673"/>
              <a:ext cx="169419" cy="168664"/>
            </a:xfrm>
            <a:custGeom>
              <a:rect b="b" l="l" r="r" t="t"/>
              <a:pathLst>
                <a:path extrusionOk="0" h="4470" w="4490">
                  <a:moveTo>
                    <a:pt x="2244" y="1181"/>
                  </a:moveTo>
                  <a:cubicBezTo>
                    <a:pt x="2826" y="1181"/>
                    <a:pt x="3298" y="1654"/>
                    <a:pt x="3298" y="2234"/>
                  </a:cubicBezTo>
                  <a:cubicBezTo>
                    <a:pt x="3298" y="2815"/>
                    <a:pt x="2826" y="3288"/>
                    <a:pt x="2244" y="3288"/>
                  </a:cubicBezTo>
                  <a:cubicBezTo>
                    <a:pt x="1664" y="3288"/>
                    <a:pt x="1192" y="2815"/>
                    <a:pt x="1192" y="2234"/>
                  </a:cubicBezTo>
                  <a:cubicBezTo>
                    <a:pt x="1192" y="1654"/>
                    <a:pt x="1664" y="1181"/>
                    <a:pt x="2244" y="1181"/>
                  </a:cubicBezTo>
                  <a:close/>
                  <a:moveTo>
                    <a:pt x="1949" y="0"/>
                  </a:moveTo>
                  <a:lnTo>
                    <a:pt x="1949" y="628"/>
                  </a:lnTo>
                  <a:cubicBezTo>
                    <a:pt x="1715" y="670"/>
                    <a:pt x="1497" y="763"/>
                    <a:pt x="1308" y="893"/>
                  </a:cubicBezTo>
                  <a:lnTo>
                    <a:pt x="868" y="456"/>
                  </a:lnTo>
                  <a:lnTo>
                    <a:pt x="448" y="873"/>
                  </a:lnTo>
                  <a:lnTo>
                    <a:pt x="888" y="1310"/>
                  </a:lnTo>
                  <a:cubicBezTo>
                    <a:pt x="756" y="1499"/>
                    <a:pt x="664" y="1715"/>
                    <a:pt x="621" y="1949"/>
                  </a:cubicBezTo>
                  <a:lnTo>
                    <a:pt x="1" y="1949"/>
                  </a:lnTo>
                  <a:lnTo>
                    <a:pt x="1" y="2540"/>
                  </a:lnTo>
                  <a:lnTo>
                    <a:pt x="621" y="2540"/>
                  </a:lnTo>
                  <a:cubicBezTo>
                    <a:pt x="664" y="2773"/>
                    <a:pt x="756" y="2990"/>
                    <a:pt x="888" y="3178"/>
                  </a:cubicBezTo>
                  <a:lnTo>
                    <a:pt x="448" y="3616"/>
                  </a:lnTo>
                  <a:lnTo>
                    <a:pt x="868" y="4034"/>
                  </a:lnTo>
                  <a:lnTo>
                    <a:pt x="1308" y="3596"/>
                  </a:lnTo>
                  <a:cubicBezTo>
                    <a:pt x="1497" y="3727"/>
                    <a:pt x="1715" y="3818"/>
                    <a:pt x="1949" y="3862"/>
                  </a:cubicBezTo>
                  <a:lnTo>
                    <a:pt x="1949" y="4469"/>
                  </a:lnTo>
                  <a:lnTo>
                    <a:pt x="2540" y="4469"/>
                  </a:lnTo>
                  <a:lnTo>
                    <a:pt x="2540" y="3862"/>
                  </a:lnTo>
                  <a:cubicBezTo>
                    <a:pt x="2775" y="3818"/>
                    <a:pt x="2992" y="3727"/>
                    <a:pt x="3182" y="3596"/>
                  </a:cubicBezTo>
                  <a:lnTo>
                    <a:pt x="3621" y="4034"/>
                  </a:lnTo>
                  <a:lnTo>
                    <a:pt x="4041" y="3616"/>
                  </a:lnTo>
                  <a:lnTo>
                    <a:pt x="3602" y="3178"/>
                  </a:lnTo>
                  <a:cubicBezTo>
                    <a:pt x="3733" y="2990"/>
                    <a:pt x="3826" y="2773"/>
                    <a:pt x="3868" y="2540"/>
                  </a:cubicBezTo>
                  <a:lnTo>
                    <a:pt x="4489" y="2540"/>
                  </a:lnTo>
                  <a:lnTo>
                    <a:pt x="4489" y="1949"/>
                  </a:lnTo>
                  <a:lnTo>
                    <a:pt x="3862" y="1949"/>
                  </a:lnTo>
                  <a:cubicBezTo>
                    <a:pt x="3819" y="1714"/>
                    <a:pt x="3727" y="1497"/>
                    <a:pt x="3597" y="1307"/>
                  </a:cubicBezTo>
                  <a:lnTo>
                    <a:pt x="4033" y="868"/>
                  </a:lnTo>
                  <a:lnTo>
                    <a:pt x="3616" y="448"/>
                  </a:lnTo>
                  <a:lnTo>
                    <a:pt x="3179" y="887"/>
                  </a:lnTo>
                  <a:cubicBezTo>
                    <a:pt x="2990" y="756"/>
                    <a:pt x="2774" y="664"/>
                    <a:pt x="2540" y="621"/>
                  </a:cubicBezTo>
                  <a:lnTo>
                    <a:pt x="25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 name="Google Shape;1329;p73"/>
          <p:cNvGrpSpPr/>
          <p:nvPr/>
        </p:nvGrpSpPr>
        <p:grpSpPr>
          <a:xfrm>
            <a:off x="7108408" y="3354724"/>
            <a:ext cx="314620" cy="359015"/>
            <a:chOff x="7253764" y="3377050"/>
            <a:chExt cx="332650" cy="379589"/>
          </a:xfrm>
        </p:grpSpPr>
        <p:sp>
          <p:nvSpPr>
            <p:cNvPr id="1330" name="Google Shape;1330;p73"/>
            <p:cNvSpPr/>
            <p:nvPr/>
          </p:nvSpPr>
          <p:spPr>
            <a:xfrm>
              <a:off x="7253764" y="3377050"/>
              <a:ext cx="332650" cy="379589"/>
            </a:xfrm>
            <a:custGeom>
              <a:rect b="b" l="l" r="r" t="t"/>
              <a:pathLst>
                <a:path extrusionOk="0" h="10060" w="8816">
                  <a:moveTo>
                    <a:pt x="3852" y="589"/>
                  </a:moveTo>
                  <a:cubicBezTo>
                    <a:pt x="3921" y="589"/>
                    <a:pt x="3992" y="591"/>
                    <a:pt x="4062" y="595"/>
                  </a:cubicBezTo>
                  <a:cubicBezTo>
                    <a:pt x="5784" y="704"/>
                    <a:pt x="7114" y="2152"/>
                    <a:pt x="7114" y="3877"/>
                  </a:cubicBezTo>
                  <a:lnTo>
                    <a:pt x="7114" y="3892"/>
                  </a:lnTo>
                  <a:lnTo>
                    <a:pt x="7974" y="6260"/>
                  </a:lnTo>
                  <a:lnTo>
                    <a:pt x="7114" y="6260"/>
                  </a:lnTo>
                  <a:lnTo>
                    <a:pt x="7114" y="7698"/>
                  </a:lnTo>
                  <a:lnTo>
                    <a:pt x="5342" y="7698"/>
                  </a:lnTo>
                  <a:lnTo>
                    <a:pt x="5342" y="9469"/>
                  </a:lnTo>
                  <a:lnTo>
                    <a:pt x="1779" y="9469"/>
                  </a:lnTo>
                  <a:lnTo>
                    <a:pt x="1779" y="6354"/>
                  </a:lnTo>
                  <a:lnTo>
                    <a:pt x="1681" y="6265"/>
                  </a:lnTo>
                  <a:cubicBezTo>
                    <a:pt x="988" y="5649"/>
                    <a:pt x="590" y="4765"/>
                    <a:pt x="590" y="3840"/>
                  </a:cubicBezTo>
                  <a:cubicBezTo>
                    <a:pt x="590" y="2047"/>
                    <a:pt x="2053" y="589"/>
                    <a:pt x="3852" y="589"/>
                  </a:cubicBezTo>
                  <a:close/>
                  <a:moveTo>
                    <a:pt x="3852" y="1"/>
                  </a:moveTo>
                  <a:cubicBezTo>
                    <a:pt x="1728" y="1"/>
                    <a:pt x="0" y="1723"/>
                    <a:pt x="0" y="3841"/>
                  </a:cubicBezTo>
                  <a:cubicBezTo>
                    <a:pt x="0" y="4889"/>
                    <a:pt x="432" y="5893"/>
                    <a:pt x="1188" y="6615"/>
                  </a:cubicBezTo>
                  <a:lnTo>
                    <a:pt x="1188" y="10059"/>
                  </a:lnTo>
                  <a:lnTo>
                    <a:pt x="5933" y="10059"/>
                  </a:lnTo>
                  <a:lnTo>
                    <a:pt x="5933" y="8287"/>
                  </a:lnTo>
                  <a:lnTo>
                    <a:pt x="7705" y="8287"/>
                  </a:lnTo>
                  <a:lnTo>
                    <a:pt x="7705" y="6851"/>
                  </a:lnTo>
                  <a:lnTo>
                    <a:pt x="8815" y="6851"/>
                  </a:lnTo>
                  <a:lnTo>
                    <a:pt x="7705" y="3788"/>
                  </a:lnTo>
                  <a:cubicBezTo>
                    <a:pt x="7676" y="1696"/>
                    <a:pt x="5959" y="1"/>
                    <a:pt x="38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73"/>
            <p:cNvSpPr/>
            <p:nvPr/>
          </p:nvSpPr>
          <p:spPr>
            <a:xfrm>
              <a:off x="7297005" y="3433649"/>
              <a:ext cx="203869" cy="130592"/>
            </a:xfrm>
            <a:custGeom>
              <a:rect b="b" l="l" r="r" t="t"/>
              <a:pathLst>
                <a:path extrusionOk="0" h="3461" w="5403">
                  <a:moveTo>
                    <a:pt x="3146" y="591"/>
                  </a:moveTo>
                  <a:cubicBezTo>
                    <a:pt x="3640" y="591"/>
                    <a:pt x="4041" y="990"/>
                    <a:pt x="4042" y="1480"/>
                  </a:cubicBezTo>
                  <a:lnTo>
                    <a:pt x="4039" y="1750"/>
                  </a:lnTo>
                  <a:lnTo>
                    <a:pt x="4303" y="1781"/>
                  </a:lnTo>
                  <a:cubicBezTo>
                    <a:pt x="4603" y="1816"/>
                    <a:pt x="4822" y="2088"/>
                    <a:pt x="4783" y="2395"/>
                  </a:cubicBezTo>
                  <a:cubicBezTo>
                    <a:pt x="4750" y="2658"/>
                    <a:pt x="4495" y="2870"/>
                    <a:pt x="4232" y="2870"/>
                  </a:cubicBezTo>
                  <a:lnTo>
                    <a:pt x="1179" y="2870"/>
                  </a:lnTo>
                  <a:cubicBezTo>
                    <a:pt x="1179" y="2870"/>
                    <a:pt x="633" y="2630"/>
                    <a:pt x="633" y="2329"/>
                  </a:cubicBezTo>
                  <a:cubicBezTo>
                    <a:pt x="633" y="2051"/>
                    <a:pt x="840" y="1818"/>
                    <a:pt x="1115" y="1786"/>
                  </a:cubicBezTo>
                  <a:lnTo>
                    <a:pt x="1381" y="1756"/>
                  </a:lnTo>
                  <a:lnTo>
                    <a:pt x="1381" y="1490"/>
                  </a:lnTo>
                  <a:lnTo>
                    <a:pt x="1362" y="1480"/>
                  </a:lnTo>
                  <a:cubicBezTo>
                    <a:pt x="1362" y="1156"/>
                    <a:pt x="1628" y="891"/>
                    <a:pt x="1955" y="891"/>
                  </a:cubicBezTo>
                  <a:cubicBezTo>
                    <a:pt x="2032" y="891"/>
                    <a:pt x="2106" y="906"/>
                    <a:pt x="2177" y="934"/>
                  </a:cubicBezTo>
                  <a:lnTo>
                    <a:pt x="2363" y="1008"/>
                  </a:lnTo>
                  <a:lnTo>
                    <a:pt x="2502" y="864"/>
                  </a:lnTo>
                  <a:cubicBezTo>
                    <a:pt x="2673" y="688"/>
                    <a:pt x="2902" y="591"/>
                    <a:pt x="3146" y="591"/>
                  </a:cubicBezTo>
                  <a:close/>
                  <a:moveTo>
                    <a:pt x="3153" y="1"/>
                  </a:moveTo>
                  <a:cubicBezTo>
                    <a:pt x="2810" y="1"/>
                    <a:pt x="2486" y="116"/>
                    <a:pt x="2224" y="329"/>
                  </a:cubicBezTo>
                  <a:cubicBezTo>
                    <a:pt x="2140" y="310"/>
                    <a:pt x="2055" y="300"/>
                    <a:pt x="1967" y="300"/>
                  </a:cubicBezTo>
                  <a:cubicBezTo>
                    <a:pt x="1395" y="300"/>
                    <a:pt x="917" y="708"/>
                    <a:pt x="809" y="1248"/>
                  </a:cubicBezTo>
                  <a:cubicBezTo>
                    <a:pt x="329" y="1414"/>
                    <a:pt x="1" y="1888"/>
                    <a:pt x="46" y="2422"/>
                  </a:cubicBezTo>
                  <a:cubicBezTo>
                    <a:pt x="97" y="3013"/>
                    <a:pt x="604" y="3460"/>
                    <a:pt x="1197" y="3460"/>
                  </a:cubicBezTo>
                  <a:lnTo>
                    <a:pt x="4222" y="3460"/>
                  </a:lnTo>
                  <a:cubicBezTo>
                    <a:pt x="4830" y="3460"/>
                    <a:pt x="5345" y="2991"/>
                    <a:pt x="5376" y="2384"/>
                  </a:cubicBezTo>
                  <a:cubicBezTo>
                    <a:pt x="5403" y="1867"/>
                    <a:pt x="5082" y="1413"/>
                    <a:pt x="4616" y="1251"/>
                  </a:cubicBezTo>
                  <a:cubicBezTo>
                    <a:pt x="4505" y="544"/>
                    <a:pt x="3891" y="1"/>
                    <a:pt x="31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 name="Google Shape;1332;p73"/>
          <p:cNvGrpSpPr/>
          <p:nvPr/>
        </p:nvGrpSpPr>
        <p:grpSpPr>
          <a:xfrm>
            <a:off x="5546548" y="3354367"/>
            <a:ext cx="359765" cy="359729"/>
            <a:chOff x="5602400" y="3376673"/>
            <a:chExt cx="380381" cy="380344"/>
          </a:xfrm>
        </p:grpSpPr>
        <p:sp>
          <p:nvSpPr>
            <p:cNvPr id="1333" name="Google Shape;1333;p73"/>
            <p:cNvSpPr/>
            <p:nvPr/>
          </p:nvSpPr>
          <p:spPr>
            <a:xfrm>
              <a:off x="5602400" y="3376673"/>
              <a:ext cx="380381" cy="380344"/>
            </a:xfrm>
            <a:custGeom>
              <a:rect b="b" l="l" r="r" t="t"/>
              <a:pathLst>
                <a:path extrusionOk="0" h="10080" w="10081">
                  <a:moveTo>
                    <a:pt x="9490" y="591"/>
                  </a:moveTo>
                  <a:lnTo>
                    <a:pt x="9490" y="2363"/>
                  </a:lnTo>
                  <a:lnTo>
                    <a:pt x="592" y="2363"/>
                  </a:lnTo>
                  <a:lnTo>
                    <a:pt x="592" y="591"/>
                  </a:lnTo>
                  <a:close/>
                  <a:moveTo>
                    <a:pt x="5943" y="2954"/>
                  </a:moveTo>
                  <a:lnTo>
                    <a:pt x="7458" y="4469"/>
                  </a:lnTo>
                  <a:lnTo>
                    <a:pt x="6206" y="4469"/>
                  </a:lnTo>
                  <a:lnTo>
                    <a:pt x="4689" y="2954"/>
                  </a:lnTo>
                  <a:close/>
                  <a:moveTo>
                    <a:pt x="7866" y="5060"/>
                  </a:moveTo>
                  <a:cubicBezTo>
                    <a:pt x="8110" y="5060"/>
                    <a:pt x="8309" y="5258"/>
                    <a:pt x="8309" y="5503"/>
                  </a:cubicBezTo>
                  <a:cubicBezTo>
                    <a:pt x="8309" y="5747"/>
                    <a:pt x="8110" y="5945"/>
                    <a:pt x="7866" y="5945"/>
                  </a:cubicBezTo>
                  <a:lnTo>
                    <a:pt x="3840" y="5945"/>
                  </a:lnTo>
                  <a:lnTo>
                    <a:pt x="3840" y="5503"/>
                  </a:lnTo>
                  <a:cubicBezTo>
                    <a:pt x="3840" y="5344"/>
                    <a:pt x="3804" y="5194"/>
                    <a:pt x="3740" y="5060"/>
                  </a:cubicBezTo>
                  <a:close/>
                  <a:moveTo>
                    <a:pt x="2807" y="5060"/>
                  </a:moveTo>
                  <a:cubicBezTo>
                    <a:pt x="3050" y="5060"/>
                    <a:pt x="3249" y="5258"/>
                    <a:pt x="3249" y="5503"/>
                  </a:cubicBezTo>
                  <a:lnTo>
                    <a:pt x="3249" y="7126"/>
                  </a:lnTo>
                  <a:lnTo>
                    <a:pt x="2364" y="7126"/>
                  </a:lnTo>
                  <a:lnTo>
                    <a:pt x="2364" y="5503"/>
                  </a:lnTo>
                  <a:cubicBezTo>
                    <a:pt x="2364" y="5258"/>
                    <a:pt x="2562" y="5060"/>
                    <a:pt x="2807" y="5060"/>
                  </a:cubicBezTo>
                  <a:close/>
                  <a:moveTo>
                    <a:pt x="1" y="0"/>
                  </a:moveTo>
                  <a:lnTo>
                    <a:pt x="1" y="2954"/>
                  </a:lnTo>
                  <a:lnTo>
                    <a:pt x="3855" y="2954"/>
                  </a:lnTo>
                  <a:lnTo>
                    <a:pt x="5371" y="4469"/>
                  </a:lnTo>
                  <a:lnTo>
                    <a:pt x="2807" y="4469"/>
                  </a:lnTo>
                  <a:cubicBezTo>
                    <a:pt x="2236" y="4469"/>
                    <a:pt x="1773" y="4931"/>
                    <a:pt x="1773" y="5503"/>
                  </a:cubicBezTo>
                  <a:lnTo>
                    <a:pt x="1773" y="7717"/>
                  </a:lnTo>
                  <a:lnTo>
                    <a:pt x="2521" y="7717"/>
                  </a:lnTo>
                  <a:lnTo>
                    <a:pt x="2521" y="8308"/>
                  </a:lnTo>
                  <a:lnTo>
                    <a:pt x="1182" y="8308"/>
                  </a:lnTo>
                  <a:lnTo>
                    <a:pt x="1182" y="10080"/>
                  </a:lnTo>
                  <a:lnTo>
                    <a:pt x="1773" y="10080"/>
                  </a:lnTo>
                  <a:lnTo>
                    <a:pt x="1773" y="8899"/>
                  </a:lnTo>
                  <a:lnTo>
                    <a:pt x="3840" y="8899"/>
                  </a:lnTo>
                  <a:lnTo>
                    <a:pt x="3840" y="10080"/>
                  </a:lnTo>
                  <a:lnTo>
                    <a:pt x="4430" y="10080"/>
                  </a:lnTo>
                  <a:lnTo>
                    <a:pt x="4430" y="8308"/>
                  </a:lnTo>
                  <a:lnTo>
                    <a:pt x="3091" y="8308"/>
                  </a:lnTo>
                  <a:lnTo>
                    <a:pt x="3091" y="7717"/>
                  </a:lnTo>
                  <a:lnTo>
                    <a:pt x="3840" y="7717"/>
                  </a:lnTo>
                  <a:lnTo>
                    <a:pt x="3840" y="6536"/>
                  </a:lnTo>
                  <a:lnTo>
                    <a:pt x="7848" y="6536"/>
                  </a:lnTo>
                  <a:cubicBezTo>
                    <a:pt x="8399" y="6536"/>
                    <a:pt x="8881" y="6086"/>
                    <a:pt x="8899" y="5536"/>
                  </a:cubicBezTo>
                  <a:cubicBezTo>
                    <a:pt x="8908" y="5237"/>
                    <a:pt x="8791" y="4966"/>
                    <a:pt x="8597" y="4772"/>
                  </a:cubicBezTo>
                  <a:lnTo>
                    <a:pt x="6778" y="2954"/>
                  </a:lnTo>
                  <a:lnTo>
                    <a:pt x="10081" y="2954"/>
                  </a:lnTo>
                  <a:lnTo>
                    <a:pt x="100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73"/>
            <p:cNvSpPr/>
            <p:nvPr/>
          </p:nvSpPr>
          <p:spPr>
            <a:xfrm>
              <a:off x="5647000" y="3421235"/>
              <a:ext cx="22300" cy="22338"/>
            </a:xfrm>
            <a:custGeom>
              <a:rect b="b" l="l" r="r" t="t"/>
              <a:pathLst>
                <a:path extrusionOk="0" h="592" w="591">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73"/>
            <p:cNvSpPr/>
            <p:nvPr/>
          </p:nvSpPr>
          <p:spPr>
            <a:xfrm>
              <a:off x="5692316" y="3421235"/>
              <a:ext cx="22300" cy="22338"/>
            </a:xfrm>
            <a:custGeom>
              <a:rect b="b" l="l" r="r" t="t"/>
              <a:pathLst>
                <a:path extrusionOk="0" h="592" w="591">
                  <a:moveTo>
                    <a:pt x="1" y="0"/>
                  </a:moveTo>
                  <a:lnTo>
                    <a:pt x="1" y="591"/>
                  </a:lnTo>
                  <a:lnTo>
                    <a:pt x="590" y="591"/>
                  </a:lnTo>
                  <a:lnTo>
                    <a:pt x="59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73"/>
            <p:cNvSpPr/>
            <p:nvPr/>
          </p:nvSpPr>
          <p:spPr>
            <a:xfrm>
              <a:off x="5736841" y="3421235"/>
              <a:ext cx="22338" cy="22338"/>
            </a:xfrm>
            <a:custGeom>
              <a:rect b="b" l="l" r="r" t="t"/>
              <a:pathLst>
                <a:path extrusionOk="0" h="592" w="592">
                  <a:moveTo>
                    <a:pt x="1" y="0"/>
                  </a:moveTo>
                  <a:lnTo>
                    <a:pt x="1" y="591"/>
                  </a:lnTo>
                  <a:lnTo>
                    <a:pt x="592" y="591"/>
                  </a:lnTo>
                  <a:lnTo>
                    <a:pt x="59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73"/>
            <p:cNvSpPr/>
            <p:nvPr/>
          </p:nvSpPr>
          <p:spPr>
            <a:xfrm>
              <a:off x="5781441" y="3421235"/>
              <a:ext cx="22338" cy="22338"/>
            </a:xfrm>
            <a:custGeom>
              <a:rect b="b" l="l" r="r" t="t"/>
              <a:pathLst>
                <a:path extrusionOk="0" h="592" w="592">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73"/>
            <p:cNvSpPr/>
            <p:nvPr/>
          </p:nvSpPr>
          <p:spPr>
            <a:xfrm>
              <a:off x="5826003" y="3421235"/>
              <a:ext cx="22338" cy="22338"/>
            </a:xfrm>
            <a:custGeom>
              <a:rect b="b" l="l" r="r" t="t"/>
              <a:pathLst>
                <a:path extrusionOk="0" h="592" w="592">
                  <a:moveTo>
                    <a:pt x="1" y="0"/>
                  </a:moveTo>
                  <a:lnTo>
                    <a:pt x="1"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73"/>
            <p:cNvSpPr/>
            <p:nvPr/>
          </p:nvSpPr>
          <p:spPr>
            <a:xfrm>
              <a:off x="5871319" y="3421235"/>
              <a:ext cx="22300" cy="22338"/>
            </a:xfrm>
            <a:custGeom>
              <a:rect b="b" l="l" r="r" t="t"/>
              <a:pathLst>
                <a:path extrusionOk="0" h="592" w="591">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73"/>
            <p:cNvSpPr/>
            <p:nvPr/>
          </p:nvSpPr>
          <p:spPr>
            <a:xfrm>
              <a:off x="5915882" y="3421235"/>
              <a:ext cx="22338" cy="22338"/>
            </a:xfrm>
            <a:custGeom>
              <a:rect b="b" l="l" r="r" t="t"/>
              <a:pathLst>
                <a:path extrusionOk="0" h="592" w="592">
                  <a:moveTo>
                    <a:pt x="1" y="0"/>
                  </a:moveTo>
                  <a:lnTo>
                    <a:pt x="1"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 name="Google Shape;1341;p73"/>
          <p:cNvGrpSpPr/>
          <p:nvPr/>
        </p:nvGrpSpPr>
        <p:grpSpPr>
          <a:xfrm>
            <a:off x="4799468" y="3355045"/>
            <a:ext cx="314691" cy="358373"/>
            <a:chOff x="4812507" y="3377390"/>
            <a:chExt cx="332725" cy="378910"/>
          </a:xfrm>
        </p:grpSpPr>
        <p:sp>
          <p:nvSpPr>
            <p:cNvPr id="1342" name="Google Shape;1342;p73"/>
            <p:cNvSpPr/>
            <p:nvPr/>
          </p:nvSpPr>
          <p:spPr>
            <a:xfrm>
              <a:off x="4812507" y="3377390"/>
              <a:ext cx="332725" cy="378910"/>
            </a:xfrm>
            <a:custGeom>
              <a:rect b="b" l="l" r="r" t="t"/>
              <a:pathLst>
                <a:path extrusionOk="0" h="10042" w="8818">
                  <a:moveTo>
                    <a:pt x="3854" y="571"/>
                  </a:moveTo>
                  <a:cubicBezTo>
                    <a:pt x="3923" y="571"/>
                    <a:pt x="3993" y="574"/>
                    <a:pt x="4064" y="578"/>
                  </a:cubicBezTo>
                  <a:cubicBezTo>
                    <a:pt x="5784" y="686"/>
                    <a:pt x="7115" y="2135"/>
                    <a:pt x="7115" y="3860"/>
                  </a:cubicBezTo>
                  <a:lnTo>
                    <a:pt x="7115" y="3874"/>
                  </a:lnTo>
                  <a:lnTo>
                    <a:pt x="7974" y="6242"/>
                  </a:lnTo>
                  <a:lnTo>
                    <a:pt x="7115" y="6242"/>
                  </a:lnTo>
                  <a:lnTo>
                    <a:pt x="7115" y="7680"/>
                  </a:lnTo>
                  <a:lnTo>
                    <a:pt x="5344" y="7680"/>
                  </a:lnTo>
                  <a:lnTo>
                    <a:pt x="5344" y="9451"/>
                  </a:lnTo>
                  <a:lnTo>
                    <a:pt x="1780" y="9451"/>
                  </a:lnTo>
                  <a:lnTo>
                    <a:pt x="1780" y="6336"/>
                  </a:lnTo>
                  <a:lnTo>
                    <a:pt x="1681" y="6248"/>
                  </a:lnTo>
                  <a:cubicBezTo>
                    <a:pt x="988" y="5632"/>
                    <a:pt x="592" y="4748"/>
                    <a:pt x="592" y="3823"/>
                  </a:cubicBezTo>
                  <a:cubicBezTo>
                    <a:pt x="592" y="2030"/>
                    <a:pt x="2055" y="571"/>
                    <a:pt x="3854" y="571"/>
                  </a:cubicBezTo>
                  <a:close/>
                  <a:moveTo>
                    <a:pt x="3853" y="0"/>
                  </a:moveTo>
                  <a:cubicBezTo>
                    <a:pt x="1730" y="0"/>
                    <a:pt x="1" y="1718"/>
                    <a:pt x="1" y="3831"/>
                  </a:cubicBezTo>
                  <a:cubicBezTo>
                    <a:pt x="1" y="4876"/>
                    <a:pt x="432" y="5877"/>
                    <a:pt x="1190" y="6599"/>
                  </a:cubicBezTo>
                  <a:lnTo>
                    <a:pt x="1190" y="10042"/>
                  </a:lnTo>
                  <a:lnTo>
                    <a:pt x="5914" y="10042"/>
                  </a:lnTo>
                  <a:lnTo>
                    <a:pt x="5914" y="8270"/>
                  </a:lnTo>
                  <a:lnTo>
                    <a:pt x="7705" y="8270"/>
                  </a:lnTo>
                  <a:lnTo>
                    <a:pt x="7705" y="6833"/>
                  </a:lnTo>
                  <a:lnTo>
                    <a:pt x="8817" y="6833"/>
                  </a:lnTo>
                  <a:lnTo>
                    <a:pt x="7705" y="3778"/>
                  </a:lnTo>
                  <a:cubicBezTo>
                    <a:pt x="7677" y="1691"/>
                    <a:pt x="5960" y="0"/>
                    <a:pt x="38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73"/>
            <p:cNvSpPr/>
            <p:nvPr/>
          </p:nvSpPr>
          <p:spPr>
            <a:xfrm>
              <a:off x="4868540" y="3431649"/>
              <a:ext cx="179041" cy="179078"/>
            </a:xfrm>
            <a:custGeom>
              <a:rect b="b" l="l" r="r" t="t"/>
              <a:pathLst>
                <a:path extrusionOk="0" h="4746" w="4745">
                  <a:moveTo>
                    <a:pt x="2677" y="626"/>
                  </a:moveTo>
                  <a:cubicBezTo>
                    <a:pt x="3423" y="751"/>
                    <a:pt x="4014" y="1341"/>
                    <a:pt x="4139" y="2087"/>
                  </a:cubicBezTo>
                  <a:lnTo>
                    <a:pt x="2677" y="2087"/>
                  </a:lnTo>
                  <a:lnTo>
                    <a:pt x="2677" y="626"/>
                  </a:lnTo>
                  <a:close/>
                  <a:moveTo>
                    <a:pt x="2086" y="616"/>
                  </a:moveTo>
                  <a:lnTo>
                    <a:pt x="2086" y="2251"/>
                  </a:lnTo>
                  <a:lnTo>
                    <a:pt x="931" y="3406"/>
                  </a:lnTo>
                  <a:cubicBezTo>
                    <a:pt x="723" y="3115"/>
                    <a:pt x="600" y="2758"/>
                    <a:pt x="600" y="2373"/>
                  </a:cubicBezTo>
                  <a:cubicBezTo>
                    <a:pt x="600" y="1491"/>
                    <a:pt x="1244" y="757"/>
                    <a:pt x="2086" y="616"/>
                  </a:cubicBezTo>
                  <a:close/>
                  <a:moveTo>
                    <a:pt x="4129" y="2678"/>
                  </a:moveTo>
                  <a:cubicBezTo>
                    <a:pt x="3988" y="3521"/>
                    <a:pt x="3254" y="4164"/>
                    <a:pt x="2372" y="4164"/>
                  </a:cubicBezTo>
                  <a:cubicBezTo>
                    <a:pt x="1987" y="4164"/>
                    <a:pt x="1631" y="4042"/>
                    <a:pt x="1339" y="3834"/>
                  </a:cubicBezTo>
                  <a:lnTo>
                    <a:pt x="2495" y="2678"/>
                  </a:lnTo>
                  <a:close/>
                  <a:moveTo>
                    <a:pt x="2372" y="1"/>
                  </a:moveTo>
                  <a:cubicBezTo>
                    <a:pt x="1064" y="1"/>
                    <a:pt x="0" y="1065"/>
                    <a:pt x="0" y="2373"/>
                  </a:cubicBezTo>
                  <a:cubicBezTo>
                    <a:pt x="0" y="3681"/>
                    <a:pt x="1064" y="4745"/>
                    <a:pt x="2372" y="4745"/>
                  </a:cubicBezTo>
                  <a:cubicBezTo>
                    <a:pt x="3680" y="4745"/>
                    <a:pt x="4745" y="3681"/>
                    <a:pt x="4745" y="2373"/>
                  </a:cubicBezTo>
                  <a:cubicBezTo>
                    <a:pt x="4745" y="1065"/>
                    <a:pt x="3680" y="1"/>
                    <a:pt x="23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 name="Google Shape;1344;p73"/>
          <p:cNvGrpSpPr/>
          <p:nvPr/>
        </p:nvGrpSpPr>
        <p:grpSpPr>
          <a:xfrm>
            <a:off x="4007314" y="3354367"/>
            <a:ext cx="359765" cy="359729"/>
            <a:chOff x="3974958" y="3376673"/>
            <a:chExt cx="380381" cy="380344"/>
          </a:xfrm>
        </p:grpSpPr>
        <p:sp>
          <p:nvSpPr>
            <p:cNvPr id="1345" name="Google Shape;1345;p73"/>
            <p:cNvSpPr/>
            <p:nvPr/>
          </p:nvSpPr>
          <p:spPr>
            <a:xfrm>
              <a:off x="3974958" y="3376673"/>
              <a:ext cx="380381" cy="380344"/>
            </a:xfrm>
            <a:custGeom>
              <a:rect b="b" l="l" r="r" t="t"/>
              <a:pathLst>
                <a:path extrusionOk="0" h="10080" w="10081">
                  <a:moveTo>
                    <a:pt x="4745" y="591"/>
                  </a:moveTo>
                  <a:lnTo>
                    <a:pt x="4745" y="1395"/>
                  </a:lnTo>
                  <a:lnTo>
                    <a:pt x="4154" y="1735"/>
                  </a:lnTo>
                  <a:lnTo>
                    <a:pt x="4154" y="591"/>
                  </a:lnTo>
                  <a:close/>
                  <a:moveTo>
                    <a:pt x="5926" y="591"/>
                  </a:moveTo>
                  <a:lnTo>
                    <a:pt x="5926" y="1735"/>
                  </a:lnTo>
                  <a:lnTo>
                    <a:pt x="5336" y="1395"/>
                  </a:lnTo>
                  <a:lnTo>
                    <a:pt x="5336" y="591"/>
                  </a:lnTo>
                  <a:close/>
                  <a:moveTo>
                    <a:pt x="3563" y="591"/>
                  </a:moveTo>
                  <a:lnTo>
                    <a:pt x="3563" y="2077"/>
                  </a:lnTo>
                  <a:lnTo>
                    <a:pt x="1989" y="2984"/>
                  </a:lnTo>
                  <a:lnTo>
                    <a:pt x="1989" y="3563"/>
                  </a:lnTo>
                  <a:lnTo>
                    <a:pt x="591" y="3563"/>
                  </a:lnTo>
                  <a:lnTo>
                    <a:pt x="591" y="591"/>
                  </a:lnTo>
                  <a:close/>
                  <a:moveTo>
                    <a:pt x="9489" y="591"/>
                  </a:moveTo>
                  <a:lnTo>
                    <a:pt x="9489" y="3563"/>
                  </a:lnTo>
                  <a:lnTo>
                    <a:pt x="8092" y="3563"/>
                  </a:lnTo>
                  <a:lnTo>
                    <a:pt x="8092" y="2984"/>
                  </a:lnTo>
                  <a:lnTo>
                    <a:pt x="6516" y="2076"/>
                  </a:lnTo>
                  <a:lnTo>
                    <a:pt x="6516" y="591"/>
                  </a:lnTo>
                  <a:close/>
                  <a:moveTo>
                    <a:pt x="1989" y="4154"/>
                  </a:moveTo>
                  <a:lnTo>
                    <a:pt x="1989" y="4745"/>
                  </a:lnTo>
                  <a:lnTo>
                    <a:pt x="591" y="4745"/>
                  </a:lnTo>
                  <a:lnTo>
                    <a:pt x="591" y="4154"/>
                  </a:lnTo>
                  <a:close/>
                  <a:moveTo>
                    <a:pt x="9489" y="4154"/>
                  </a:moveTo>
                  <a:lnTo>
                    <a:pt x="9489" y="4745"/>
                  </a:lnTo>
                  <a:lnTo>
                    <a:pt x="8092" y="4745"/>
                  </a:lnTo>
                  <a:lnTo>
                    <a:pt x="8092" y="4154"/>
                  </a:lnTo>
                  <a:close/>
                  <a:moveTo>
                    <a:pt x="1989" y="5335"/>
                  </a:moveTo>
                  <a:lnTo>
                    <a:pt x="1989" y="5926"/>
                  </a:lnTo>
                  <a:lnTo>
                    <a:pt x="591" y="5926"/>
                  </a:lnTo>
                  <a:lnTo>
                    <a:pt x="591" y="5335"/>
                  </a:lnTo>
                  <a:close/>
                  <a:moveTo>
                    <a:pt x="9489" y="5335"/>
                  </a:moveTo>
                  <a:lnTo>
                    <a:pt x="9489" y="5926"/>
                  </a:lnTo>
                  <a:lnTo>
                    <a:pt x="8092" y="5926"/>
                  </a:lnTo>
                  <a:lnTo>
                    <a:pt x="8092" y="5335"/>
                  </a:lnTo>
                  <a:close/>
                  <a:moveTo>
                    <a:pt x="5040" y="1903"/>
                  </a:moveTo>
                  <a:lnTo>
                    <a:pt x="7501" y="3324"/>
                  </a:lnTo>
                  <a:lnTo>
                    <a:pt x="7501" y="6756"/>
                  </a:lnTo>
                  <a:lnTo>
                    <a:pt x="5040" y="8177"/>
                  </a:lnTo>
                  <a:lnTo>
                    <a:pt x="2579" y="6756"/>
                  </a:lnTo>
                  <a:lnTo>
                    <a:pt x="2579" y="3324"/>
                  </a:lnTo>
                  <a:lnTo>
                    <a:pt x="5040" y="1903"/>
                  </a:lnTo>
                  <a:close/>
                  <a:moveTo>
                    <a:pt x="1989" y="6517"/>
                  </a:moveTo>
                  <a:lnTo>
                    <a:pt x="1989" y="7096"/>
                  </a:lnTo>
                  <a:lnTo>
                    <a:pt x="3563" y="8004"/>
                  </a:lnTo>
                  <a:lnTo>
                    <a:pt x="3563" y="9489"/>
                  </a:lnTo>
                  <a:lnTo>
                    <a:pt x="591" y="9489"/>
                  </a:lnTo>
                  <a:lnTo>
                    <a:pt x="591" y="6517"/>
                  </a:lnTo>
                  <a:close/>
                  <a:moveTo>
                    <a:pt x="4154" y="8345"/>
                  </a:moveTo>
                  <a:lnTo>
                    <a:pt x="4745" y="8685"/>
                  </a:lnTo>
                  <a:lnTo>
                    <a:pt x="4745" y="9489"/>
                  </a:lnTo>
                  <a:lnTo>
                    <a:pt x="4154" y="9489"/>
                  </a:lnTo>
                  <a:lnTo>
                    <a:pt x="4154" y="8345"/>
                  </a:lnTo>
                  <a:close/>
                  <a:moveTo>
                    <a:pt x="5926" y="8345"/>
                  </a:moveTo>
                  <a:lnTo>
                    <a:pt x="5926" y="9489"/>
                  </a:lnTo>
                  <a:lnTo>
                    <a:pt x="5336" y="9489"/>
                  </a:lnTo>
                  <a:lnTo>
                    <a:pt x="5336" y="8685"/>
                  </a:lnTo>
                  <a:lnTo>
                    <a:pt x="5926" y="8345"/>
                  </a:lnTo>
                  <a:close/>
                  <a:moveTo>
                    <a:pt x="9489" y="6517"/>
                  </a:moveTo>
                  <a:lnTo>
                    <a:pt x="9489" y="9489"/>
                  </a:lnTo>
                  <a:lnTo>
                    <a:pt x="6516" y="9489"/>
                  </a:lnTo>
                  <a:lnTo>
                    <a:pt x="6516" y="8004"/>
                  </a:lnTo>
                  <a:lnTo>
                    <a:pt x="8092" y="7096"/>
                  </a:lnTo>
                  <a:lnTo>
                    <a:pt x="8092" y="6517"/>
                  </a:lnTo>
                  <a:close/>
                  <a:moveTo>
                    <a:pt x="0" y="0"/>
                  </a:moveTo>
                  <a:lnTo>
                    <a:pt x="0" y="10080"/>
                  </a:lnTo>
                  <a:lnTo>
                    <a:pt x="10080" y="10080"/>
                  </a:lnTo>
                  <a:lnTo>
                    <a:pt x="1008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73"/>
            <p:cNvSpPr/>
            <p:nvPr/>
          </p:nvSpPr>
          <p:spPr>
            <a:xfrm>
              <a:off x="4109399" y="3522245"/>
              <a:ext cx="66900" cy="89200"/>
            </a:xfrm>
            <a:custGeom>
              <a:rect b="b" l="l" r="r" t="t"/>
              <a:pathLst>
                <a:path extrusionOk="0" h="2364" w="1773">
                  <a:moveTo>
                    <a:pt x="1182" y="591"/>
                  </a:moveTo>
                  <a:lnTo>
                    <a:pt x="1182" y="1182"/>
                  </a:lnTo>
                  <a:lnTo>
                    <a:pt x="591" y="1182"/>
                  </a:lnTo>
                  <a:lnTo>
                    <a:pt x="591" y="591"/>
                  </a:lnTo>
                  <a:close/>
                  <a:moveTo>
                    <a:pt x="0" y="1"/>
                  </a:moveTo>
                  <a:lnTo>
                    <a:pt x="0" y="2363"/>
                  </a:lnTo>
                  <a:lnTo>
                    <a:pt x="591" y="2363"/>
                  </a:lnTo>
                  <a:lnTo>
                    <a:pt x="591" y="1773"/>
                  </a:lnTo>
                  <a:lnTo>
                    <a:pt x="1182" y="1773"/>
                  </a:lnTo>
                  <a:lnTo>
                    <a:pt x="1182" y="2363"/>
                  </a:lnTo>
                  <a:lnTo>
                    <a:pt x="1773" y="2363"/>
                  </a:lnTo>
                  <a:lnTo>
                    <a:pt x="177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73"/>
            <p:cNvSpPr/>
            <p:nvPr/>
          </p:nvSpPr>
          <p:spPr>
            <a:xfrm>
              <a:off x="4198561" y="3522245"/>
              <a:ext cx="22262" cy="89200"/>
            </a:xfrm>
            <a:custGeom>
              <a:rect b="b" l="l" r="r" t="t"/>
              <a:pathLst>
                <a:path extrusionOk="0" h="2364" w="590">
                  <a:moveTo>
                    <a:pt x="0" y="1"/>
                  </a:moveTo>
                  <a:lnTo>
                    <a:pt x="0" y="2363"/>
                  </a:lnTo>
                  <a:lnTo>
                    <a:pt x="590" y="2363"/>
                  </a:lnTo>
                  <a:lnTo>
                    <a:pt x="5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 name="Google Shape;1348;p73"/>
          <p:cNvGrpSpPr/>
          <p:nvPr/>
        </p:nvGrpSpPr>
        <p:grpSpPr>
          <a:xfrm>
            <a:off x="1698374" y="3385986"/>
            <a:ext cx="359765" cy="296491"/>
            <a:chOff x="1533702" y="3410104"/>
            <a:chExt cx="380381" cy="313482"/>
          </a:xfrm>
        </p:grpSpPr>
        <p:sp>
          <p:nvSpPr>
            <p:cNvPr id="1349" name="Google Shape;1349;p73"/>
            <p:cNvSpPr/>
            <p:nvPr/>
          </p:nvSpPr>
          <p:spPr>
            <a:xfrm>
              <a:off x="1712743" y="3656686"/>
              <a:ext cx="22338" cy="22338"/>
            </a:xfrm>
            <a:custGeom>
              <a:rect b="b" l="l" r="r" t="t"/>
              <a:pathLst>
                <a:path extrusionOk="0" h="592" w="592">
                  <a:moveTo>
                    <a:pt x="1" y="1"/>
                  </a:moveTo>
                  <a:lnTo>
                    <a:pt x="1" y="591"/>
                  </a:lnTo>
                  <a:lnTo>
                    <a:pt x="591" y="591"/>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73"/>
            <p:cNvSpPr/>
            <p:nvPr/>
          </p:nvSpPr>
          <p:spPr>
            <a:xfrm>
              <a:off x="1533702" y="3410104"/>
              <a:ext cx="380381" cy="313482"/>
            </a:xfrm>
            <a:custGeom>
              <a:rect b="b" l="l" r="r" t="t"/>
              <a:pathLst>
                <a:path extrusionOk="0" h="8308" w="10081">
                  <a:moveTo>
                    <a:pt x="5947" y="591"/>
                  </a:moveTo>
                  <a:lnTo>
                    <a:pt x="5947" y="1181"/>
                  </a:lnTo>
                  <a:lnTo>
                    <a:pt x="4136" y="1181"/>
                  </a:lnTo>
                  <a:lnTo>
                    <a:pt x="4136" y="591"/>
                  </a:lnTo>
                  <a:close/>
                  <a:moveTo>
                    <a:pt x="7127" y="591"/>
                  </a:moveTo>
                  <a:lnTo>
                    <a:pt x="7127" y="7717"/>
                  </a:lnTo>
                  <a:lnTo>
                    <a:pt x="2954" y="7717"/>
                  </a:lnTo>
                  <a:lnTo>
                    <a:pt x="2954" y="591"/>
                  </a:lnTo>
                  <a:lnTo>
                    <a:pt x="3545" y="591"/>
                  </a:lnTo>
                  <a:lnTo>
                    <a:pt x="3545" y="1772"/>
                  </a:lnTo>
                  <a:lnTo>
                    <a:pt x="6537" y="1772"/>
                  </a:lnTo>
                  <a:lnTo>
                    <a:pt x="6537" y="591"/>
                  </a:lnTo>
                  <a:close/>
                  <a:moveTo>
                    <a:pt x="2364" y="0"/>
                  </a:moveTo>
                  <a:lnTo>
                    <a:pt x="2364" y="2677"/>
                  </a:lnTo>
                  <a:lnTo>
                    <a:pt x="592" y="2677"/>
                  </a:lnTo>
                  <a:lnTo>
                    <a:pt x="592" y="3268"/>
                  </a:lnTo>
                  <a:lnTo>
                    <a:pt x="2364" y="3268"/>
                  </a:lnTo>
                  <a:lnTo>
                    <a:pt x="2364" y="3859"/>
                  </a:lnTo>
                  <a:lnTo>
                    <a:pt x="1" y="3859"/>
                  </a:lnTo>
                  <a:lnTo>
                    <a:pt x="1" y="4449"/>
                  </a:lnTo>
                  <a:lnTo>
                    <a:pt x="2364" y="4449"/>
                  </a:lnTo>
                  <a:lnTo>
                    <a:pt x="2364" y="5040"/>
                  </a:lnTo>
                  <a:lnTo>
                    <a:pt x="592" y="5040"/>
                  </a:lnTo>
                  <a:lnTo>
                    <a:pt x="592" y="5631"/>
                  </a:lnTo>
                  <a:lnTo>
                    <a:pt x="2364" y="5631"/>
                  </a:lnTo>
                  <a:lnTo>
                    <a:pt x="2364" y="8308"/>
                  </a:lnTo>
                  <a:lnTo>
                    <a:pt x="7718" y="8308"/>
                  </a:lnTo>
                  <a:lnTo>
                    <a:pt x="7718" y="5631"/>
                  </a:lnTo>
                  <a:lnTo>
                    <a:pt x="9490" y="5631"/>
                  </a:lnTo>
                  <a:lnTo>
                    <a:pt x="9490" y="5040"/>
                  </a:lnTo>
                  <a:lnTo>
                    <a:pt x="7718" y="5040"/>
                  </a:lnTo>
                  <a:lnTo>
                    <a:pt x="7718" y="4449"/>
                  </a:lnTo>
                  <a:lnTo>
                    <a:pt x="10081" y="4449"/>
                  </a:lnTo>
                  <a:lnTo>
                    <a:pt x="10081" y="3859"/>
                  </a:lnTo>
                  <a:lnTo>
                    <a:pt x="7718" y="3859"/>
                  </a:lnTo>
                  <a:lnTo>
                    <a:pt x="7718" y="3268"/>
                  </a:lnTo>
                  <a:lnTo>
                    <a:pt x="9490" y="3268"/>
                  </a:lnTo>
                  <a:lnTo>
                    <a:pt x="9490" y="2677"/>
                  </a:lnTo>
                  <a:lnTo>
                    <a:pt x="7718" y="2677"/>
                  </a:lnTo>
                  <a:lnTo>
                    <a:pt x="771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73"/>
            <p:cNvSpPr/>
            <p:nvPr/>
          </p:nvSpPr>
          <p:spPr>
            <a:xfrm>
              <a:off x="1667464" y="3501568"/>
              <a:ext cx="112933" cy="130856"/>
            </a:xfrm>
            <a:custGeom>
              <a:rect b="b" l="l" r="r" t="t"/>
              <a:pathLst>
                <a:path extrusionOk="0" h="3468" w="2993">
                  <a:moveTo>
                    <a:pt x="1201" y="641"/>
                  </a:moveTo>
                  <a:lnTo>
                    <a:pt x="1201" y="2827"/>
                  </a:lnTo>
                  <a:cubicBezTo>
                    <a:pt x="846" y="2705"/>
                    <a:pt x="591" y="2367"/>
                    <a:pt x="591" y="1972"/>
                  </a:cubicBezTo>
                  <a:lnTo>
                    <a:pt x="591" y="1497"/>
                  </a:lnTo>
                  <a:cubicBezTo>
                    <a:pt x="591" y="1101"/>
                    <a:pt x="846" y="764"/>
                    <a:pt x="1201" y="641"/>
                  </a:cubicBezTo>
                  <a:close/>
                  <a:moveTo>
                    <a:pt x="1791" y="641"/>
                  </a:moveTo>
                  <a:cubicBezTo>
                    <a:pt x="2146" y="764"/>
                    <a:pt x="2402" y="1101"/>
                    <a:pt x="2402" y="1497"/>
                  </a:cubicBezTo>
                  <a:lnTo>
                    <a:pt x="2402" y="1972"/>
                  </a:lnTo>
                  <a:cubicBezTo>
                    <a:pt x="2402" y="2367"/>
                    <a:pt x="2146" y="2705"/>
                    <a:pt x="1791" y="2827"/>
                  </a:cubicBezTo>
                  <a:lnTo>
                    <a:pt x="1791" y="641"/>
                  </a:lnTo>
                  <a:close/>
                  <a:moveTo>
                    <a:pt x="1497" y="1"/>
                  </a:moveTo>
                  <a:cubicBezTo>
                    <a:pt x="668" y="1"/>
                    <a:pt x="0" y="686"/>
                    <a:pt x="0" y="1518"/>
                  </a:cubicBezTo>
                  <a:lnTo>
                    <a:pt x="0" y="1950"/>
                  </a:lnTo>
                  <a:cubicBezTo>
                    <a:pt x="0" y="2782"/>
                    <a:pt x="668" y="3468"/>
                    <a:pt x="1497" y="3468"/>
                  </a:cubicBezTo>
                  <a:cubicBezTo>
                    <a:pt x="1506" y="3468"/>
                    <a:pt x="1515" y="3467"/>
                    <a:pt x="1523" y="3467"/>
                  </a:cubicBezTo>
                  <a:cubicBezTo>
                    <a:pt x="2336" y="3453"/>
                    <a:pt x="2993" y="2787"/>
                    <a:pt x="2993" y="1972"/>
                  </a:cubicBezTo>
                  <a:lnTo>
                    <a:pt x="2993" y="1497"/>
                  </a:lnTo>
                  <a:cubicBezTo>
                    <a:pt x="2993" y="681"/>
                    <a:pt x="2336" y="16"/>
                    <a:pt x="1523" y="1"/>
                  </a:cubicBezTo>
                  <a:cubicBezTo>
                    <a:pt x="1515" y="1"/>
                    <a:pt x="1506" y="1"/>
                    <a:pt x="14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 name="Google Shape;1352;p73"/>
          <p:cNvGrpSpPr/>
          <p:nvPr/>
        </p:nvGrpSpPr>
        <p:grpSpPr>
          <a:xfrm>
            <a:off x="3269298" y="3354367"/>
            <a:ext cx="296527" cy="359729"/>
            <a:chOff x="3194650" y="3376673"/>
            <a:chExt cx="313519" cy="380344"/>
          </a:xfrm>
        </p:grpSpPr>
        <p:sp>
          <p:nvSpPr>
            <p:cNvPr id="1353" name="Google Shape;1353;p73"/>
            <p:cNvSpPr/>
            <p:nvPr/>
          </p:nvSpPr>
          <p:spPr>
            <a:xfrm>
              <a:off x="3329091" y="3376673"/>
              <a:ext cx="22300" cy="22300"/>
            </a:xfrm>
            <a:custGeom>
              <a:rect b="b" l="l" r="r" t="t"/>
              <a:pathLst>
                <a:path extrusionOk="0" h="591" w="591">
                  <a:moveTo>
                    <a:pt x="1" y="0"/>
                  </a:moveTo>
                  <a:lnTo>
                    <a:pt x="1" y="591"/>
                  </a:lnTo>
                  <a:lnTo>
                    <a:pt x="590" y="591"/>
                  </a:lnTo>
                  <a:lnTo>
                    <a:pt x="59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73"/>
            <p:cNvSpPr/>
            <p:nvPr/>
          </p:nvSpPr>
          <p:spPr>
            <a:xfrm>
              <a:off x="3284529" y="3398935"/>
              <a:ext cx="22338" cy="22338"/>
            </a:xfrm>
            <a:custGeom>
              <a:rect b="b" l="l" r="r" t="t"/>
              <a:pathLst>
                <a:path extrusionOk="0" h="592" w="592">
                  <a:moveTo>
                    <a:pt x="0" y="1"/>
                  </a:moveTo>
                  <a:lnTo>
                    <a:pt x="0" y="591"/>
                  </a:lnTo>
                  <a:lnTo>
                    <a:pt x="591" y="591"/>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73"/>
            <p:cNvSpPr/>
            <p:nvPr/>
          </p:nvSpPr>
          <p:spPr>
            <a:xfrm>
              <a:off x="3351391" y="3421235"/>
              <a:ext cx="22300" cy="22338"/>
            </a:xfrm>
            <a:custGeom>
              <a:rect b="b" l="l" r="r" t="t"/>
              <a:pathLst>
                <a:path extrusionOk="0" h="592" w="591">
                  <a:moveTo>
                    <a:pt x="0" y="0"/>
                  </a:moveTo>
                  <a:lnTo>
                    <a:pt x="0" y="591"/>
                  </a:lnTo>
                  <a:lnTo>
                    <a:pt x="590" y="591"/>
                  </a:lnTo>
                  <a:lnTo>
                    <a:pt x="59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73"/>
            <p:cNvSpPr/>
            <p:nvPr/>
          </p:nvSpPr>
          <p:spPr>
            <a:xfrm>
              <a:off x="3395915" y="3398935"/>
              <a:ext cx="22338" cy="22338"/>
            </a:xfrm>
            <a:custGeom>
              <a:rect b="b" l="l" r="r" t="t"/>
              <a:pathLst>
                <a:path extrusionOk="0" h="592" w="592">
                  <a:moveTo>
                    <a:pt x="1" y="1"/>
                  </a:moveTo>
                  <a:lnTo>
                    <a:pt x="1" y="591"/>
                  </a:lnTo>
                  <a:lnTo>
                    <a:pt x="592" y="591"/>
                  </a:lnTo>
                  <a:lnTo>
                    <a:pt x="5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73"/>
            <p:cNvSpPr/>
            <p:nvPr/>
          </p:nvSpPr>
          <p:spPr>
            <a:xfrm>
              <a:off x="3194650" y="3465797"/>
              <a:ext cx="313519" cy="291219"/>
            </a:xfrm>
            <a:custGeom>
              <a:rect b="b" l="l" r="r" t="t"/>
              <a:pathLst>
                <a:path extrusionOk="0" h="7718" w="8309">
                  <a:moveTo>
                    <a:pt x="5870" y="592"/>
                  </a:moveTo>
                  <a:lnTo>
                    <a:pt x="4607" y="1952"/>
                  </a:lnTo>
                  <a:lnTo>
                    <a:pt x="4607" y="4290"/>
                  </a:lnTo>
                  <a:lnTo>
                    <a:pt x="3721" y="3935"/>
                  </a:lnTo>
                  <a:lnTo>
                    <a:pt x="3721" y="1952"/>
                  </a:lnTo>
                  <a:lnTo>
                    <a:pt x="2458" y="592"/>
                  </a:lnTo>
                  <a:close/>
                  <a:moveTo>
                    <a:pt x="7127" y="2363"/>
                  </a:moveTo>
                  <a:lnTo>
                    <a:pt x="7127" y="5946"/>
                  </a:lnTo>
                  <a:lnTo>
                    <a:pt x="1181" y="5946"/>
                  </a:lnTo>
                  <a:lnTo>
                    <a:pt x="1181" y="2363"/>
                  </a:lnTo>
                  <a:lnTo>
                    <a:pt x="3130" y="2363"/>
                  </a:lnTo>
                  <a:lnTo>
                    <a:pt x="3130" y="4335"/>
                  </a:lnTo>
                  <a:lnTo>
                    <a:pt x="5198" y="5162"/>
                  </a:lnTo>
                  <a:lnTo>
                    <a:pt x="5198" y="2363"/>
                  </a:lnTo>
                  <a:close/>
                  <a:moveTo>
                    <a:pt x="7718" y="6537"/>
                  </a:moveTo>
                  <a:lnTo>
                    <a:pt x="7718" y="7127"/>
                  </a:lnTo>
                  <a:lnTo>
                    <a:pt x="590" y="7127"/>
                  </a:lnTo>
                  <a:lnTo>
                    <a:pt x="590" y="6537"/>
                  </a:lnTo>
                  <a:close/>
                  <a:moveTo>
                    <a:pt x="1096" y="1"/>
                  </a:moveTo>
                  <a:lnTo>
                    <a:pt x="2739" y="1772"/>
                  </a:lnTo>
                  <a:lnTo>
                    <a:pt x="590" y="1772"/>
                  </a:lnTo>
                  <a:lnTo>
                    <a:pt x="590" y="5946"/>
                  </a:lnTo>
                  <a:lnTo>
                    <a:pt x="1" y="5946"/>
                  </a:lnTo>
                  <a:lnTo>
                    <a:pt x="1" y="7718"/>
                  </a:lnTo>
                  <a:lnTo>
                    <a:pt x="8308" y="7718"/>
                  </a:lnTo>
                  <a:lnTo>
                    <a:pt x="8308" y="5946"/>
                  </a:lnTo>
                  <a:lnTo>
                    <a:pt x="7718" y="5946"/>
                  </a:lnTo>
                  <a:lnTo>
                    <a:pt x="7718" y="1772"/>
                  </a:lnTo>
                  <a:lnTo>
                    <a:pt x="5569" y="1772"/>
                  </a:lnTo>
                  <a:lnTo>
                    <a:pt x="72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 name="Google Shape;1358;p73"/>
          <p:cNvGrpSpPr/>
          <p:nvPr/>
        </p:nvGrpSpPr>
        <p:grpSpPr>
          <a:xfrm>
            <a:off x="928774" y="3923332"/>
            <a:ext cx="359765" cy="359765"/>
            <a:chOff x="720000" y="3978243"/>
            <a:chExt cx="380381" cy="380381"/>
          </a:xfrm>
        </p:grpSpPr>
        <p:sp>
          <p:nvSpPr>
            <p:cNvPr id="1359" name="Google Shape;1359;p73"/>
            <p:cNvSpPr/>
            <p:nvPr/>
          </p:nvSpPr>
          <p:spPr>
            <a:xfrm>
              <a:off x="720000" y="4061518"/>
              <a:ext cx="380381" cy="297106"/>
            </a:xfrm>
            <a:custGeom>
              <a:rect b="b" l="l" r="r" t="t"/>
              <a:pathLst>
                <a:path extrusionOk="0" h="7874" w="10081">
                  <a:moveTo>
                    <a:pt x="887" y="591"/>
                  </a:moveTo>
                  <a:cubicBezTo>
                    <a:pt x="1050" y="591"/>
                    <a:pt x="1182" y="724"/>
                    <a:pt x="1182" y="886"/>
                  </a:cubicBezTo>
                  <a:lnTo>
                    <a:pt x="1182" y="2848"/>
                  </a:lnTo>
                  <a:lnTo>
                    <a:pt x="1182" y="2852"/>
                  </a:lnTo>
                  <a:cubicBezTo>
                    <a:pt x="1182" y="3087"/>
                    <a:pt x="1276" y="3313"/>
                    <a:pt x="1441" y="3478"/>
                  </a:cubicBezTo>
                  <a:lnTo>
                    <a:pt x="2633" y="4670"/>
                  </a:lnTo>
                  <a:lnTo>
                    <a:pt x="3051" y="4253"/>
                  </a:lnTo>
                  <a:lnTo>
                    <a:pt x="1859" y="3061"/>
                  </a:lnTo>
                  <a:cubicBezTo>
                    <a:pt x="1803" y="3006"/>
                    <a:pt x="1772" y="2931"/>
                    <a:pt x="1772" y="2852"/>
                  </a:cubicBezTo>
                  <a:lnTo>
                    <a:pt x="1772" y="2850"/>
                  </a:lnTo>
                  <a:cubicBezTo>
                    <a:pt x="1772" y="2803"/>
                    <a:pt x="1783" y="2755"/>
                    <a:pt x="1806" y="2713"/>
                  </a:cubicBezTo>
                  <a:cubicBezTo>
                    <a:pt x="1862" y="2613"/>
                    <a:pt x="1960" y="2556"/>
                    <a:pt x="2068" y="2556"/>
                  </a:cubicBezTo>
                  <a:cubicBezTo>
                    <a:pt x="2147" y="2556"/>
                    <a:pt x="2222" y="2587"/>
                    <a:pt x="2278" y="2643"/>
                  </a:cubicBezTo>
                  <a:lnTo>
                    <a:pt x="4745" y="5110"/>
                  </a:lnTo>
                  <a:lnTo>
                    <a:pt x="4745" y="7283"/>
                  </a:lnTo>
                  <a:lnTo>
                    <a:pt x="2855" y="7283"/>
                  </a:lnTo>
                  <a:lnTo>
                    <a:pt x="2855" y="6288"/>
                  </a:lnTo>
                  <a:lnTo>
                    <a:pt x="591" y="3735"/>
                  </a:lnTo>
                  <a:lnTo>
                    <a:pt x="591" y="895"/>
                  </a:lnTo>
                  <a:cubicBezTo>
                    <a:pt x="591" y="743"/>
                    <a:pt x="702" y="610"/>
                    <a:pt x="853" y="593"/>
                  </a:cubicBezTo>
                  <a:cubicBezTo>
                    <a:pt x="864" y="592"/>
                    <a:pt x="875" y="591"/>
                    <a:pt x="887" y="591"/>
                  </a:cubicBezTo>
                  <a:close/>
                  <a:moveTo>
                    <a:pt x="9193" y="592"/>
                  </a:moveTo>
                  <a:cubicBezTo>
                    <a:pt x="9356" y="592"/>
                    <a:pt x="9489" y="725"/>
                    <a:pt x="9489" y="889"/>
                  </a:cubicBezTo>
                  <a:lnTo>
                    <a:pt x="9489" y="3735"/>
                  </a:lnTo>
                  <a:lnTo>
                    <a:pt x="7226" y="6288"/>
                  </a:lnTo>
                  <a:lnTo>
                    <a:pt x="7226" y="7283"/>
                  </a:lnTo>
                  <a:lnTo>
                    <a:pt x="5336" y="7283"/>
                  </a:lnTo>
                  <a:lnTo>
                    <a:pt x="5336" y="5109"/>
                  </a:lnTo>
                  <a:lnTo>
                    <a:pt x="7803" y="2643"/>
                  </a:lnTo>
                  <a:cubicBezTo>
                    <a:pt x="7859" y="2586"/>
                    <a:pt x="7933" y="2556"/>
                    <a:pt x="8012" y="2556"/>
                  </a:cubicBezTo>
                  <a:cubicBezTo>
                    <a:pt x="8043" y="2556"/>
                    <a:pt x="8074" y="2560"/>
                    <a:pt x="8105" y="2570"/>
                  </a:cubicBezTo>
                  <a:cubicBezTo>
                    <a:pt x="8118" y="2574"/>
                    <a:pt x="8131" y="2579"/>
                    <a:pt x="8143" y="2586"/>
                  </a:cubicBezTo>
                  <a:cubicBezTo>
                    <a:pt x="8248" y="2641"/>
                    <a:pt x="8307" y="2741"/>
                    <a:pt x="8308" y="2850"/>
                  </a:cubicBezTo>
                  <a:lnTo>
                    <a:pt x="8308" y="2852"/>
                  </a:lnTo>
                  <a:cubicBezTo>
                    <a:pt x="8308" y="2931"/>
                    <a:pt x="8277" y="3005"/>
                    <a:pt x="8221" y="3060"/>
                  </a:cubicBezTo>
                  <a:lnTo>
                    <a:pt x="7030" y="4252"/>
                  </a:lnTo>
                  <a:lnTo>
                    <a:pt x="7447" y="4670"/>
                  </a:lnTo>
                  <a:lnTo>
                    <a:pt x="8639" y="3478"/>
                  </a:lnTo>
                  <a:cubicBezTo>
                    <a:pt x="8805" y="3313"/>
                    <a:pt x="8899" y="3087"/>
                    <a:pt x="8899" y="2852"/>
                  </a:cubicBezTo>
                  <a:lnTo>
                    <a:pt x="8899" y="2847"/>
                  </a:lnTo>
                  <a:lnTo>
                    <a:pt x="8899" y="897"/>
                  </a:lnTo>
                  <a:cubicBezTo>
                    <a:pt x="8899" y="745"/>
                    <a:pt x="9009" y="611"/>
                    <a:pt x="9160" y="594"/>
                  </a:cubicBezTo>
                  <a:cubicBezTo>
                    <a:pt x="9171" y="593"/>
                    <a:pt x="9182" y="592"/>
                    <a:pt x="9193" y="592"/>
                  </a:cubicBezTo>
                  <a:close/>
                  <a:moveTo>
                    <a:pt x="9194" y="0"/>
                  </a:moveTo>
                  <a:cubicBezTo>
                    <a:pt x="8706" y="0"/>
                    <a:pt x="8308" y="398"/>
                    <a:pt x="8308" y="886"/>
                  </a:cubicBezTo>
                  <a:lnTo>
                    <a:pt x="8308" y="2015"/>
                  </a:lnTo>
                  <a:cubicBezTo>
                    <a:pt x="8214" y="1982"/>
                    <a:pt x="8115" y="1966"/>
                    <a:pt x="8012" y="1966"/>
                  </a:cubicBezTo>
                  <a:cubicBezTo>
                    <a:pt x="7775" y="1966"/>
                    <a:pt x="7553" y="2057"/>
                    <a:pt x="7385" y="2225"/>
                  </a:cubicBezTo>
                  <a:lnTo>
                    <a:pt x="5040" y="4570"/>
                  </a:lnTo>
                  <a:lnTo>
                    <a:pt x="2705" y="2234"/>
                  </a:lnTo>
                  <a:cubicBezTo>
                    <a:pt x="2552" y="2082"/>
                    <a:pt x="2351" y="1983"/>
                    <a:pt x="2136" y="1968"/>
                  </a:cubicBezTo>
                  <a:cubicBezTo>
                    <a:pt x="2113" y="1966"/>
                    <a:pt x="2090" y="1965"/>
                    <a:pt x="2067" y="1965"/>
                  </a:cubicBezTo>
                  <a:cubicBezTo>
                    <a:pt x="1965" y="1965"/>
                    <a:pt x="1866" y="1982"/>
                    <a:pt x="1772" y="2015"/>
                  </a:cubicBezTo>
                  <a:lnTo>
                    <a:pt x="1772" y="902"/>
                  </a:lnTo>
                  <a:cubicBezTo>
                    <a:pt x="1772" y="423"/>
                    <a:pt x="1381" y="10"/>
                    <a:pt x="903" y="1"/>
                  </a:cubicBezTo>
                  <a:cubicBezTo>
                    <a:pt x="897" y="1"/>
                    <a:pt x="892" y="1"/>
                    <a:pt x="886" y="1"/>
                  </a:cubicBezTo>
                  <a:cubicBezTo>
                    <a:pt x="397" y="1"/>
                    <a:pt x="0" y="398"/>
                    <a:pt x="0" y="886"/>
                  </a:cubicBezTo>
                  <a:lnTo>
                    <a:pt x="0" y="3959"/>
                  </a:lnTo>
                  <a:lnTo>
                    <a:pt x="2264" y="6512"/>
                  </a:lnTo>
                  <a:lnTo>
                    <a:pt x="2264" y="7874"/>
                  </a:lnTo>
                  <a:lnTo>
                    <a:pt x="7816" y="7874"/>
                  </a:lnTo>
                  <a:lnTo>
                    <a:pt x="7816" y="6512"/>
                  </a:lnTo>
                  <a:lnTo>
                    <a:pt x="10080" y="3959"/>
                  </a:lnTo>
                  <a:lnTo>
                    <a:pt x="10080" y="902"/>
                  </a:lnTo>
                  <a:cubicBezTo>
                    <a:pt x="10080" y="423"/>
                    <a:pt x="9689" y="10"/>
                    <a:pt x="9210" y="0"/>
                  </a:cubicBezTo>
                  <a:cubicBezTo>
                    <a:pt x="9205" y="0"/>
                    <a:pt x="9200" y="0"/>
                    <a:pt x="91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73"/>
            <p:cNvSpPr/>
            <p:nvPr/>
          </p:nvSpPr>
          <p:spPr>
            <a:xfrm>
              <a:off x="820293" y="3978243"/>
              <a:ext cx="179758" cy="179833"/>
            </a:xfrm>
            <a:custGeom>
              <a:rect b="b" l="l" r="r" t="t"/>
              <a:pathLst>
                <a:path extrusionOk="0" h="4766" w="4764">
                  <a:moveTo>
                    <a:pt x="1502" y="823"/>
                  </a:moveTo>
                  <a:lnTo>
                    <a:pt x="1502" y="823"/>
                  </a:lnTo>
                  <a:cubicBezTo>
                    <a:pt x="1361" y="1184"/>
                    <a:pt x="1277" y="1629"/>
                    <a:pt x="1251" y="2087"/>
                  </a:cubicBezTo>
                  <a:lnTo>
                    <a:pt x="615" y="2087"/>
                  </a:lnTo>
                  <a:cubicBezTo>
                    <a:pt x="705" y="1545"/>
                    <a:pt x="1040" y="1085"/>
                    <a:pt x="1502" y="823"/>
                  </a:cubicBezTo>
                  <a:close/>
                  <a:moveTo>
                    <a:pt x="2382" y="591"/>
                  </a:moveTo>
                  <a:cubicBezTo>
                    <a:pt x="2527" y="591"/>
                    <a:pt x="2863" y="1114"/>
                    <a:pt x="2921" y="2087"/>
                  </a:cubicBezTo>
                  <a:lnTo>
                    <a:pt x="1843" y="2087"/>
                  </a:lnTo>
                  <a:cubicBezTo>
                    <a:pt x="1901" y="1114"/>
                    <a:pt x="2237" y="591"/>
                    <a:pt x="2382" y="591"/>
                  </a:cubicBezTo>
                  <a:close/>
                  <a:moveTo>
                    <a:pt x="3262" y="823"/>
                  </a:moveTo>
                  <a:cubicBezTo>
                    <a:pt x="3724" y="1085"/>
                    <a:pt x="4058" y="1545"/>
                    <a:pt x="4149" y="2087"/>
                  </a:cubicBezTo>
                  <a:lnTo>
                    <a:pt x="3513" y="2087"/>
                  </a:lnTo>
                  <a:cubicBezTo>
                    <a:pt x="3488" y="1629"/>
                    <a:pt x="3403" y="1184"/>
                    <a:pt x="3262" y="823"/>
                  </a:cubicBezTo>
                  <a:close/>
                  <a:moveTo>
                    <a:pt x="1251" y="2678"/>
                  </a:moveTo>
                  <a:cubicBezTo>
                    <a:pt x="1277" y="3137"/>
                    <a:pt x="1361" y="3582"/>
                    <a:pt x="1501" y="3943"/>
                  </a:cubicBezTo>
                  <a:cubicBezTo>
                    <a:pt x="1040" y="3681"/>
                    <a:pt x="705" y="3220"/>
                    <a:pt x="615" y="2678"/>
                  </a:cubicBezTo>
                  <a:close/>
                  <a:moveTo>
                    <a:pt x="4149" y="2678"/>
                  </a:moveTo>
                  <a:cubicBezTo>
                    <a:pt x="4058" y="3220"/>
                    <a:pt x="3724" y="3681"/>
                    <a:pt x="3262" y="3943"/>
                  </a:cubicBezTo>
                  <a:cubicBezTo>
                    <a:pt x="3403" y="3582"/>
                    <a:pt x="3488" y="3137"/>
                    <a:pt x="3513" y="2678"/>
                  </a:cubicBezTo>
                  <a:close/>
                  <a:moveTo>
                    <a:pt x="2921" y="2678"/>
                  </a:moveTo>
                  <a:cubicBezTo>
                    <a:pt x="2863" y="3652"/>
                    <a:pt x="2527" y="4175"/>
                    <a:pt x="2382" y="4175"/>
                  </a:cubicBezTo>
                  <a:cubicBezTo>
                    <a:pt x="2237" y="4175"/>
                    <a:pt x="1901" y="3652"/>
                    <a:pt x="1843" y="2678"/>
                  </a:cubicBezTo>
                  <a:close/>
                  <a:moveTo>
                    <a:pt x="2382" y="1"/>
                  </a:moveTo>
                  <a:cubicBezTo>
                    <a:pt x="1069" y="1"/>
                    <a:pt x="0" y="1069"/>
                    <a:pt x="0" y="2382"/>
                  </a:cubicBezTo>
                  <a:cubicBezTo>
                    <a:pt x="0" y="3697"/>
                    <a:pt x="1069" y="4765"/>
                    <a:pt x="2382" y="4765"/>
                  </a:cubicBezTo>
                  <a:cubicBezTo>
                    <a:pt x="3695" y="4765"/>
                    <a:pt x="4764" y="3697"/>
                    <a:pt x="4764" y="2382"/>
                  </a:cubicBezTo>
                  <a:cubicBezTo>
                    <a:pt x="4764" y="1069"/>
                    <a:pt x="3695" y="1"/>
                    <a:pt x="23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 name="Google Shape;1361;p73"/>
          <p:cNvGrpSpPr/>
          <p:nvPr/>
        </p:nvGrpSpPr>
        <p:grpSpPr>
          <a:xfrm>
            <a:off x="2466973" y="3354367"/>
            <a:ext cx="361906" cy="359729"/>
            <a:chOff x="2346347" y="3376673"/>
            <a:chExt cx="382645" cy="380344"/>
          </a:xfrm>
        </p:grpSpPr>
        <p:sp>
          <p:nvSpPr>
            <p:cNvPr id="1362" name="Google Shape;1362;p73"/>
            <p:cNvSpPr/>
            <p:nvPr/>
          </p:nvSpPr>
          <p:spPr>
            <a:xfrm>
              <a:off x="2346347" y="3376673"/>
              <a:ext cx="382645" cy="380344"/>
            </a:xfrm>
            <a:custGeom>
              <a:rect b="b" l="l" r="r" t="t"/>
              <a:pathLst>
                <a:path extrusionOk="0" h="10080" w="10141">
                  <a:moveTo>
                    <a:pt x="8042" y="591"/>
                  </a:moveTo>
                  <a:lnTo>
                    <a:pt x="8042" y="4174"/>
                  </a:lnTo>
                  <a:lnTo>
                    <a:pt x="2097" y="4174"/>
                  </a:lnTo>
                  <a:lnTo>
                    <a:pt x="2097" y="591"/>
                  </a:lnTo>
                  <a:close/>
                  <a:moveTo>
                    <a:pt x="8633" y="4765"/>
                  </a:moveTo>
                  <a:lnTo>
                    <a:pt x="8633" y="5355"/>
                  </a:lnTo>
                  <a:lnTo>
                    <a:pt x="1506" y="5355"/>
                  </a:lnTo>
                  <a:lnTo>
                    <a:pt x="1506" y="4765"/>
                  </a:lnTo>
                  <a:close/>
                  <a:moveTo>
                    <a:pt x="1211" y="8308"/>
                  </a:moveTo>
                  <a:cubicBezTo>
                    <a:pt x="1537" y="8308"/>
                    <a:pt x="1802" y="8573"/>
                    <a:pt x="1802" y="8899"/>
                  </a:cubicBezTo>
                  <a:cubicBezTo>
                    <a:pt x="1802" y="9224"/>
                    <a:pt x="1537" y="9489"/>
                    <a:pt x="1211" y="9489"/>
                  </a:cubicBezTo>
                  <a:cubicBezTo>
                    <a:pt x="886" y="9489"/>
                    <a:pt x="620" y="9224"/>
                    <a:pt x="620" y="8899"/>
                  </a:cubicBezTo>
                  <a:cubicBezTo>
                    <a:pt x="620" y="8573"/>
                    <a:pt x="886" y="8308"/>
                    <a:pt x="1211" y="8308"/>
                  </a:cubicBezTo>
                  <a:close/>
                  <a:moveTo>
                    <a:pt x="5070" y="8308"/>
                  </a:moveTo>
                  <a:cubicBezTo>
                    <a:pt x="5396" y="8308"/>
                    <a:pt x="5660" y="8573"/>
                    <a:pt x="5660" y="8899"/>
                  </a:cubicBezTo>
                  <a:cubicBezTo>
                    <a:pt x="5660" y="9224"/>
                    <a:pt x="5396" y="9489"/>
                    <a:pt x="5070" y="9489"/>
                  </a:cubicBezTo>
                  <a:cubicBezTo>
                    <a:pt x="4745" y="9489"/>
                    <a:pt x="4479" y="9224"/>
                    <a:pt x="4479" y="8899"/>
                  </a:cubicBezTo>
                  <a:cubicBezTo>
                    <a:pt x="4479" y="8573"/>
                    <a:pt x="4745" y="8308"/>
                    <a:pt x="5070" y="8308"/>
                  </a:cubicBezTo>
                  <a:close/>
                  <a:moveTo>
                    <a:pt x="8928" y="8308"/>
                  </a:moveTo>
                  <a:cubicBezTo>
                    <a:pt x="9254" y="8308"/>
                    <a:pt x="9519" y="8573"/>
                    <a:pt x="9519" y="8899"/>
                  </a:cubicBezTo>
                  <a:cubicBezTo>
                    <a:pt x="9519" y="9224"/>
                    <a:pt x="9254" y="9489"/>
                    <a:pt x="8928" y="9489"/>
                  </a:cubicBezTo>
                  <a:cubicBezTo>
                    <a:pt x="8603" y="9489"/>
                    <a:pt x="8337" y="9224"/>
                    <a:pt x="8337" y="8899"/>
                  </a:cubicBezTo>
                  <a:cubicBezTo>
                    <a:pt x="8337" y="8573"/>
                    <a:pt x="8603" y="8308"/>
                    <a:pt x="8928" y="8308"/>
                  </a:cubicBezTo>
                  <a:close/>
                  <a:moveTo>
                    <a:pt x="1506" y="0"/>
                  </a:moveTo>
                  <a:lnTo>
                    <a:pt x="1506" y="4174"/>
                  </a:lnTo>
                  <a:lnTo>
                    <a:pt x="916" y="4174"/>
                  </a:lnTo>
                  <a:lnTo>
                    <a:pt x="916" y="5945"/>
                  </a:lnTo>
                  <a:lnTo>
                    <a:pt x="4774" y="5945"/>
                  </a:lnTo>
                  <a:lnTo>
                    <a:pt x="4774" y="7755"/>
                  </a:lnTo>
                  <a:cubicBezTo>
                    <a:pt x="4360" y="7862"/>
                    <a:pt x="4033" y="8189"/>
                    <a:pt x="3926" y="8603"/>
                  </a:cubicBezTo>
                  <a:lnTo>
                    <a:pt x="2356" y="8603"/>
                  </a:lnTo>
                  <a:cubicBezTo>
                    <a:pt x="2224" y="8095"/>
                    <a:pt x="1760" y="7717"/>
                    <a:pt x="1212" y="7717"/>
                  </a:cubicBezTo>
                  <a:cubicBezTo>
                    <a:pt x="1193" y="7717"/>
                    <a:pt x="1175" y="7717"/>
                    <a:pt x="1156" y="7718"/>
                  </a:cubicBezTo>
                  <a:cubicBezTo>
                    <a:pt x="551" y="7747"/>
                    <a:pt x="60" y="8237"/>
                    <a:pt x="32" y="8842"/>
                  </a:cubicBezTo>
                  <a:cubicBezTo>
                    <a:pt x="0" y="9519"/>
                    <a:pt x="541" y="10080"/>
                    <a:pt x="1211" y="10080"/>
                  </a:cubicBezTo>
                  <a:cubicBezTo>
                    <a:pt x="1761" y="10080"/>
                    <a:pt x="2224" y="9702"/>
                    <a:pt x="2356" y="9194"/>
                  </a:cubicBezTo>
                  <a:lnTo>
                    <a:pt x="3926" y="9194"/>
                  </a:lnTo>
                  <a:cubicBezTo>
                    <a:pt x="4057" y="9702"/>
                    <a:pt x="4520" y="10080"/>
                    <a:pt x="5070" y="10080"/>
                  </a:cubicBezTo>
                  <a:cubicBezTo>
                    <a:pt x="5619" y="10080"/>
                    <a:pt x="6082" y="9702"/>
                    <a:pt x="6214" y="9194"/>
                  </a:cubicBezTo>
                  <a:lnTo>
                    <a:pt x="7785" y="9194"/>
                  </a:lnTo>
                  <a:cubicBezTo>
                    <a:pt x="7916" y="9702"/>
                    <a:pt x="8379" y="10079"/>
                    <a:pt x="8929" y="10079"/>
                  </a:cubicBezTo>
                  <a:cubicBezTo>
                    <a:pt x="8947" y="10079"/>
                    <a:pt x="8966" y="10079"/>
                    <a:pt x="8984" y="10078"/>
                  </a:cubicBezTo>
                  <a:cubicBezTo>
                    <a:pt x="9589" y="10050"/>
                    <a:pt x="10080" y="9560"/>
                    <a:pt x="10109" y="8954"/>
                  </a:cubicBezTo>
                  <a:cubicBezTo>
                    <a:pt x="10140" y="8278"/>
                    <a:pt x="9598" y="7717"/>
                    <a:pt x="8928" y="7717"/>
                  </a:cubicBezTo>
                  <a:cubicBezTo>
                    <a:pt x="8379" y="7717"/>
                    <a:pt x="7916" y="8095"/>
                    <a:pt x="7785" y="8603"/>
                  </a:cubicBezTo>
                  <a:lnTo>
                    <a:pt x="6214" y="8603"/>
                  </a:lnTo>
                  <a:cubicBezTo>
                    <a:pt x="6107" y="8189"/>
                    <a:pt x="5780" y="7862"/>
                    <a:pt x="5365" y="7755"/>
                  </a:cubicBezTo>
                  <a:lnTo>
                    <a:pt x="5365" y="5945"/>
                  </a:lnTo>
                  <a:lnTo>
                    <a:pt x="9224" y="5945"/>
                  </a:lnTo>
                  <a:lnTo>
                    <a:pt x="9224" y="4174"/>
                  </a:lnTo>
                  <a:lnTo>
                    <a:pt x="8633" y="4174"/>
                  </a:lnTo>
                  <a:lnTo>
                    <a:pt x="863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73"/>
            <p:cNvSpPr/>
            <p:nvPr/>
          </p:nvSpPr>
          <p:spPr>
            <a:xfrm>
              <a:off x="2481882" y="3421235"/>
              <a:ext cx="66937" cy="89200"/>
            </a:xfrm>
            <a:custGeom>
              <a:rect b="b" l="l" r="r" t="t"/>
              <a:pathLst>
                <a:path extrusionOk="0" h="2364" w="1774">
                  <a:moveTo>
                    <a:pt x="1182" y="591"/>
                  </a:moveTo>
                  <a:lnTo>
                    <a:pt x="1182" y="1182"/>
                  </a:lnTo>
                  <a:lnTo>
                    <a:pt x="592" y="1182"/>
                  </a:lnTo>
                  <a:lnTo>
                    <a:pt x="592" y="591"/>
                  </a:lnTo>
                  <a:close/>
                  <a:moveTo>
                    <a:pt x="1" y="0"/>
                  </a:moveTo>
                  <a:lnTo>
                    <a:pt x="1" y="2363"/>
                  </a:lnTo>
                  <a:lnTo>
                    <a:pt x="592" y="2363"/>
                  </a:lnTo>
                  <a:lnTo>
                    <a:pt x="592" y="1773"/>
                  </a:lnTo>
                  <a:lnTo>
                    <a:pt x="1182" y="1773"/>
                  </a:lnTo>
                  <a:lnTo>
                    <a:pt x="1182" y="2363"/>
                  </a:lnTo>
                  <a:lnTo>
                    <a:pt x="1773" y="2363"/>
                  </a:lnTo>
                  <a:lnTo>
                    <a:pt x="177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73"/>
            <p:cNvSpPr/>
            <p:nvPr/>
          </p:nvSpPr>
          <p:spPr>
            <a:xfrm>
              <a:off x="2571044" y="3421235"/>
              <a:ext cx="22338" cy="89200"/>
            </a:xfrm>
            <a:custGeom>
              <a:rect b="b" l="l" r="r" t="t"/>
              <a:pathLst>
                <a:path extrusionOk="0" h="2364" w="592">
                  <a:moveTo>
                    <a:pt x="1" y="0"/>
                  </a:moveTo>
                  <a:lnTo>
                    <a:pt x="1" y="2363"/>
                  </a:lnTo>
                  <a:lnTo>
                    <a:pt x="591" y="2363"/>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 name="Google Shape;1365;p73"/>
          <p:cNvGrpSpPr/>
          <p:nvPr/>
        </p:nvGrpSpPr>
        <p:grpSpPr>
          <a:xfrm>
            <a:off x="7855488" y="3923332"/>
            <a:ext cx="359729" cy="359765"/>
            <a:chOff x="8043656" y="3978243"/>
            <a:chExt cx="380344" cy="380381"/>
          </a:xfrm>
        </p:grpSpPr>
        <p:sp>
          <p:nvSpPr>
            <p:cNvPr id="1366" name="Google Shape;1366;p73"/>
            <p:cNvSpPr/>
            <p:nvPr/>
          </p:nvSpPr>
          <p:spPr>
            <a:xfrm>
              <a:off x="8149119" y="4083705"/>
              <a:ext cx="169381" cy="169457"/>
            </a:xfrm>
            <a:custGeom>
              <a:rect b="b" l="l" r="r" t="t"/>
              <a:pathLst>
                <a:path extrusionOk="0" h="4491" w="4489">
                  <a:moveTo>
                    <a:pt x="2245" y="1192"/>
                  </a:moveTo>
                  <a:cubicBezTo>
                    <a:pt x="2825" y="1192"/>
                    <a:pt x="3298" y="1664"/>
                    <a:pt x="3298" y="2246"/>
                  </a:cubicBezTo>
                  <a:cubicBezTo>
                    <a:pt x="3298" y="2826"/>
                    <a:pt x="2825" y="3298"/>
                    <a:pt x="2245" y="3298"/>
                  </a:cubicBezTo>
                  <a:cubicBezTo>
                    <a:pt x="1664" y="3298"/>
                    <a:pt x="1191" y="2826"/>
                    <a:pt x="1191" y="2246"/>
                  </a:cubicBezTo>
                  <a:cubicBezTo>
                    <a:pt x="1191" y="1664"/>
                    <a:pt x="1664" y="1192"/>
                    <a:pt x="2245" y="1192"/>
                  </a:cubicBezTo>
                  <a:close/>
                  <a:moveTo>
                    <a:pt x="1950" y="1"/>
                  </a:moveTo>
                  <a:lnTo>
                    <a:pt x="1950" y="629"/>
                  </a:lnTo>
                  <a:cubicBezTo>
                    <a:pt x="1714" y="672"/>
                    <a:pt x="1496" y="764"/>
                    <a:pt x="1307" y="894"/>
                  </a:cubicBezTo>
                  <a:lnTo>
                    <a:pt x="867" y="457"/>
                  </a:lnTo>
                  <a:lnTo>
                    <a:pt x="449" y="874"/>
                  </a:lnTo>
                  <a:lnTo>
                    <a:pt x="888" y="1312"/>
                  </a:lnTo>
                  <a:cubicBezTo>
                    <a:pt x="757" y="1500"/>
                    <a:pt x="664" y="1716"/>
                    <a:pt x="622" y="1950"/>
                  </a:cubicBezTo>
                  <a:lnTo>
                    <a:pt x="0" y="1950"/>
                  </a:lnTo>
                  <a:lnTo>
                    <a:pt x="0" y="2541"/>
                  </a:lnTo>
                  <a:lnTo>
                    <a:pt x="622" y="2541"/>
                  </a:lnTo>
                  <a:cubicBezTo>
                    <a:pt x="664" y="2775"/>
                    <a:pt x="757" y="2991"/>
                    <a:pt x="888" y="3179"/>
                  </a:cubicBezTo>
                  <a:lnTo>
                    <a:pt x="449" y="3617"/>
                  </a:lnTo>
                  <a:lnTo>
                    <a:pt x="869" y="4035"/>
                  </a:lnTo>
                  <a:lnTo>
                    <a:pt x="1307" y="3597"/>
                  </a:lnTo>
                  <a:cubicBezTo>
                    <a:pt x="1496" y="3728"/>
                    <a:pt x="1714" y="3819"/>
                    <a:pt x="1950" y="3863"/>
                  </a:cubicBezTo>
                  <a:lnTo>
                    <a:pt x="1950" y="4490"/>
                  </a:lnTo>
                  <a:lnTo>
                    <a:pt x="2540" y="4490"/>
                  </a:lnTo>
                  <a:lnTo>
                    <a:pt x="2540" y="3863"/>
                  </a:lnTo>
                  <a:cubicBezTo>
                    <a:pt x="2775" y="3819"/>
                    <a:pt x="2993" y="3728"/>
                    <a:pt x="3182" y="3597"/>
                  </a:cubicBezTo>
                  <a:lnTo>
                    <a:pt x="3622" y="4035"/>
                  </a:lnTo>
                  <a:lnTo>
                    <a:pt x="4041" y="3617"/>
                  </a:lnTo>
                  <a:lnTo>
                    <a:pt x="3602" y="3179"/>
                  </a:lnTo>
                  <a:cubicBezTo>
                    <a:pt x="3732" y="2991"/>
                    <a:pt x="3825" y="2775"/>
                    <a:pt x="3868" y="2541"/>
                  </a:cubicBezTo>
                  <a:lnTo>
                    <a:pt x="4489" y="2541"/>
                  </a:lnTo>
                  <a:lnTo>
                    <a:pt x="4489" y="1950"/>
                  </a:lnTo>
                  <a:lnTo>
                    <a:pt x="3861" y="1950"/>
                  </a:lnTo>
                  <a:cubicBezTo>
                    <a:pt x="3819" y="1715"/>
                    <a:pt x="3727" y="1498"/>
                    <a:pt x="3596" y="1308"/>
                  </a:cubicBezTo>
                  <a:lnTo>
                    <a:pt x="4033" y="869"/>
                  </a:lnTo>
                  <a:lnTo>
                    <a:pt x="3616" y="449"/>
                  </a:lnTo>
                  <a:lnTo>
                    <a:pt x="3179" y="888"/>
                  </a:lnTo>
                  <a:cubicBezTo>
                    <a:pt x="2991" y="757"/>
                    <a:pt x="2774" y="664"/>
                    <a:pt x="2540" y="622"/>
                  </a:cubicBezTo>
                  <a:lnTo>
                    <a:pt x="25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73"/>
            <p:cNvSpPr/>
            <p:nvPr/>
          </p:nvSpPr>
          <p:spPr>
            <a:xfrm>
              <a:off x="8043656" y="3978243"/>
              <a:ext cx="380344" cy="380381"/>
            </a:xfrm>
            <a:custGeom>
              <a:rect b="b" l="l" r="r" t="t"/>
              <a:pathLst>
                <a:path extrusionOk="0" h="10081" w="10080">
                  <a:moveTo>
                    <a:pt x="3563" y="591"/>
                  </a:moveTo>
                  <a:lnTo>
                    <a:pt x="3563" y="1615"/>
                  </a:lnTo>
                  <a:lnTo>
                    <a:pt x="1634" y="1615"/>
                  </a:lnTo>
                  <a:lnTo>
                    <a:pt x="1634" y="3564"/>
                  </a:lnTo>
                  <a:lnTo>
                    <a:pt x="591" y="3564"/>
                  </a:lnTo>
                  <a:lnTo>
                    <a:pt x="591" y="591"/>
                  </a:lnTo>
                  <a:close/>
                  <a:moveTo>
                    <a:pt x="9489" y="591"/>
                  </a:moveTo>
                  <a:lnTo>
                    <a:pt x="9489" y="3564"/>
                  </a:lnTo>
                  <a:lnTo>
                    <a:pt x="8446" y="3564"/>
                  </a:lnTo>
                  <a:lnTo>
                    <a:pt x="8446" y="1635"/>
                  </a:lnTo>
                  <a:lnTo>
                    <a:pt x="6517" y="1635"/>
                  </a:lnTo>
                  <a:lnTo>
                    <a:pt x="6517" y="591"/>
                  </a:lnTo>
                  <a:close/>
                  <a:moveTo>
                    <a:pt x="7874" y="2225"/>
                  </a:moveTo>
                  <a:lnTo>
                    <a:pt x="7874" y="7875"/>
                  </a:lnTo>
                  <a:lnTo>
                    <a:pt x="2225" y="7875"/>
                  </a:lnTo>
                  <a:lnTo>
                    <a:pt x="2225" y="2225"/>
                  </a:lnTo>
                  <a:close/>
                  <a:moveTo>
                    <a:pt x="1614" y="6517"/>
                  </a:moveTo>
                  <a:lnTo>
                    <a:pt x="1614" y="8447"/>
                  </a:lnTo>
                  <a:lnTo>
                    <a:pt x="3563" y="8447"/>
                  </a:lnTo>
                  <a:lnTo>
                    <a:pt x="3563" y="9490"/>
                  </a:lnTo>
                  <a:lnTo>
                    <a:pt x="591" y="9490"/>
                  </a:lnTo>
                  <a:lnTo>
                    <a:pt x="591" y="6517"/>
                  </a:lnTo>
                  <a:close/>
                  <a:moveTo>
                    <a:pt x="9489" y="6517"/>
                  </a:moveTo>
                  <a:lnTo>
                    <a:pt x="9489" y="9490"/>
                  </a:lnTo>
                  <a:lnTo>
                    <a:pt x="6516" y="9490"/>
                  </a:lnTo>
                  <a:lnTo>
                    <a:pt x="6516" y="8447"/>
                  </a:lnTo>
                  <a:lnTo>
                    <a:pt x="8445" y="8447"/>
                  </a:lnTo>
                  <a:lnTo>
                    <a:pt x="8445" y="6517"/>
                  </a:lnTo>
                  <a:close/>
                  <a:moveTo>
                    <a:pt x="0" y="1"/>
                  </a:moveTo>
                  <a:lnTo>
                    <a:pt x="0" y="4155"/>
                  </a:lnTo>
                  <a:lnTo>
                    <a:pt x="1634" y="4155"/>
                  </a:lnTo>
                  <a:lnTo>
                    <a:pt x="1634" y="5927"/>
                  </a:lnTo>
                  <a:lnTo>
                    <a:pt x="0" y="5927"/>
                  </a:lnTo>
                  <a:lnTo>
                    <a:pt x="0" y="10081"/>
                  </a:lnTo>
                  <a:lnTo>
                    <a:pt x="4154" y="10081"/>
                  </a:lnTo>
                  <a:lnTo>
                    <a:pt x="4154" y="8447"/>
                  </a:lnTo>
                  <a:lnTo>
                    <a:pt x="5926" y="8447"/>
                  </a:lnTo>
                  <a:lnTo>
                    <a:pt x="5926" y="10081"/>
                  </a:lnTo>
                  <a:lnTo>
                    <a:pt x="10080" y="10081"/>
                  </a:lnTo>
                  <a:lnTo>
                    <a:pt x="10080" y="5927"/>
                  </a:lnTo>
                  <a:lnTo>
                    <a:pt x="8445" y="5927"/>
                  </a:lnTo>
                  <a:lnTo>
                    <a:pt x="8445" y="4155"/>
                  </a:lnTo>
                  <a:lnTo>
                    <a:pt x="10080" y="4155"/>
                  </a:lnTo>
                  <a:lnTo>
                    <a:pt x="10080" y="1"/>
                  </a:lnTo>
                  <a:lnTo>
                    <a:pt x="5926" y="1"/>
                  </a:lnTo>
                  <a:lnTo>
                    <a:pt x="5926" y="1635"/>
                  </a:lnTo>
                  <a:lnTo>
                    <a:pt x="4154" y="1635"/>
                  </a:lnTo>
                  <a:lnTo>
                    <a:pt x="41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 name="Google Shape;1368;p73"/>
          <p:cNvGrpSpPr/>
          <p:nvPr/>
        </p:nvGrpSpPr>
        <p:grpSpPr>
          <a:xfrm>
            <a:off x="7108408" y="3924010"/>
            <a:ext cx="314620" cy="358409"/>
            <a:chOff x="7253764" y="3978959"/>
            <a:chExt cx="332650" cy="378947"/>
          </a:xfrm>
        </p:grpSpPr>
        <p:sp>
          <p:nvSpPr>
            <p:cNvPr id="1369" name="Google Shape;1369;p73"/>
            <p:cNvSpPr/>
            <p:nvPr/>
          </p:nvSpPr>
          <p:spPr>
            <a:xfrm>
              <a:off x="7253764" y="3978959"/>
              <a:ext cx="332650" cy="378947"/>
            </a:xfrm>
            <a:custGeom>
              <a:rect b="b" l="l" r="r" t="t"/>
              <a:pathLst>
                <a:path extrusionOk="0" h="10043" w="8816">
                  <a:moveTo>
                    <a:pt x="3852" y="572"/>
                  </a:moveTo>
                  <a:cubicBezTo>
                    <a:pt x="3921" y="572"/>
                    <a:pt x="3992" y="574"/>
                    <a:pt x="4062" y="579"/>
                  </a:cubicBezTo>
                  <a:cubicBezTo>
                    <a:pt x="5784" y="686"/>
                    <a:pt x="7114" y="2136"/>
                    <a:pt x="7114" y="3859"/>
                  </a:cubicBezTo>
                  <a:lnTo>
                    <a:pt x="7114" y="3875"/>
                  </a:lnTo>
                  <a:lnTo>
                    <a:pt x="7974" y="6243"/>
                  </a:lnTo>
                  <a:lnTo>
                    <a:pt x="7114" y="6243"/>
                  </a:lnTo>
                  <a:lnTo>
                    <a:pt x="7114" y="7680"/>
                  </a:lnTo>
                  <a:lnTo>
                    <a:pt x="5342" y="7680"/>
                  </a:lnTo>
                  <a:lnTo>
                    <a:pt x="5342" y="9452"/>
                  </a:lnTo>
                  <a:lnTo>
                    <a:pt x="1779" y="9452"/>
                  </a:lnTo>
                  <a:lnTo>
                    <a:pt x="1779" y="6337"/>
                  </a:lnTo>
                  <a:lnTo>
                    <a:pt x="1681" y="6248"/>
                  </a:lnTo>
                  <a:cubicBezTo>
                    <a:pt x="988" y="5631"/>
                    <a:pt x="590" y="4747"/>
                    <a:pt x="590" y="3823"/>
                  </a:cubicBezTo>
                  <a:cubicBezTo>
                    <a:pt x="590" y="2030"/>
                    <a:pt x="2053" y="572"/>
                    <a:pt x="3852" y="572"/>
                  </a:cubicBezTo>
                  <a:close/>
                  <a:moveTo>
                    <a:pt x="3852" y="1"/>
                  </a:moveTo>
                  <a:cubicBezTo>
                    <a:pt x="1728" y="1"/>
                    <a:pt x="0" y="1719"/>
                    <a:pt x="0" y="3832"/>
                  </a:cubicBezTo>
                  <a:cubicBezTo>
                    <a:pt x="0" y="4877"/>
                    <a:pt x="432" y="5878"/>
                    <a:pt x="1188" y="6599"/>
                  </a:cubicBezTo>
                  <a:lnTo>
                    <a:pt x="1188" y="10043"/>
                  </a:lnTo>
                  <a:lnTo>
                    <a:pt x="5914" y="10043"/>
                  </a:lnTo>
                  <a:lnTo>
                    <a:pt x="5914" y="8270"/>
                  </a:lnTo>
                  <a:lnTo>
                    <a:pt x="7705" y="8270"/>
                  </a:lnTo>
                  <a:lnTo>
                    <a:pt x="7705" y="6834"/>
                  </a:lnTo>
                  <a:lnTo>
                    <a:pt x="8815" y="6834"/>
                  </a:lnTo>
                  <a:lnTo>
                    <a:pt x="7705" y="3779"/>
                  </a:lnTo>
                  <a:cubicBezTo>
                    <a:pt x="7676" y="1690"/>
                    <a:pt x="5959" y="1"/>
                    <a:pt x="38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73"/>
            <p:cNvSpPr/>
            <p:nvPr/>
          </p:nvSpPr>
          <p:spPr>
            <a:xfrm>
              <a:off x="7321607" y="4032691"/>
              <a:ext cx="156024" cy="180173"/>
            </a:xfrm>
            <a:custGeom>
              <a:rect b="b" l="l" r="r" t="t"/>
              <a:pathLst>
                <a:path extrusionOk="0" h="4775" w="4135">
                  <a:moveTo>
                    <a:pt x="2058" y="683"/>
                  </a:moveTo>
                  <a:lnTo>
                    <a:pt x="3239" y="1365"/>
                  </a:lnTo>
                  <a:lnTo>
                    <a:pt x="2058" y="2046"/>
                  </a:lnTo>
                  <a:lnTo>
                    <a:pt x="877" y="1365"/>
                  </a:lnTo>
                  <a:lnTo>
                    <a:pt x="2058" y="683"/>
                  </a:lnTo>
                  <a:close/>
                  <a:moveTo>
                    <a:pt x="591" y="1876"/>
                  </a:moveTo>
                  <a:lnTo>
                    <a:pt x="1773" y="2559"/>
                  </a:lnTo>
                  <a:lnTo>
                    <a:pt x="1773" y="3923"/>
                  </a:lnTo>
                  <a:lnTo>
                    <a:pt x="591" y="3240"/>
                  </a:lnTo>
                  <a:lnTo>
                    <a:pt x="591" y="1876"/>
                  </a:lnTo>
                  <a:close/>
                  <a:moveTo>
                    <a:pt x="3544" y="1876"/>
                  </a:moveTo>
                  <a:lnTo>
                    <a:pt x="3544" y="3240"/>
                  </a:lnTo>
                  <a:lnTo>
                    <a:pt x="2363" y="3923"/>
                  </a:lnTo>
                  <a:lnTo>
                    <a:pt x="2363" y="2559"/>
                  </a:lnTo>
                  <a:lnTo>
                    <a:pt x="3544" y="1876"/>
                  </a:lnTo>
                  <a:close/>
                  <a:moveTo>
                    <a:pt x="2068" y="1"/>
                  </a:moveTo>
                  <a:lnTo>
                    <a:pt x="1" y="1194"/>
                  </a:lnTo>
                  <a:lnTo>
                    <a:pt x="1" y="3581"/>
                  </a:lnTo>
                  <a:lnTo>
                    <a:pt x="2068" y="4775"/>
                  </a:lnTo>
                  <a:lnTo>
                    <a:pt x="4135" y="3581"/>
                  </a:lnTo>
                  <a:lnTo>
                    <a:pt x="4135" y="1194"/>
                  </a:lnTo>
                  <a:lnTo>
                    <a:pt x="206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 name="Google Shape;1371;p73"/>
          <p:cNvGrpSpPr/>
          <p:nvPr/>
        </p:nvGrpSpPr>
        <p:grpSpPr>
          <a:xfrm>
            <a:off x="6316183" y="3923439"/>
            <a:ext cx="359765" cy="359551"/>
            <a:chOff x="6416139" y="3978356"/>
            <a:chExt cx="380381" cy="380155"/>
          </a:xfrm>
        </p:grpSpPr>
        <p:sp>
          <p:nvSpPr>
            <p:cNvPr id="1372" name="Google Shape;1372;p73"/>
            <p:cNvSpPr/>
            <p:nvPr/>
          </p:nvSpPr>
          <p:spPr>
            <a:xfrm>
              <a:off x="6416139" y="4061443"/>
              <a:ext cx="380381" cy="297068"/>
            </a:xfrm>
            <a:custGeom>
              <a:rect b="b" l="l" r="r" t="t"/>
              <a:pathLst>
                <a:path extrusionOk="0" h="7873" w="10081">
                  <a:moveTo>
                    <a:pt x="887" y="591"/>
                  </a:moveTo>
                  <a:cubicBezTo>
                    <a:pt x="1050" y="591"/>
                    <a:pt x="1182" y="723"/>
                    <a:pt x="1182" y="886"/>
                  </a:cubicBezTo>
                  <a:lnTo>
                    <a:pt x="1182" y="2848"/>
                  </a:lnTo>
                  <a:lnTo>
                    <a:pt x="1182" y="2851"/>
                  </a:lnTo>
                  <a:cubicBezTo>
                    <a:pt x="1182" y="3087"/>
                    <a:pt x="1276" y="3311"/>
                    <a:pt x="1441" y="3478"/>
                  </a:cubicBezTo>
                  <a:lnTo>
                    <a:pt x="2633" y="4670"/>
                  </a:lnTo>
                  <a:lnTo>
                    <a:pt x="3051" y="4252"/>
                  </a:lnTo>
                  <a:lnTo>
                    <a:pt x="1859" y="3060"/>
                  </a:lnTo>
                  <a:cubicBezTo>
                    <a:pt x="1804" y="3004"/>
                    <a:pt x="1773" y="2929"/>
                    <a:pt x="1773" y="2851"/>
                  </a:cubicBezTo>
                  <a:lnTo>
                    <a:pt x="1773" y="2850"/>
                  </a:lnTo>
                  <a:lnTo>
                    <a:pt x="1773" y="2849"/>
                  </a:lnTo>
                  <a:cubicBezTo>
                    <a:pt x="1773" y="2802"/>
                    <a:pt x="1783" y="2754"/>
                    <a:pt x="1806" y="2712"/>
                  </a:cubicBezTo>
                  <a:cubicBezTo>
                    <a:pt x="1862" y="2613"/>
                    <a:pt x="1960" y="2555"/>
                    <a:pt x="2069" y="2555"/>
                  </a:cubicBezTo>
                  <a:cubicBezTo>
                    <a:pt x="2147" y="2555"/>
                    <a:pt x="2222" y="2587"/>
                    <a:pt x="2278" y="2643"/>
                  </a:cubicBezTo>
                  <a:lnTo>
                    <a:pt x="4745" y="5109"/>
                  </a:lnTo>
                  <a:lnTo>
                    <a:pt x="4745" y="7282"/>
                  </a:lnTo>
                  <a:lnTo>
                    <a:pt x="2856" y="7282"/>
                  </a:lnTo>
                  <a:lnTo>
                    <a:pt x="2856" y="6287"/>
                  </a:lnTo>
                  <a:lnTo>
                    <a:pt x="591" y="3735"/>
                  </a:lnTo>
                  <a:lnTo>
                    <a:pt x="591" y="895"/>
                  </a:lnTo>
                  <a:cubicBezTo>
                    <a:pt x="591" y="743"/>
                    <a:pt x="702" y="610"/>
                    <a:pt x="853" y="593"/>
                  </a:cubicBezTo>
                  <a:cubicBezTo>
                    <a:pt x="864" y="592"/>
                    <a:pt x="876" y="591"/>
                    <a:pt x="887" y="591"/>
                  </a:cubicBezTo>
                  <a:close/>
                  <a:moveTo>
                    <a:pt x="9195" y="592"/>
                  </a:moveTo>
                  <a:cubicBezTo>
                    <a:pt x="9358" y="592"/>
                    <a:pt x="9490" y="725"/>
                    <a:pt x="9490" y="887"/>
                  </a:cubicBezTo>
                  <a:lnTo>
                    <a:pt x="9490" y="3735"/>
                  </a:lnTo>
                  <a:lnTo>
                    <a:pt x="7226" y="6287"/>
                  </a:lnTo>
                  <a:lnTo>
                    <a:pt x="7226" y="7282"/>
                  </a:lnTo>
                  <a:lnTo>
                    <a:pt x="5336" y="7282"/>
                  </a:lnTo>
                  <a:lnTo>
                    <a:pt x="5336" y="5109"/>
                  </a:lnTo>
                  <a:lnTo>
                    <a:pt x="7804" y="2642"/>
                  </a:lnTo>
                  <a:cubicBezTo>
                    <a:pt x="7859" y="2586"/>
                    <a:pt x="7933" y="2555"/>
                    <a:pt x="8012" y="2555"/>
                  </a:cubicBezTo>
                  <a:cubicBezTo>
                    <a:pt x="8043" y="2555"/>
                    <a:pt x="8074" y="2560"/>
                    <a:pt x="8106" y="2570"/>
                  </a:cubicBezTo>
                  <a:cubicBezTo>
                    <a:pt x="8120" y="2573"/>
                    <a:pt x="8132" y="2578"/>
                    <a:pt x="8145" y="2586"/>
                  </a:cubicBezTo>
                  <a:cubicBezTo>
                    <a:pt x="8248" y="2639"/>
                    <a:pt x="8308" y="2740"/>
                    <a:pt x="8308" y="2849"/>
                  </a:cubicBezTo>
                  <a:lnTo>
                    <a:pt x="8308" y="2850"/>
                  </a:lnTo>
                  <a:cubicBezTo>
                    <a:pt x="8308" y="2929"/>
                    <a:pt x="8278" y="3004"/>
                    <a:pt x="8222" y="3060"/>
                  </a:cubicBezTo>
                  <a:lnTo>
                    <a:pt x="7030" y="4252"/>
                  </a:lnTo>
                  <a:lnTo>
                    <a:pt x="7448" y="4670"/>
                  </a:lnTo>
                  <a:lnTo>
                    <a:pt x="8640" y="3478"/>
                  </a:lnTo>
                  <a:cubicBezTo>
                    <a:pt x="8806" y="3311"/>
                    <a:pt x="8899" y="3086"/>
                    <a:pt x="8899" y="2851"/>
                  </a:cubicBezTo>
                  <a:lnTo>
                    <a:pt x="8899" y="2846"/>
                  </a:lnTo>
                  <a:lnTo>
                    <a:pt x="8899" y="896"/>
                  </a:lnTo>
                  <a:cubicBezTo>
                    <a:pt x="8899" y="744"/>
                    <a:pt x="9010" y="611"/>
                    <a:pt x="9161" y="594"/>
                  </a:cubicBezTo>
                  <a:cubicBezTo>
                    <a:pt x="9172" y="593"/>
                    <a:pt x="9184" y="592"/>
                    <a:pt x="9195" y="592"/>
                  </a:cubicBezTo>
                  <a:close/>
                  <a:moveTo>
                    <a:pt x="9194" y="0"/>
                  </a:moveTo>
                  <a:cubicBezTo>
                    <a:pt x="8706" y="0"/>
                    <a:pt x="8308" y="397"/>
                    <a:pt x="8308" y="886"/>
                  </a:cubicBezTo>
                  <a:lnTo>
                    <a:pt x="8308" y="2015"/>
                  </a:lnTo>
                  <a:cubicBezTo>
                    <a:pt x="8215" y="1981"/>
                    <a:pt x="8115" y="1964"/>
                    <a:pt x="8013" y="1964"/>
                  </a:cubicBezTo>
                  <a:cubicBezTo>
                    <a:pt x="7776" y="1964"/>
                    <a:pt x="7553" y="2057"/>
                    <a:pt x="7386" y="2224"/>
                  </a:cubicBezTo>
                  <a:lnTo>
                    <a:pt x="5040" y="4570"/>
                  </a:lnTo>
                  <a:lnTo>
                    <a:pt x="2705" y="2234"/>
                  </a:lnTo>
                  <a:cubicBezTo>
                    <a:pt x="2552" y="2081"/>
                    <a:pt x="2352" y="1983"/>
                    <a:pt x="2137" y="1968"/>
                  </a:cubicBezTo>
                  <a:cubicBezTo>
                    <a:pt x="2114" y="1966"/>
                    <a:pt x="2091" y="1965"/>
                    <a:pt x="2068" y="1965"/>
                  </a:cubicBezTo>
                  <a:cubicBezTo>
                    <a:pt x="1966" y="1965"/>
                    <a:pt x="1867" y="1982"/>
                    <a:pt x="1773" y="2015"/>
                  </a:cubicBezTo>
                  <a:lnTo>
                    <a:pt x="1773" y="902"/>
                  </a:lnTo>
                  <a:cubicBezTo>
                    <a:pt x="1773" y="423"/>
                    <a:pt x="1381" y="9"/>
                    <a:pt x="904" y="0"/>
                  </a:cubicBezTo>
                  <a:cubicBezTo>
                    <a:pt x="898" y="0"/>
                    <a:pt x="893" y="0"/>
                    <a:pt x="888" y="0"/>
                  </a:cubicBezTo>
                  <a:cubicBezTo>
                    <a:pt x="399" y="0"/>
                    <a:pt x="1" y="397"/>
                    <a:pt x="1" y="886"/>
                  </a:cubicBezTo>
                  <a:lnTo>
                    <a:pt x="1" y="3959"/>
                  </a:lnTo>
                  <a:lnTo>
                    <a:pt x="2265" y="6511"/>
                  </a:lnTo>
                  <a:lnTo>
                    <a:pt x="2265" y="7872"/>
                  </a:lnTo>
                  <a:lnTo>
                    <a:pt x="7817" y="7872"/>
                  </a:lnTo>
                  <a:lnTo>
                    <a:pt x="7817" y="6511"/>
                  </a:lnTo>
                  <a:lnTo>
                    <a:pt x="10080" y="3959"/>
                  </a:lnTo>
                  <a:lnTo>
                    <a:pt x="10080" y="902"/>
                  </a:lnTo>
                  <a:cubicBezTo>
                    <a:pt x="10080" y="423"/>
                    <a:pt x="9689" y="9"/>
                    <a:pt x="9211" y="0"/>
                  </a:cubicBezTo>
                  <a:cubicBezTo>
                    <a:pt x="9205" y="0"/>
                    <a:pt x="9200" y="0"/>
                    <a:pt x="91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73"/>
            <p:cNvSpPr/>
            <p:nvPr/>
          </p:nvSpPr>
          <p:spPr>
            <a:xfrm>
              <a:off x="6505641" y="3978356"/>
              <a:ext cx="202322" cy="130554"/>
            </a:xfrm>
            <a:custGeom>
              <a:rect b="b" l="l" r="r" t="t"/>
              <a:pathLst>
                <a:path extrusionOk="0" h="3460" w="5362">
                  <a:moveTo>
                    <a:pt x="3121" y="591"/>
                  </a:moveTo>
                  <a:cubicBezTo>
                    <a:pt x="3128" y="591"/>
                    <a:pt x="3135" y="591"/>
                    <a:pt x="3142" y="592"/>
                  </a:cubicBezTo>
                  <a:cubicBezTo>
                    <a:pt x="3621" y="602"/>
                    <a:pt x="4007" y="997"/>
                    <a:pt x="4007" y="1480"/>
                  </a:cubicBezTo>
                  <a:lnTo>
                    <a:pt x="4005" y="1750"/>
                  </a:lnTo>
                  <a:lnTo>
                    <a:pt x="4268" y="1780"/>
                  </a:lnTo>
                  <a:cubicBezTo>
                    <a:pt x="4557" y="1814"/>
                    <a:pt x="4771" y="2073"/>
                    <a:pt x="4746" y="2369"/>
                  </a:cubicBezTo>
                  <a:cubicBezTo>
                    <a:pt x="4723" y="2644"/>
                    <a:pt x="4468" y="2869"/>
                    <a:pt x="4191" y="2869"/>
                  </a:cubicBezTo>
                  <a:lnTo>
                    <a:pt x="1138" y="2869"/>
                  </a:lnTo>
                  <a:cubicBezTo>
                    <a:pt x="1138" y="2869"/>
                    <a:pt x="592" y="2619"/>
                    <a:pt x="592" y="2317"/>
                  </a:cubicBezTo>
                  <a:cubicBezTo>
                    <a:pt x="592" y="2041"/>
                    <a:pt x="799" y="1808"/>
                    <a:pt x="1074" y="1775"/>
                  </a:cubicBezTo>
                  <a:lnTo>
                    <a:pt x="1330" y="1744"/>
                  </a:lnTo>
                  <a:lnTo>
                    <a:pt x="1350" y="1480"/>
                  </a:lnTo>
                  <a:lnTo>
                    <a:pt x="1350" y="1481"/>
                  </a:lnTo>
                  <a:cubicBezTo>
                    <a:pt x="1350" y="1155"/>
                    <a:pt x="1615" y="890"/>
                    <a:pt x="1939" y="890"/>
                  </a:cubicBezTo>
                  <a:cubicBezTo>
                    <a:pt x="2015" y="890"/>
                    <a:pt x="2089" y="905"/>
                    <a:pt x="2159" y="933"/>
                  </a:cubicBezTo>
                  <a:lnTo>
                    <a:pt x="2344" y="1007"/>
                  </a:lnTo>
                  <a:lnTo>
                    <a:pt x="2469" y="876"/>
                  </a:lnTo>
                  <a:cubicBezTo>
                    <a:pt x="2640" y="698"/>
                    <a:pt x="2874" y="591"/>
                    <a:pt x="3121" y="591"/>
                  </a:cubicBezTo>
                  <a:close/>
                  <a:moveTo>
                    <a:pt x="3112" y="1"/>
                  </a:moveTo>
                  <a:cubicBezTo>
                    <a:pt x="2769" y="1"/>
                    <a:pt x="2445" y="116"/>
                    <a:pt x="2183" y="328"/>
                  </a:cubicBezTo>
                  <a:cubicBezTo>
                    <a:pt x="2099" y="309"/>
                    <a:pt x="2013" y="299"/>
                    <a:pt x="1926" y="299"/>
                  </a:cubicBezTo>
                  <a:cubicBezTo>
                    <a:pt x="1354" y="299"/>
                    <a:pt x="876" y="708"/>
                    <a:pt x="768" y="1249"/>
                  </a:cubicBezTo>
                  <a:cubicBezTo>
                    <a:pt x="317" y="1403"/>
                    <a:pt x="1" y="1830"/>
                    <a:pt x="1" y="2324"/>
                  </a:cubicBezTo>
                  <a:cubicBezTo>
                    <a:pt x="1" y="2950"/>
                    <a:pt x="511" y="3460"/>
                    <a:pt x="1138" y="3460"/>
                  </a:cubicBezTo>
                  <a:lnTo>
                    <a:pt x="4181" y="3460"/>
                  </a:lnTo>
                  <a:cubicBezTo>
                    <a:pt x="4789" y="3460"/>
                    <a:pt x="5303" y="2990"/>
                    <a:pt x="5335" y="2384"/>
                  </a:cubicBezTo>
                  <a:cubicBezTo>
                    <a:pt x="5361" y="1867"/>
                    <a:pt x="5041" y="1412"/>
                    <a:pt x="4575" y="1250"/>
                  </a:cubicBezTo>
                  <a:cubicBezTo>
                    <a:pt x="4464" y="543"/>
                    <a:pt x="3850" y="1"/>
                    <a:pt x="31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 name="Google Shape;1374;p73"/>
          <p:cNvGrpSpPr/>
          <p:nvPr/>
        </p:nvGrpSpPr>
        <p:grpSpPr>
          <a:xfrm>
            <a:off x="5546548" y="3923332"/>
            <a:ext cx="359765" cy="359765"/>
            <a:chOff x="5602400" y="3978243"/>
            <a:chExt cx="380381" cy="380381"/>
          </a:xfrm>
        </p:grpSpPr>
        <p:sp>
          <p:nvSpPr>
            <p:cNvPr id="1375" name="Google Shape;1375;p73"/>
            <p:cNvSpPr/>
            <p:nvPr/>
          </p:nvSpPr>
          <p:spPr>
            <a:xfrm>
              <a:off x="5714579" y="4291724"/>
              <a:ext cx="22300" cy="22338"/>
            </a:xfrm>
            <a:custGeom>
              <a:rect b="b" l="l" r="r" t="t"/>
              <a:pathLst>
                <a:path extrusionOk="0" h="592" w="591">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73"/>
            <p:cNvSpPr/>
            <p:nvPr/>
          </p:nvSpPr>
          <p:spPr>
            <a:xfrm>
              <a:off x="5669262" y="4089704"/>
              <a:ext cx="112971" cy="157495"/>
            </a:xfrm>
            <a:custGeom>
              <a:rect b="b" l="l" r="r" t="t"/>
              <a:pathLst>
                <a:path extrusionOk="0" h="4174" w="2994">
                  <a:moveTo>
                    <a:pt x="1497" y="590"/>
                  </a:moveTo>
                  <a:cubicBezTo>
                    <a:pt x="1823" y="590"/>
                    <a:pt x="2087" y="856"/>
                    <a:pt x="2087" y="1181"/>
                  </a:cubicBezTo>
                  <a:cubicBezTo>
                    <a:pt x="2087" y="1506"/>
                    <a:pt x="1823" y="1771"/>
                    <a:pt x="1497" y="1771"/>
                  </a:cubicBezTo>
                  <a:cubicBezTo>
                    <a:pt x="1172" y="1771"/>
                    <a:pt x="906" y="1506"/>
                    <a:pt x="906" y="1181"/>
                  </a:cubicBezTo>
                  <a:cubicBezTo>
                    <a:pt x="906" y="856"/>
                    <a:pt x="1172" y="590"/>
                    <a:pt x="1497" y="590"/>
                  </a:cubicBezTo>
                  <a:close/>
                  <a:moveTo>
                    <a:pt x="1497" y="2362"/>
                  </a:moveTo>
                  <a:cubicBezTo>
                    <a:pt x="1997" y="2362"/>
                    <a:pt x="2403" y="2768"/>
                    <a:pt x="2403" y="3268"/>
                  </a:cubicBezTo>
                  <a:lnTo>
                    <a:pt x="2403" y="3582"/>
                  </a:lnTo>
                  <a:lnTo>
                    <a:pt x="592" y="3582"/>
                  </a:lnTo>
                  <a:lnTo>
                    <a:pt x="592" y="3268"/>
                  </a:lnTo>
                  <a:cubicBezTo>
                    <a:pt x="592" y="2768"/>
                    <a:pt x="998" y="2362"/>
                    <a:pt x="1497" y="2362"/>
                  </a:cubicBezTo>
                  <a:close/>
                  <a:moveTo>
                    <a:pt x="1497" y="0"/>
                  </a:moveTo>
                  <a:cubicBezTo>
                    <a:pt x="846" y="0"/>
                    <a:pt x="316" y="530"/>
                    <a:pt x="316" y="1181"/>
                  </a:cubicBezTo>
                  <a:cubicBezTo>
                    <a:pt x="316" y="1510"/>
                    <a:pt x="451" y="1808"/>
                    <a:pt x="670" y="2022"/>
                  </a:cubicBezTo>
                  <a:cubicBezTo>
                    <a:pt x="267" y="2291"/>
                    <a:pt x="1" y="2749"/>
                    <a:pt x="1" y="3268"/>
                  </a:cubicBezTo>
                  <a:lnTo>
                    <a:pt x="1" y="4173"/>
                  </a:lnTo>
                  <a:lnTo>
                    <a:pt x="2993" y="4173"/>
                  </a:lnTo>
                  <a:lnTo>
                    <a:pt x="2993" y="3268"/>
                  </a:lnTo>
                  <a:cubicBezTo>
                    <a:pt x="2993" y="2749"/>
                    <a:pt x="2728" y="2291"/>
                    <a:pt x="2325" y="2022"/>
                  </a:cubicBezTo>
                  <a:cubicBezTo>
                    <a:pt x="2543" y="1808"/>
                    <a:pt x="2678" y="1510"/>
                    <a:pt x="2678" y="1181"/>
                  </a:cubicBezTo>
                  <a:cubicBezTo>
                    <a:pt x="2678" y="530"/>
                    <a:pt x="2149" y="0"/>
                    <a:pt x="14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73"/>
            <p:cNvSpPr/>
            <p:nvPr/>
          </p:nvSpPr>
          <p:spPr>
            <a:xfrm>
              <a:off x="5602400" y="3978243"/>
              <a:ext cx="380381" cy="380381"/>
            </a:xfrm>
            <a:custGeom>
              <a:rect b="b" l="l" r="r" t="t"/>
              <a:pathLst>
                <a:path extrusionOk="0" h="10081" w="10081">
                  <a:moveTo>
                    <a:pt x="4765" y="591"/>
                  </a:moveTo>
                  <a:lnTo>
                    <a:pt x="4765" y="1182"/>
                  </a:lnTo>
                  <a:lnTo>
                    <a:pt x="1773" y="1182"/>
                  </a:lnTo>
                  <a:lnTo>
                    <a:pt x="1773" y="591"/>
                  </a:lnTo>
                  <a:close/>
                  <a:moveTo>
                    <a:pt x="9490" y="2953"/>
                  </a:moveTo>
                  <a:lnTo>
                    <a:pt x="9490" y="5946"/>
                  </a:lnTo>
                  <a:lnTo>
                    <a:pt x="8186" y="5946"/>
                  </a:lnTo>
                  <a:lnTo>
                    <a:pt x="7718" y="6414"/>
                  </a:lnTo>
                  <a:lnTo>
                    <a:pt x="7250" y="5946"/>
                  </a:lnTo>
                  <a:lnTo>
                    <a:pt x="5946" y="5946"/>
                  </a:lnTo>
                  <a:lnTo>
                    <a:pt x="5946" y="2953"/>
                  </a:lnTo>
                  <a:close/>
                  <a:moveTo>
                    <a:pt x="5947" y="591"/>
                  </a:moveTo>
                  <a:lnTo>
                    <a:pt x="5947" y="2363"/>
                  </a:lnTo>
                  <a:lnTo>
                    <a:pt x="5356" y="2363"/>
                  </a:lnTo>
                  <a:lnTo>
                    <a:pt x="5356" y="6536"/>
                  </a:lnTo>
                  <a:lnTo>
                    <a:pt x="5947" y="6536"/>
                  </a:lnTo>
                  <a:lnTo>
                    <a:pt x="5947" y="9490"/>
                  </a:lnTo>
                  <a:lnTo>
                    <a:pt x="592" y="9490"/>
                  </a:lnTo>
                  <a:lnTo>
                    <a:pt x="592" y="591"/>
                  </a:lnTo>
                  <a:lnTo>
                    <a:pt x="1182" y="591"/>
                  </a:lnTo>
                  <a:lnTo>
                    <a:pt x="1182" y="1773"/>
                  </a:lnTo>
                  <a:lnTo>
                    <a:pt x="5356" y="1773"/>
                  </a:lnTo>
                  <a:lnTo>
                    <a:pt x="5356" y="591"/>
                  </a:lnTo>
                  <a:close/>
                  <a:moveTo>
                    <a:pt x="1" y="1"/>
                  </a:moveTo>
                  <a:lnTo>
                    <a:pt x="1" y="10081"/>
                  </a:lnTo>
                  <a:lnTo>
                    <a:pt x="6538" y="10081"/>
                  </a:lnTo>
                  <a:lnTo>
                    <a:pt x="6538" y="6536"/>
                  </a:lnTo>
                  <a:lnTo>
                    <a:pt x="7006" y="6536"/>
                  </a:lnTo>
                  <a:lnTo>
                    <a:pt x="7718" y="7249"/>
                  </a:lnTo>
                  <a:lnTo>
                    <a:pt x="8431" y="6536"/>
                  </a:lnTo>
                  <a:lnTo>
                    <a:pt x="10081" y="6536"/>
                  </a:lnTo>
                  <a:lnTo>
                    <a:pt x="10081" y="2363"/>
                  </a:lnTo>
                  <a:lnTo>
                    <a:pt x="6538" y="2363"/>
                  </a:lnTo>
                  <a:lnTo>
                    <a:pt x="65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73"/>
            <p:cNvSpPr/>
            <p:nvPr/>
          </p:nvSpPr>
          <p:spPr>
            <a:xfrm>
              <a:off x="5849057" y="4112684"/>
              <a:ext cx="89162" cy="22338"/>
            </a:xfrm>
            <a:custGeom>
              <a:rect b="b" l="l" r="r" t="t"/>
              <a:pathLst>
                <a:path extrusionOk="0" h="592" w="2363">
                  <a:moveTo>
                    <a:pt x="1" y="1"/>
                  </a:moveTo>
                  <a:lnTo>
                    <a:pt x="1" y="592"/>
                  </a:lnTo>
                  <a:lnTo>
                    <a:pt x="2362" y="592"/>
                  </a:lnTo>
                  <a:lnTo>
                    <a:pt x="236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73"/>
            <p:cNvSpPr/>
            <p:nvPr/>
          </p:nvSpPr>
          <p:spPr>
            <a:xfrm>
              <a:off x="5849057" y="4157283"/>
              <a:ext cx="89162" cy="22300"/>
            </a:xfrm>
            <a:custGeom>
              <a:rect b="b" l="l" r="r" t="t"/>
              <a:pathLst>
                <a:path extrusionOk="0" h="591" w="2363">
                  <a:moveTo>
                    <a:pt x="1" y="0"/>
                  </a:moveTo>
                  <a:lnTo>
                    <a:pt x="1" y="591"/>
                  </a:lnTo>
                  <a:lnTo>
                    <a:pt x="2362" y="591"/>
                  </a:lnTo>
                  <a:lnTo>
                    <a:pt x="23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 name="Google Shape;1380;p73"/>
          <p:cNvGrpSpPr/>
          <p:nvPr/>
        </p:nvGrpSpPr>
        <p:grpSpPr>
          <a:xfrm>
            <a:off x="4776949" y="3939141"/>
            <a:ext cx="359729" cy="328146"/>
            <a:chOff x="4788698" y="3994958"/>
            <a:chExt cx="380344" cy="346950"/>
          </a:xfrm>
        </p:grpSpPr>
        <p:sp>
          <p:nvSpPr>
            <p:cNvPr id="1381" name="Google Shape;1381;p73"/>
            <p:cNvSpPr/>
            <p:nvPr/>
          </p:nvSpPr>
          <p:spPr>
            <a:xfrm>
              <a:off x="4788698" y="4095968"/>
              <a:ext cx="380344" cy="245940"/>
            </a:xfrm>
            <a:custGeom>
              <a:rect b="b" l="l" r="r" t="t"/>
              <a:pathLst>
                <a:path extrusionOk="0" h="6518" w="10080">
                  <a:moveTo>
                    <a:pt x="4327" y="592"/>
                  </a:moveTo>
                  <a:lnTo>
                    <a:pt x="2536" y="2384"/>
                  </a:lnTo>
                  <a:lnTo>
                    <a:pt x="591" y="2384"/>
                  </a:lnTo>
                  <a:lnTo>
                    <a:pt x="591" y="592"/>
                  </a:lnTo>
                  <a:close/>
                  <a:moveTo>
                    <a:pt x="9489" y="592"/>
                  </a:moveTo>
                  <a:lnTo>
                    <a:pt x="9489" y="2384"/>
                  </a:lnTo>
                  <a:lnTo>
                    <a:pt x="7544" y="2384"/>
                  </a:lnTo>
                  <a:lnTo>
                    <a:pt x="5753" y="592"/>
                  </a:lnTo>
                  <a:close/>
                  <a:moveTo>
                    <a:pt x="2363" y="2973"/>
                  </a:moveTo>
                  <a:lnTo>
                    <a:pt x="2363" y="5927"/>
                  </a:lnTo>
                  <a:lnTo>
                    <a:pt x="591" y="5927"/>
                  </a:lnTo>
                  <a:lnTo>
                    <a:pt x="591" y="2973"/>
                  </a:lnTo>
                  <a:close/>
                  <a:moveTo>
                    <a:pt x="5040" y="714"/>
                  </a:moveTo>
                  <a:lnTo>
                    <a:pt x="7126" y="2800"/>
                  </a:lnTo>
                  <a:lnTo>
                    <a:pt x="7126" y="5927"/>
                  </a:lnTo>
                  <a:lnTo>
                    <a:pt x="2954" y="5927"/>
                  </a:lnTo>
                  <a:lnTo>
                    <a:pt x="2954" y="2800"/>
                  </a:lnTo>
                  <a:lnTo>
                    <a:pt x="5040" y="714"/>
                  </a:lnTo>
                  <a:close/>
                  <a:moveTo>
                    <a:pt x="9489" y="2973"/>
                  </a:moveTo>
                  <a:lnTo>
                    <a:pt x="9489" y="5927"/>
                  </a:lnTo>
                  <a:lnTo>
                    <a:pt x="7717" y="5927"/>
                  </a:lnTo>
                  <a:lnTo>
                    <a:pt x="7717" y="2973"/>
                  </a:lnTo>
                  <a:close/>
                  <a:moveTo>
                    <a:pt x="0" y="1"/>
                  </a:moveTo>
                  <a:lnTo>
                    <a:pt x="0" y="6518"/>
                  </a:lnTo>
                  <a:lnTo>
                    <a:pt x="10080" y="6518"/>
                  </a:lnTo>
                  <a:lnTo>
                    <a:pt x="100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73"/>
            <p:cNvSpPr/>
            <p:nvPr/>
          </p:nvSpPr>
          <p:spPr>
            <a:xfrm>
              <a:off x="4939854" y="4179923"/>
              <a:ext cx="78031" cy="78031"/>
            </a:xfrm>
            <a:custGeom>
              <a:rect b="b" l="l" r="r" t="t"/>
              <a:pathLst>
                <a:path extrusionOk="0" h="2068" w="2068">
                  <a:moveTo>
                    <a:pt x="1034" y="591"/>
                  </a:moveTo>
                  <a:cubicBezTo>
                    <a:pt x="1279" y="591"/>
                    <a:pt x="1477" y="791"/>
                    <a:pt x="1477" y="1034"/>
                  </a:cubicBezTo>
                  <a:cubicBezTo>
                    <a:pt x="1477" y="1279"/>
                    <a:pt x="1278" y="1477"/>
                    <a:pt x="1034" y="1477"/>
                  </a:cubicBezTo>
                  <a:cubicBezTo>
                    <a:pt x="789" y="1477"/>
                    <a:pt x="591" y="1279"/>
                    <a:pt x="591" y="1034"/>
                  </a:cubicBezTo>
                  <a:cubicBezTo>
                    <a:pt x="591" y="791"/>
                    <a:pt x="789" y="591"/>
                    <a:pt x="1034" y="591"/>
                  </a:cubicBezTo>
                  <a:close/>
                  <a:moveTo>
                    <a:pt x="1034" y="0"/>
                  </a:moveTo>
                  <a:cubicBezTo>
                    <a:pt x="464" y="0"/>
                    <a:pt x="0" y="465"/>
                    <a:pt x="0" y="1034"/>
                  </a:cubicBezTo>
                  <a:cubicBezTo>
                    <a:pt x="0" y="1604"/>
                    <a:pt x="464" y="2068"/>
                    <a:pt x="1034" y="2068"/>
                  </a:cubicBezTo>
                  <a:cubicBezTo>
                    <a:pt x="1604" y="2068"/>
                    <a:pt x="2068" y="1604"/>
                    <a:pt x="2068" y="1034"/>
                  </a:cubicBezTo>
                  <a:cubicBezTo>
                    <a:pt x="2068" y="465"/>
                    <a:pt x="1604" y="0"/>
                    <a:pt x="10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73"/>
            <p:cNvSpPr/>
            <p:nvPr/>
          </p:nvSpPr>
          <p:spPr>
            <a:xfrm>
              <a:off x="4833260" y="4275009"/>
              <a:ext cx="22338" cy="22338"/>
            </a:xfrm>
            <a:custGeom>
              <a:rect b="b" l="l" r="r" t="t"/>
              <a:pathLst>
                <a:path extrusionOk="0" h="592" w="592">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73"/>
            <p:cNvSpPr/>
            <p:nvPr/>
          </p:nvSpPr>
          <p:spPr>
            <a:xfrm>
              <a:off x="5102142" y="4275009"/>
              <a:ext cx="22338" cy="22338"/>
            </a:xfrm>
            <a:custGeom>
              <a:rect b="b" l="l" r="r" t="t"/>
              <a:pathLst>
                <a:path extrusionOk="0" h="592" w="592">
                  <a:moveTo>
                    <a:pt x="1" y="0"/>
                  </a:moveTo>
                  <a:lnTo>
                    <a:pt x="1" y="591"/>
                  </a:lnTo>
                  <a:lnTo>
                    <a:pt x="592" y="591"/>
                  </a:lnTo>
                  <a:lnTo>
                    <a:pt x="59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73"/>
            <p:cNvSpPr/>
            <p:nvPr/>
          </p:nvSpPr>
          <p:spPr>
            <a:xfrm>
              <a:off x="4833260" y="4230447"/>
              <a:ext cx="22338" cy="22300"/>
            </a:xfrm>
            <a:custGeom>
              <a:rect b="b" l="l" r="r" t="t"/>
              <a:pathLst>
                <a:path extrusionOk="0" h="591" w="592">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73"/>
            <p:cNvSpPr/>
            <p:nvPr/>
          </p:nvSpPr>
          <p:spPr>
            <a:xfrm>
              <a:off x="5102142" y="4230447"/>
              <a:ext cx="22338" cy="22300"/>
            </a:xfrm>
            <a:custGeom>
              <a:rect b="b" l="l" r="r" t="t"/>
              <a:pathLst>
                <a:path extrusionOk="0" h="591" w="592">
                  <a:moveTo>
                    <a:pt x="1" y="0"/>
                  </a:moveTo>
                  <a:lnTo>
                    <a:pt x="1" y="591"/>
                  </a:lnTo>
                  <a:lnTo>
                    <a:pt x="592" y="591"/>
                  </a:lnTo>
                  <a:lnTo>
                    <a:pt x="59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73"/>
            <p:cNvSpPr/>
            <p:nvPr/>
          </p:nvSpPr>
          <p:spPr>
            <a:xfrm>
              <a:off x="4900047" y="3994958"/>
              <a:ext cx="157609" cy="48449"/>
            </a:xfrm>
            <a:custGeom>
              <a:rect b="b" l="l" r="r" t="t"/>
              <a:pathLst>
                <a:path extrusionOk="0" h="1284" w="4177">
                  <a:moveTo>
                    <a:pt x="2089" y="1"/>
                  </a:moveTo>
                  <a:cubicBezTo>
                    <a:pt x="1300" y="1"/>
                    <a:pt x="558" y="308"/>
                    <a:pt x="0" y="866"/>
                  </a:cubicBezTo>
                  <a:lnTo>
                    <a:pt x="418" y="1283"/>
                  </a:lnTo>
                  <a:cubicBezTo>
                    <a:pt x="864" y="837"/>
                    <a:pt x="1458" y="591"/>
                    <a:pt x="2089" y="591"/>
                  </a:cubicBezTo>
                  <a:cubicBezTo>
                    <a:pt x="2720" y="591"/>
                    <a:pt x="3314" y="837"/>
                    <a:pt x="3760" y="1283"/>
                  </a:cubicBezTo>
                  <a:lnTo>
                    <a:pt x="4176" y="866"/>
                  </a:lnTo>
                  <a:cubicBezTo>
                    <a:pt x="3620" y="308"/>
                    <a:pt x="2878" y="1"/>
                    <a:pt x="20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73"/>
            <p:cNvSpPr/>
            <p:nvPr/>
          </p:nvSpPr>
          <p:spPr>
            <a:xfrm>
              <a:off x="4931553" y="4039558"/>
              <a:ext cx="94633" cy="35355"/>
            </a:xfrm>
            <a:custGeom>
              <a:rect b="b" l="l" r="r" t="t"/>
              <a:pathLst>
                <a:path extrusionOk="0" h="937" w="2508">
                  <a:moveTo>
                    <a:pt x="1254" y="0"/>
                  </a:moveTo>
                  <a:cubicBezTo>
                    <a:pt x="780" y="0"/>
                    <a:pt x="335" y="185"/>
                    <a:pt x="1" y="519"/>
                  </a:cubicBezTo>
                  <a:lnTo>
                    <a:pt x="419" y="937"/>
                  </a:lnTo>
                  <a:cubicBezTo>
                    <a:pt x="642" y="713"/>
                    <a:pt x="939" y="591"/>
                    <a:pt x="1254" y="591"/>
                  </a:cubicBezTo>
                  <a:cubicBezTo>
                    <a:pt x="1569" y="591"/>
                    <a:pt x="1866" y="713"/>
                    <a:pt x="2089" y="937"/>
                  </a:cubicBezTo>
                  <a:lnTo>
                    <a:pt x="2507" y="519"/>
                  </a:lnTo>
                  <a:cubicBezTo>
                    <a:pt x="2172" y="185"/>
                    <a:pt x="1728" y="0"/>
                    <a:pt x="12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 name="Google Shape;1389;p73"/>
          <p:cNvGrpSpPr/>
          <p:nvPr/>
        </p:nvGrpSpPr>
        <p:grpSpPr>
          <a:xfrm>
            <a:off x="3237679" y="3923332"/>
            <a:ext cx="359729" cy="359765"/>
            <a:chOff x="3161219" y="3978243"/>
            <a:chExt cx="380344" cy="380381"/>
          </a:xfrm>
        </p:grpSpPr>
        <p:sp>
          <p:nvSpPr>
            <p:cNvPr id="1390" name="Google Shape;1390;p73"/>
            <p:cNvSpPr/>
            <p:nvPr/>
          </p:nvSpPr>
          <p:spPr>
            <a:xfrm>
              <a:off x="3317960" y="4134983"/>
              <a:ext cx="66862" cy="66900"/>
            </a:xfrm>
            <a:custGeom>
              <a:rect b="b" l="l" r="r" t="t"/>
              <a:pathLst>
                <a:path extrusionOk="0" h="1773" w="1772">
                  <a:moveTo>
                    <a:pt x="886" y="591"/>
                  </a:moveTo>
                  <a:cubicBezTo>
                    <a:pt x="1049" y="591"/>
                    <a:pt x="1182" y="724"/>
                    <a:pt x="1182" y="887"/>
                  </a:cubicBezTo>
                  <a:cubicBezTo>
                    <a:pt x="1181" y="1049"/>
                    <a:pt x="1049" y="1182"/>
                    <a:pt x="886" y="1182"/>
                  </a:cubicBezTo>
                  <a:cubicBezTo>
                    <a:pt x="723" y="1182"/>
                    <a:pt x="591" y="1049"/>
                    <a:pt x="591" y="887"/>
                  </a:cubicBezTo>
                  <a:cubicBezTo>
                    <a:pt x="591" y="724"/>
                    <a:pt x="723" y="591"/>
                    <a:pt x="886" y="591"/>
                  </a:cubicBezTo>
                  <a:close/>
                  <a:moveTo>
                    <a:pt x="886" y="1"/>
                  </a:moveTo>
                  <a:cubicBezTo>
                    <a:pt x="397" y="1"/>
                    <a:pt x="0" y="398"/>
                    <a:pt x="0" y="887"/>
                  </a:cubicBezTo>
                  <a:cubicBezTo>
                    <a:pt x="0" y="1375"/>
                    <a:pt x="397" y="1773"/>
                    <a:pt x="886" y="1773"/>
                  </a:cubicBezTo>
                  <a:cubicBezTo>
                    <a:pt x="1375" y="1773"/>
                    <a:pt x="1771" y="1375"/>
                    <a:pt x="1771" y="887"/>
                  </a:cubicBezTo>
                  <a:cubicBezTo>
                    <a:pt x="1771" y="398"/>
                    <a:pt x="1375" y="1"/>
                    <a:pt x="8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73"/>
            <p:cNvSpPr/>
            <p:nvPr/>
          </p:nvSpPr>
          <p:spPr>
            <a:xfrm>
              <a:off x="3273398" y="4090421"/>
              <a:ext cx="155986" cy="156062"/>
            </a:xfrm>
            <a:custGeom>
              <a:rect b="b" l="l" r="r" t="t"/>
              <a:pathLst>
                <a:path extrusionOk="0" h="4136" w="4134">
                  <a:moveTo>
                    <a:pt x="2067" y="591"/>
                  </a:moveTo>
                  <a:cubicBezTo>
                    <a:pt x="2881" y="591"/>
                    <a:pt x="3543" y="1253"/>
                    <a:pt x="3543" y="2068"/>
                  </a:cubicBezTo>
                  <a:cubicBezTo>
                    <a:pt x="3543" y="2882"/>
                    <a:pt x="2881" y="3544"/>
                    <a:pt x="2067" y="3544"/>
                  </a:cubicBezTo>
                  <a:cubicBezTo>
                    <a:pt x="1253" y="3544"/>
                    <a:pt x="591" y="2882"/>
                    <a:pt x="591" y="2068"/>
                  </a:cubicBezTo>
                  <a:cubicBezTo>
                    <a:pt x="591" y="1253"/>
                    <a:pt x="1253" y="591"/>
                    <a:pt x="2067" y="591"/>
                  </a:cubicBezTo>
                  <a:close/>
                  <a:moveTo>
                    <a:pt x="2067" y="0"/>
                  </a:moveTo>
                  <a:cubicBezTo>
                    <a:pt x="927" y="0"/>
                    <a:pt x="0" y="927"/>
                    <a:pt x="0" y="2068"/>
                  </a:cubicBezTo>
                  <a:cubicBezTo>
                    <a:pt x="0" y="3208"/>
                    <a:pt x="927" y="4135"/>
                    <a:pt x="2067" y="4135"/>
                  </a:cubicBezTo>
                  <a:cubicBezTo>
                    <a:pt x="3207" y="4135"/>
                    <a:pt x="4134" y="3207"/>
                    <a:pt x="4134" y="2068"/>
                  </a:cubicBezTo>
                  <a:cubicBezTo>
                    <a:pt x="4134" y="927"/>
                    <a:pt x="3207" y="0"/>
                    <a:pt x="20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73"/>
            <p:cNvSpPr/>
            <p:nvPr/>
          </p:nvSpPr>
          <p:spPr>
            <a:xfrm>
              <a:off x="3161219" y="3978243"/>
              <a:ext cx="380344" cy="380381"/>
            </a:xfrm>
            <a:custGeom>
              <a:rect b="b" l="l" r="r" t="t"/>
              <a:pathLst>
                <a:path extrusionOk="0" h="10081" w="10080">
                  <a:moveTo>
                    <a:pt x="1181" y="591"/>
                  </a:moveTo>
                  <a:cubicBezTo>
                    <a:pt x="1507" y="591"/>
                    <a:pt x="1772" y="856"/>
                    <a:pt x="1772" y="1182"/>
                  </a:cubicBezTo>
                  <a:cubicBezTo>
                    <a:pt x="1772" y="1508"/>
                    <a:pt x="1507" y="1773"/>
                    <a:pt x="1181" y="1773"/>
                  </a:cubicBezTo>
                  <a:cubicBezTo>
                    <a:pt x="856" y="1773"/>
                    <a:pt x="591" y="1508"/>
                    <a:pt x="591" y="1182"/>
                  </a:cubicBezTo>
                  <a:cubicBezTo>
                    <a:pt x="591" y="856"/>
                    <a:pt x="856" y="591"/>
                    <a:pt x="1181" y="591"/>
                  </a:cubicBezTo>
                  <a:close/>
                  <a:moveTo>
                    <a:pt x="8899" y="591"/>
                  </a:moveTo>
                  <a:cubicBezTo>
                    <a:pt x="9224" y="591"/>
                    <a:pt x="9489" y="856"/>
                    <a:pt x="9489" y="1182"/>
                  </a:cubicBezTo>
                  <a:cubicBezTo>
                    <a:pt x="9489" y="1508"/>
                    <a:pt x="9224" y="1773"/>
                    <a:pt x="8899" y="1773"/>
                  </a:cubicBezTo>
                  <a:cubicBezTo>
                    <a:pt x="8573" y="1773"/>
                    <a:pt x="8308" y="1508"/>
                    <a:pt x="8308" y="1182"/>
                  </a:cubicBezTo>
                  <a:cubicBezTo>
                    <a:pt x="8308" y="856"/>
                    <a:pt x="8573" y="591"/>
                    <a:pt x="8899" y="591"/>
                  </a:cubicBezTo>
                  <a:close/>
                  <a:moveTo>
                    <a:pt x="5039" y="2382"/>
                  </a:moveTo>
                  <a:cubicBezTo>
                    <a:pt x="6066" y="2382"/>
                    <a:pt x="6991" y="2841"/>
                    <a:pt x="7788" y="3745"/>
                  </a:cubicBezTo>
                  <a:cubicBezTo>
                    <a:pt x="8255" y="4275"/>
                    <a:pt x="8540" y="4812"/>
                    <a:pt x="8652" y="5041"/>
                  </a:cubicBezTo>
                  <a:cubicBezTo>
                    <a:pt x="8540" y="5270"/>
                    <a:pt x="8255" y="5806"/>
                    <a:pt x="7788" y="6335"/>
                  </a:cubicBezTo>
                  <a:cubicBezTo>
                    <a:pt x="6991" y="7240"/>
                    <a:pt x="6066" y="7698"/>
                    <a:pt x="5039" y="7698"/>
                  </a:cubicBezTo>
                  <a:cubicBezTo>
                    <a:pt x="4013" y="7698"/>
                    <a:pt x="3089" y="7240"/>
                    <a:pt x="2292" y="6335"/>
                  </a:cubicBezTo>
                  <a:cubicBezTo>
                    <a:pt x="1825" y="5806"/>
                    <a:pt x="1538" y="5268"/>
                    <a:pt x="1428" y="5041"/>
                  </a:cubicBezTo>
                  <a:cubicBezTo>
                    <a:pt x="1538" y="4812"/>
                    <a:pt x="1825" y="4275"/>
                    <a:pt x="2292" y="3745"/>
                  </a:cubicBezTo>
                  <a:cubicBezTo>
                    <a:pt x="3089" y="2841"/>
                    <a:pt x="4013" y="2382"/>
                    <a:pt x="5039" y="2382"/>
                  </a:cubicBezTo>
                  <a:close/>
                  <a:moveTo>
                    <a:pt x="1181" y="8308"/>
                  </a:moveTo>
                  <a:cubicBezTo>
                    <a:pt x="1507" y="8308"/>
                    <a:pt x="1772" y="8573"/>
                    <a:pt x="1772" y="8899"/>
                  </a:cubicBezTo>
                  <a:cubicBezTo>
                    <a:pt x="1772" y="9225"/>
                    <a:pt x="1507" y="9490"/>
                    <a:pt x="1181" y="9490"/>
                  </a:cubicBezTo>
                  <a:cubicBezTo>
                    <a:pt x="856" y="9490"/>
                    <a:pt x="591" y="9225"/>
                    <a:pt x="591" y="8899"/>
                  </a:cubicBezTo>
                  <a:cubicBezTo>
                    <a:pt x="591" y="8573"/>
                    <a:pt x="856" y="8308"/>
                    <a:pt x="1181" y="8308"/>
                  </a:cubicBezTo>
                  <a:close/>
                  <a:moveTo>
                    <a:pt x="8899" y="8308"/>
                  </a:moveTo>
                  <a:cubicBezTo>
                    <a:pt x="9224" y="8308"/>
                    <a:pt x="9489" y="8573"/>
                    <a:pt x="9489" y="8899"/>
                  </a:cubicBezTo>
                  <a:cubicBezTo>
                    <a:pt x="9489" y="9225"/>
                    <a:pt x="9224" y="9490"/>
                    <a:pt x="8899" y="9490"/>
                  </a:cubicBezTo>
                  <a:cubicBezTo>
                    <a:pt x="8573" y="9490"/>
                    <a:pt x="8308" y="9225"/>
                    <a:pt x="8308" y="8899"/>
                  </a:cubicBezTo>
                  <a:cubicBezTo>
                    <a:pt x="8308" y="8573"/>
                    <a:pt x="8573" y="8308"/>
                    <a:pt x="8899" y="8308"/>
                  </a:cubicBezTo>
                  <a:close/>
                  <a:moveTo>
                    <a:pt x="1182" y="1"/>
                  </a:moveTo>
                  <a:cubicBezTo>
                    <a:pt x="530" y="1"/>
                    <a:pt x="1" y="530"/>
                    <a:pt x="1" y="1182"/>
                  </a:cubicBezTo>
                  <a:cubicBezTo>
                    <a:pt x="1" y="1833"/>
                    <a:pt x="530" y="2363"/>
                    <a:pt x="1182" y="2363"/>
                  </a:cubicBezTo>
                  <a:cubicBezTo>
                    <a:pt x="1400" y="2363"/>
                    <a:pt x="1605" y="2303"/>
                    <a:pt x="1781" y="2199"/>
                  </a:cubicBezTo>
                  <a:lnTo>
                    <a:pt x="2396" y="2814"/>
                  </a:lnTo>
                  <a:cubicBezTo>
                    <a:pt x="2202" y="2981"/>
                    <a:pt x="2015" y="3165"/>
                    <a:pt x="1836" y="3370"/>
                  </a:cubicBezTo>
                  <a:cubicBezTo>
                    <a:pt x="1166" y="4135"/>
                    <a:pt x="843" y="4894"/>
                    <a:pt x="831" y="4927"/>
                  </a:cubicBezTo>
                  <a:lnTo>
                    <a:pt x="783" y="5041"/>
                  </a:lnTo>
                  <a:lnTo>
                    <a:pt x="831" y="5155"/>
                  </a:lnTo>
                  <a:cubicBezTo>
                    <a:pt x="843" y="5186"/>
                    <a:pt x="1166" y="5946"/>
                    <a:pt x="1836" y="6711"/>
                  </a:cubicBezTo>
                  <a:cubicBezTo>
                    <a:pt x="2015" y="6916"/>
                    <a:pt x="2203" y="7101"/>
                    <a:pt x="2397" y="7266"/>
                  </a:cubicBezTo>
                  <a:lnTo>
                    <a:pt x="1781" y="7882"/>
                  </a:lnTo>
                  <a:cubicBezTo>
                    <a:pt x="1605" y="7778"/>
                    <a:pt x="1400" y="7718"/>
                    <a:pt x="1182" y="7718"/>
                  </a:cubicBezTo>
                  <a:cubicBezTo>
                    <a:pt x="530" y="7718"/>
                    <a:pt x="1" y="8247"/>
                    <a:pt x="1" y="8899"/>
                  </a:cubicBezTo>
                  <a:cubicBezTo>
                    <a:pt x="1" y="9550"/>
                    <a:pt x="530" y="10081"/>
                    <a:pt x="1182" y="10081"/>
                  </a:cubicBezTo>
                  <a:cubicBezTo>
                    <a:pt x="1833" y="10081"/>
                    <a:pt x="2362" y="9550"/>
                    <a:pt x="2362" y="8899"/>
                  </a:cubicBezTo>
                  <a:cubicBezTo>
                    <a:pt x="2362" y="8680"/>
                    <a:pt x="2303" y="8475"/>
                    <a:pt x="2199" y="8300"/>
                  </a:cubicBezTo>
                  <a:lnTo>
                    <a:pt x="2873" y="7625"/>
                  </a:lnTo>
                  <a:cubicBezTo>
                    <a:pt x="3539" y="8062"/>
                    <a:pt x="4273" y="8288"/>
                    <a:pt x="5040" y="8288"/>
                  </a:cubicBezTo>
                  <a:cubicBezTo>
                    <a:pt x="5808" y="8288"/>
                    <a:pt x="6541" y="8062"/>
                    <a:pt x="7207" y="7625"/>
                  </a:cubicBezTo>
                  <a:lnTo>
                    <a:pt x="7881" y="8299"/>
                  </a:lnTo>
                  <a:cubicBezTo>
                    <a:pt x="7778" y="8475"/>
                    <a:pt x="7718" y="8681"/>
                    <a:pt x="7718" y="8899"/>
                  </a:cubicBezTo>
                  <a:cubicBezTo>
                    <a:pt x="7718" y="9550"/>
                    <a:pt x="8247" y="10081"/>
                    <a:pt x="8899" y="10081"/>
                  </a:cubicBezTo>
                  <a:cubicBezTo>
                    <a:pt x="9550" y="10081"/>
                    <a:pt x="10079" y="9550"/>
                    <a:pt x="10079" y="8899"/>
                  </a:cubicBezTo>
                  <a:cubicBezTo>
                    <a:pt x="10079" y="8248"/>
                    <a:pt x="9550" y="7718"/>
                    <a:pt x="8899" y="7718"/>
                  </a:cubicBezTo>
                  <a:cubicBezTo>
                    <a:pt x="8680" y="7718"/>
                    <a:pt x="8475" y="7778"/>
                    <a:pt x="8299" y="7882"/>
                  </a:cubicBezTo>
                  <a:lnTo>
                    <a:pt x="7684" y="7266"/>
                  </a:lnTo>
                  <a:cubicBezTo>
                    <a:pt x="7878" y="7101"/>
                    <a:pt x="8065" y="6916"/>
                    <a:pt x="8244" y="6711"/>
                  </a:cubicBezTo>
                  <a:cubicBezTo>
                    <a:pt x="8915" y="5946"/>
                    <a:pt x="9237" y="5186"/>
                    <a:pt x="9250" y="5155"/>
                  </a:cubicBezTo>
                  <a:lnTo>
                    <a:pt x="9298" y="5041"/>
                  </a:lnTo>
                  <a:lnTo>
                    <a:pt x="9250" y="4927"/>
                  </a:lnTo>
                  <a:cubicBezTo>
                    <a:pt x="9237" y="4895"/>
                    <a:pt x="8915" y="4136"/>
                    <a:pt x="8244" y="3370"/>
                  </a:cubicBezTo>
                  <a:cubicBezTo>
                    <a:pt x="8065" y="3165"/>
                    <a:pt x="7878" y="2981"/>
                    <a:pt x="7684" y="2814"/>
                  </a:cubicBezTo>
                  <a:lnTo>
                    <a:pt x="8299" y="2199"/>
                  </a:lnTo>
                  <a:cubicBezTo>
                    <a:pt x="8475" y="2303"/>
                    <a:pt x="8680" y="2363"/>
                    <a:pt x="8899" y="2363"/>
                  </a:cubicBezTo>
                  <a:cubicBezTo>
                    <a:pt x="9550" y="2363"/>
                    <a:pt x="10079" y="1833"/>
                    <a:pt x="10079" y="1182"/>
                  </a:cubicBezTo>
                  <a:cubicBezTo>
                    <a:pt x="10079" y="531"/>
                    <a:pt x="9550" y="1"/>
                    <a:pt x="8899" y="1"/>
                  </a:cubicBezTo>
                  <a:cubicBezTo>
                    <a:pt x="8247" y="1"/>
                    <a:pt x="7718" y="531"/>
                    <a:pt x="7718" y="1182"/>
                  </a:cubicBezTo>
                  <a:cubicBezTo>
                    <a:pt x="7718" y="1400"/>
                    <a:pt x="7778" y="1605"/>
                    <a:pt x="7881" y="1781"/>
                  </a:cubicBezTo>
                  <a:lnTo>
                    <a:pt x="7207" y="2456"/>
                  </a:lnTo>
                  <a:cubicBezTo>
                    <a:pt x="6541" y="2019"/>
                    <a:pt x="5808" y="1792"/>
                    <a:pt x="5040" y="1792"/>
                  </a:cubicBezTo>
                  <a:cubicBezTo>
                    <a:pt x="4273" y="1792"/>
                    <a:pt x="3539" y="2019"/>
                    <a:pt x="2873" y="2456"/>
                  </a:cubicBezTo>
                  <a:lnTo>
                    <a:pt x="2199" y="1781"/>
                  </a:lnTo>
                  <a:cubicBezTo>
                    <a:pt x="2303" y="1606"/>
                    <a:pt x="2363" y="1400"/>
                    <a:pt x="2363" y="1182"/>
                  </a:cubicBezTo>
                  <a:cubicBezTo>
                    <a:pt x="2363" y="530"/>
                    <a:pt x="1833" y="1"/>
                    <a:pt x="11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 name="Google Shape;1393;p73"/>
          <p:cNvGrpSpPr/>
          <p:nvPr/>
        </p:nvGrpSpPr>
        <p:grpSpPr>
          <a:xfrm>
            <a:off x="4023123" y="3923332"/>
            <a:ext cx="328110" cy="359765"/>
            <a:chOff x="3991674" y="3978243"/>
            <a:chExt cx="346913" cy="380381"/>
          </a:xfrm>
        </p:grpSpPr>
        <p:sp>
          <p:nvSpPr>
            <p:cNvPr id="1394" name="Google Shape;1394;p73"/>
            <p:cNvSpPr/>
            <p:nvPr/>
          </p:nvSpPr>
          <p:spPr>
            <a:xfrm>
              <a:off x="4130567" y="4117174"/>
              <a:ext cx="22338" cy="22300"/>
            </a:xfrm>
            <a:custGeom>
              <a:rect b="b" l="l" r="r" t="t"/>
              <a:pathLst>
                <a:path extrusionOk="0" h="591" w="592">
                  <a:moveTo>
                    <a:pt x="1" y="0"/>
                  </a:moveTo>
                  <a:lnTo>
                    <a:pt x="1"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73"/>
            <p:cNvSpPr/>
            <p:nvPr/>
          </p:nvSpPr>
          <p:spPr>
            <a:xfrm>
              <a:off x="4176639" y="4117174"/>
              <a:ext cx="22300" cy="22300"/>
            </a:xfrm>
            <a:custGeom>
              <a:rect b="b" l="l" r="r" t="t"/>
              <a:pathLst>
                <a:path extrusionOk="0" h="591" w="591">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73"/>
            <p:cNvSpPr/>
            <p:nvPr/>
          </p:nvSpPr>
          <p:spPr>
            <a:xfrm>
              <a:off x="4130567" y="4161736"/>
              <a:ext cx="68371" cy="22338"/>
            </a:xfrm>
            <a:custGeom>
              <a:rect b="b" l="l" r="r" t="t"/>
              <a:pathLst>
                <a:path extrusionOk="0" h="592" w="1812">
                  <a:moveTo>
                    <a:pt x="1" y="0"/>
                  </a:moveTo>
                  <a:lnTo>
                    <a:pt x="1" y="591"/>
                  </a:lnTo>
                  <a:lnTo>
                    <a:pt x="1812" y="591"/>
                  </a:lnTo>
                  <a:lnTo>
                    <a:pt x="181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73"/>
            <p:cNvSpPr/>
            <p:nvPr/>
          </p:nvSpPr>
          <p:spPr>
            <a:xfrm>
              <a:off x="4041443" y="4072574"/>
              <a:ext cx="246657" cy="157533"/>
            </a:xfrm>
            <a:custGeom>
              <a:rect b="b" l="l" r="r" t="t"/>
              <a:pathLst>
                <a:path extrusionOk="0" h="4175" w="6537">
                  <a:moveTo>
                    <a:pt x="4764" y="591"/>
                  </a:moveTo>
                  <a:lnTo>
                    <a:pt x="4764" y="3584"/>
                  </a:lnTo>
                  <a:lnTo>
                    <a:pt x="1772" y="3584"/>
                  </a:lnTo>
                  <a:lnTo>
                    <a:pt x="1772" y="591"/>
                  </a:lnTo>
                  <a:close/>
                  <a:moveTo>
                    <a:pt x="1182" y="1"/>
                  </a:moveTo>
                  <a:lnTo>
                    <a:pt x="1182" y="1793"/>
                  </a:lnTo>
                  <a:lnTo>
                    <a:pt x="592" y="1793"/>
                  </a:lnTo>
                  <a:lnTo>
                    <a:pt x="592" y="1202"/>
                  </a:lnTo>
                  <a:lnTo>
                    <a:pt x="1" y="1202"/>
                  </a:lnTo>
                  <a:lnTo>
                    <a:pt x="1" y="2974"/>
                  </a:lnTo>
                  <a:lnTo>
                    <a:pt x="592" y="2974"/>
                  </a:lnTo>
                  <a:lnTo>
                    <a:pt x="592" y="2383"/>
                  </a:lnTo>
                  <a:lnTo>
                    <a:pt x="1182" y="2383"/>
                  </a:lnTo>
                  <a:lnTo>
                    <a:pt x="1182" y="4175"/>
                  </a:lnTo>
                  <a:lnTo>
                    <a:pt x="5355" y="4175"/>
                  </a:lnTo>
                  <a:lnTo>
                    <a:pt x="5355" y="2383"/>
                  </a:lnTo>
                  <a:lnTo>
                    <a:pt x="5946" y="2383"/>
                  </a:lnTo>
                  <a:lnTo>
                    <a:pt x="5946" y="2974"/>
                  </a:lnTo>
                  <a:lnTo>
                    <a:pt x="6537" y="2974"/>
                  </a:lnTo>
                  <a:lnTo>
                    <a:pt x="6537" y="1202"/>
                  </a:lnTo>
                  <a:lnTo>
                    <a:pt x="5946" y="1202"/>
                  </a:lnTo>
                  <a:lnTo>
                    <a:pt x="5946" y="1793"/>
                  </a:lnTo>
                  <a:lnTo>
                    <a:pt x="5355" y="1793"/>
                  </a:lnTo>
                  <a:lnTo>
                    <a:pt x="535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73"/>
            <p:cNvSpPr/>
            <p:nvPr/>
          </p:nvSpPr>
          <p:spPr>
            <a:xfrm>
              <a:off x="3991674" y="3978243"/>
              <a:ext cx="346913" cy="380381"/>
            </a:xfrm>
            <a:custGeom>
              <a:rect b="b" l="l" r="r" t="t"/>
              <a:pathLst>
                <a:path extrusionOk="0" h="10081" w="9194">
                  <a:moveTo>
                    <a:pt x="4597" y="591"/>
                  </a:moveTo>
                  <a:cubicBezTo>
                    <a:pt x="6806" y="591"/>
                    <a:pt x="8602" y="2389"/>
                    <a:pt x="8602" y="4598"/>
                  </a:cubicBezTo>
                  <a:cubicBezTo>
                    <a:pt x="8602" y="5529"/>
                    <a:pt x="8276" y="6435"/>
                    <a:pt x="7683" y="7151"/>
                  </a:cubicBezTo>
                  <a:cubicBezTo>
                    <a:pt x="7097" y="7858"/>
                    <a:pt x="6282" y="8345"/>
                    <a:pt x="5387" y="8525"/>
                  </a:cubicBezTo>
                  <a:lnTo>
                    <a:pt x="5300" y="8543"/>
                  </a:lnTo>
                  <a:lnTo>
                    <a:pt x="4597" y="9245"/>
                  </a:lnTo>
                  <a:lnTo>
                    <a:pt x="3894" y="8543"/>
                  </a:lnTo>
                  <a:lnTo>
                    <a:pt x="3806" y="8525"/>
                  </a:lnTo>
                  <a:cubicBezTo>
                    <a:pt x="2912" y="8345"/>
                    <a:pt x="2096" y="7858"/>
                    <a:pt x="1511" y="7151"/>
                  </a:cubicBezTo>
                  <a:cubicBezTo>
                    <a:pt x="918" y="6435"/>
                    <a:pt x="591" y="5529"/>
                    <a:pt x="591" y="4598"/>
                  </a:cubicBezTo>
                  <a:cubicBezTo>
                    <a:pt x="591" y="2389"/>
                    <a:pt x="2388" y="591"/>
                    <a:pt x="4597" y="591"/>
                  </a:cubicBezTo>
                  <a:close/>
                  <a:moveTo>
                    <a:pt x="4597" y="1"/>
                  </a:moveTo>
                  <a:cubicBezTo>
                    <a:pt x="3369" y="1"/>
                    <a:pt x="2215" y="479"/>
                    <a:pt x="1347" y="1347"/>
                  </a:cubicBezTo>
                  <a:cubicBezTo>
                    <a:pt x="479" y="2215"/>
                    <a:pt x="0" y="3370"/>
                    <a:pt x="0" y="4597"/>
                  </a:cubicBezTo>
                  <a:cubicBezTo>
                    <a:pt x="0" y="5666"/>
                    <a:pt x="376" y="6706"/>
                    <a:pt x="1056" y="7528"/>
                  </a:cubicBezTo>
                  <a:cubicBezTo>
                    <a:pt x="1709" y="8315"/>
                    <a:pt x="2610" y="8865"/>
                    <a:pt x="3601" y="9085"/>
                  </a:cubicBezTo>
                  <a:lnTo>
                    <a:pt x="4597" y="10081"/>
                  </a:lnTo>
                  <a:lnTo>
                    <a:pt x="5592" y="9085"/>
                  </a:lnTo>
                  <a:cubicBezTo>
                    <a:pt x="6583" y="8865"/>
                    <a:pt x="7485" y="8315"/>
                    <a:pt x="8137" y="7528"/>
                  </a:cubicBezTo>
                  <a:cubicBezTo>
                    <a:pt x="8819" y="6706"/>
                    <a:pt x="9193" y="5666"/>
                    <a:pt x="9193" y="4597"/>
                  </a:cubicBezTo>
                  <a:cubicBezTo>
                    <a:pt x="9193" y="3370"/>
                    <a:pt x="8715" y="2215"/>
                    <a:pt x="7847" y="1347"/>
                  </a:cubicBezTo>
                  <a:cubicBezTo>
                    <a:pt x="6979" y="479"/>
                    <a:pt x="5825" y="1"/>
                    <a:pt x="45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 name="Google Shape;1399;p73"/>
          <p:cNvGrpSpPr/>
          <p:nvPr/>
        </p:nvGrpSpPr>
        <p:grpSpPr>
          <a:xfrm>
            <a:off x="2468044" y="3939141"/>
            <a:ext cx="359729" cy="328146"/>
            <a:chOff x="2347479" y="3994958"/>
            <a:chExt cx="380344" cy="346950"/>
          </a:xfrm>
        </p:grpSpPr>
        <p:sp>
          <p:nvSpPr>
            <p:cNvPr id="1400" name="Google Shape;1400;p73"/>
            <p:cNvSpPr/>
            <p:nvPr/>
          </p:nvSpPr>
          <p:spPr>
            <a:xfrm>
              <a:off x="2347479" y="4107891"/>
              <a:ext cx="380344" cy="234017"/>
            </a:xfrm>
            <a:custGeom>
              <a:rect b="b" l="l" r="r" t="t"/>
              <a:pathLst>
                <a:path extrusionOk="0" h="6202" w="10080">
                  <a:moveTo>
                    <a:pt x="6684" y="591"/>
                  </a:moveTo>
                  <a:cubicBezTo>
                    <a:pt x="6972" y="1004"/>
                    <a:pt x="7072" y="1528"/>
                    <a:pt x="7108" y="1838"/>
                  </a:cubicBezTo>
                  <a:lnTo>
                    <a:pt x="5926" y="1967"/>
                  </a:lnTo>
                  <a:lnTo>
                    <a:pt x="5926" y="591"/>
                  </a:lnTo>
                  <a:close/>
                  <a:moveTo>
                    <a:pt x="5335" y="619"/>
                  </a:moveTo>
                  <a:lnTo>
                    <a:pt x="5335" y="2033"/>
                  </a:lnTo>
                  <a:lnTo>
                    <a:pt x="1514" y="2454"/>
                  </a:lnTo>
                  <a:lnTo>
                    <a:pt x="1514" y="2454"/>
                  </a:lnTo>
                  <a:lnTo>
                    <a:pt x="2411" y="1770"/>
                  </a:lnTo>
                  <a:cubicBezTo>
                    <a:pt x="3258" y="1125"/>
                    <a:pt x="4279" y="726"/>
                    <a:pt x="5335" y="619"/>
                  </a:cubicBezTo>
                  <a:close/>
                  <a:moveTo>
                    <a:pt x="8741" y="591"/>
                  </a:moveTo>
                  <a:lnTo>
                    <a:pt x="8809" y="692"/>
                  </a:lnTo>
                  <a:cubicBezTo>
                    <a:pt x="9199" y="1276"/>
                    <a:pt x="9428" y="1943"/>
                    <a:pt x="9478" y="2637"/>
                  </a:cubicBezTo>
                  <a:lnTo>
                    <a:pt x="8898" y="2637"/>
                  </a:lnTo>
                  <a:lnTo>
                    <a:pt x="8898" y="3228"/>
                  </a:lnTo>
                  <a:lnTo>
                    <a:pt x="9489" y="3228"/>
                  </a:lnTo>
                  <a:lnTo>
                    <a:pt x="9489" y="4725"/>
                  </a:lnTo>
                  <a:lnTo>
                    <a:pt x="8861" y="4725"/>
                  </a:lnTo>
                  <a:cubicBezTo>
                    <a:pt x="8729" y="4213"/>
                    <a:pt x="8266" y="3835"/>
                    <a:pt x="7718" y="3835"/>
                  </a:cubicBezTo>
                  <a:cubicBezTo>
                    <a:pt x="7168" y="3835"/>
                    <a:pt x="6705" y="4213"/>
                    <a:pt x="6573" y="4725"/>
                  </a:cubicBezTo>
                  <a:lnTo>
                    <a:pt x="3506" y="4725"/>
                  </a:lnTo>
                  <a:cubicBezTo>
                    <a:pt x="3375" y="4216"/>
                    <a:pt x="2912" y="3839"/>
                    <a:pt x="2363" y="3839"/>
                  </a:cubicBezTo>
                  <a:cubicBezTo>
                    <a:pt x="1813" y="3839"/>
                    <a:pt x="1350" y="4215"/>
                    <a:pt x="1219" y="4725"/>
                  </a:cubicBezTo>
                  <a:lnTo>
                    <a:pt x="590" y="4725"/>
                  </a:lnTo>
                  <a:lnTo>
                    <a:pt x="590" y="3889"/>
                  </a:lnTo>
                  <a:cubicBezTo>
                    <a:pt x="590" y="3618"/>
                    <a:pt x="666" y="3355"/>
                    <a:pt x="805" y="3127"/>
                  </a:cubicBezTo>
                  <a:lnTo>
                    <a:pt x="7718" y="2364"/>
                  </a:lnTo>
                  <a:lnTo>
                    <a:pt x="7718" y="2094"/>
                  </a:lnTo>
                  <a:cubicBezTo>
                    <a:pt x="7718" y="2055"/>
                    <a:pt x="7713" y="1297"/>
                    <a:pt x="7367" y="591"/>
                  </a:cubicBezTo>
                  <a:close/>
                  <a:moveTo>
                    <a:pt x="2363" y="4429"/>
                  </a:moveTo>
                  <a:cubicBezTo>
                    <a:pt x="2688" y="4429"/>
                    <a:pt x="2953" y="4694"/>
                    <a:pt x="2953" y="5020"/>
                  </a:cubicBezTo>
                  <a:cubicBezTo>
                    <a:pt x="2953" y="5346"/>
                    <a:pt x="2688" y="5611"/>
                    <a:pt x="2363" y="5611"/>
                  </a:cubicBezTo>
                  <a:cubicBezTo>
                    <a:pt x="2037" y="5611"/>
                    <a:pt x="1772" y="5346"/>
                    <a:pt x="1772" y="5020"/>
                  </a:cubicBezTo>
                  <a:cubicBezTo>
                    <a:pt x="1772" y="4694"/>
                    <a:pt x="2037" y="4429"/>
                    <a:pt x="2363" y="4429"/>
                  </a:cubicBezTo>
                  <a:close/>
                  <a:moveTo>
                    <a:pt x="7718" y="4429"/>
                  </a:moveTo>
                  <a:cubicBezTo>
                    <a:pt x="8043" y="4429"/>
                    <a:pt x="8307" y="4694"/>
                    <a:pt x="8307" y="5020"/>
                  </a:cubicBezTo>
                  <a:cubicBezTo>
                    <a:pt x="8307" y="5346"/>
                    <a:pt x="8043" y="5611"/>
                    <a:pt x="7718" y="5611"/>
                  </a:cubicBezTo>
                  <a:cubicBezTo>
                    <a:pt x="7392" y="5611"/>
                    <a:pt x="7127" y="5346"/>
                    <a:pt x="7127" y="5020"/>
                  </a:cubicBezTo>
                  <a:cubicBezTo>
                    <a:pt x="7127" y="4694"/>
                    <a:pt x="7392" y="4429"/>
                    <a:pt x="7718" y="4429"/>
                  </a:cubicBezTo>
                  <a:close/>
                  <a:moveTo>
                    <a:pt x="5905" y="0"/>
                  </a:moveTo>
                  <a:cubicBezTo>
                    <a:pt x="4521" y="0"/>
                    <a:pt x="3154" y="462"/>
                    <a:pt x="2053" y="1301"/>
                  </a:cubicBezTo>
                  <a:lnTo>
                    <a:pt x="814" y="2245"/>
                  </a:lnTo>
                  <a:cubicBezTo>
                    <a:pt x="305" y="2634"/>
                    <a:pt x="1" y="3248"/>
                    <a:pt x="1" y="3889"/>
                  </a:cubicBezTo>
                  <a:lnTo>
                    <a:pt x="1" y="5315"/>
                  </a:lnTo>
                  <a:lnTo>
                    <a:pt x="1219" y="5315"/>
                  </a:lnTo>
                  <a:cubicBezTo>
                    <a:pt x="1350" y="5824"/>
                    <a:pt x="1813" y="6202"/>
                    <a:pt x="2363" y="6202"/>
                  </a:cubicBezTo>
                  <a:cubicBezTo>
                    <a:pt x="2912" y="6202"/>
                    <a:pt x="3375" y="5824"/>
                    <a:pt x="3507" y="5315"/>
                  </a:cubicBezTo>
                  <a:lnTo>
                    <a:pt x="6573" y="5315"/>
                  </a:lnTo>
                  <a:cubicBezTo>
                    <a:pt x="6705" y="5824"/>
                    <a:pt x="7168" y="6202"/>
                    <a:pt x="7718" y="6202"/>
                  </a:cubicBezTo>
                  <a:cubicBezTo>
                    <a:pt x="8267" y="6202"/>
                    <a:pt x="8729" y="5824"/>
                    <a:pt x="8861" y="5315"/>
                  </a:cubicBezTo>
                  <a:lnTo>
                    <a:pt x="10080" y="5315"/>
                  </a:lnTo>
                  <a:lnTo>
                    <a:pt x="10080" y="2941"/>
                  </a:lnTo>
                  <a:cubicBezTo>
                    <a:pt x="10080" y="2021"/>
                    <a:pt x="9811" y="1130"/>
                    <a:pt x="9300" y="365"/>
                  </a:cubicBezTo>
                  <a:lnTo>
                    <a:pt x="905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73"/>
            <p:cNvSpPr/>
            <p:nvPr/>
          </p:nvSpPr>
          <p:spPr>
            <a:xfrm>
              <a:off x="2458866" y="3994958"/>
              <a:ext cx="157609" cy="48449"/>
            </a:xfrm>
            <a:custGeom>
              <a:rect b="b" l="l" r="r" t="t"/>
              <a:pathLst>
                <a:path extrusionOk="0" h="1284" w="4177">
                  <a:moveTo>
                    <a:pt x="2088" y="1"/>
                  </a:moveTo>
                  <a:cubicBezTo>
                    <a:pt x="1300" y="1"/>
                    <a:pt x="558" y="308"/>
                    <a:pt x="0" y="866"/>
                  </a:cubicBezTo>
                  <a:lnTo>
                    <a:pt x="418" y="1283"/>
                  </a:lnTo>
                  <a:cubicBezTo>
                    <a:pt x="864" y="837"/>
                    <a:pt x="1457" y="591"/>
                    <a:pt x="2088" y="591"/>
                  </a:cubicBezTo>
                  <a:cubicBezTo>
                    <a:pt x="2720" y="591"/>
                    <a:pt x="3312" y="837"/>
                    <a:pt x="3758" y="1283"/>
                  </a:cubicBezTo>
                  <a:lnTo>
                    <a:pt x="4176" y="866"/>
                  </a:lnTo>
                  <a:cubicBezTo>
                    <a:pt x="3618" y="308"/>
                    <a:pt x="2877" y="1"/>
                    <a:pt x="20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73"/>
            <p:cNvSpPr/>
            <p:nvPr/>
          </p:nvSpPr>
          <p:spPr>
            <a:xfrm>
              <a:off x="2490372" y="4039558"/>
              <a:ext cx="94558" cy="35355"/>
            </a:xfrm>
            <a:custGeom>
              <a:rect b="b" l="l" r="r" t="t"/>
              <a:pathLst>
                <a:path extrusionOk="0" h="937" w="2506">
                  <a:moveTo>
                    <a:pt x="1253" y="0"/>
                  </a:moveTo>
                  <a:cubicBezTo>
                    <a:pt x="780" y="0"/>
                    <a:pt x="335" y="185"/>
                    <a:pt x="1" y="519"/>
                  </a:cubicBezTo>
                  <a:lnTo>
                    <a:pt x="417" y="937"/>
                  </a:lnTo>
                  <a:cubicBezTo>
                    <a:pt x="641" y="713"/>
                    <a:pt x="937" y="591"/>
                    <a:pt x="1253" y="591"/>
                  </a:cubicBezTo>
                  <a:cubicBezTo>
                    <a:pt x="1568" y="591"/>
                    <a:pt x="1866" y="713"/>
                    <a:pt x="2088" y="937"/>
                  </a:cubicBezTo>
                  <a:lnTo>
                    <a:pt x="2506" y="519"/>
                  </a:lnTo>
                  <a:cubicBezTo>
                    <a:pt x="2171" y="185"/>
                    <a:pt x="1726" y="0"/>
                    <a:pt x="12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73"/>
            <p:cNvSpPr/>
            <p:nvPr/>
          </p:nvSpPr>
          <p:spPr>
            <a:xfrm>
              <a:off x="2526482" y="4230447"/>
              <a:ext cx="22338" cy="22300"/>
            </a:xfrm>
            <a:custGeom>
              <a:rect b="b" l="l" r="r" t="t"/>
              <a:pathLst>
                <a:path extrusionOk="0" h="591" w="592">
                  <a:moveTo>
                    <a:pt x="0" y="0"/>
                  </a:moveTo>
                  <a:lnTo>
                    <a:pt x="0" y="591"/>
                  </a:lnTo>
                  <a:lnTo>
                    <a:pt x="591" y="591"/>
                  </a:lnTo>
                  <a:lnTo>
                    <a:pt x="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 name="Google Shape;1404;p73"/>
          <p:cNvGrpSpPr/>
          <p:nvPr/>
        </p:nvGrpSpPr>
        <p:grpSpPr>
          <a:xfrm>
            <a:off x="1698374" y="3944423"/>
            <a:ext cx="359765" cy="317582"/>
            <a:chOff x="1533702" y="4000542"/>
            <a:chExt cx="380381" cy="335782"/>
          </a:xfrm>
        </p:grpSpPr>
        <p:sp>
          <p:nvSpPr>
            <p:cNvPr id="1405" name="Google Shape;1405;p73"/>
            <p:cNvSpPr/>
            <p:nvPr/>
          </p:nvSpPr>
          <p:spPr>
            <a:xfrm>
              <a:off x="1533702" y="4000542"/>
              <a:ext cx="380381" cy="335782"/>
            </a:xfrm>
            <a:custGeom>
              <a:rect b="b" l="l" r="r" t="t"/>
              <a:pathLst>
                <a:path extrusionOk="0" h="8899" w="10081">
                  <a:moveTo>
                    <a:pt x="9490" y="591"/>
                  </a:moveTo>
                  <a:lnTo>
                    <a:pt x="9490" y="2363"/>
                  </a:lnTo>
                  <a:lnTo>
                    <a:pt x="592" y="2363"/>
                  </a:lnTo>
                  <a:lnTo>
                    <a:pt x="592" y="591"/>
                  </a:lnTo>
                  <a:close/>
                  <a:moveTo>
                    <a:pt x="9490" y="2953"/>
                  </a:moveTo>
                  <a:lnTo>
                    <a:pt x="9490" y="8308"/>
                  </a:lnTo>
                  <a:lnTo>
                    <a:pt x="592" y="8308"/>
                  </a:lnTo>
                  <a:lnTo>
                    <a:pt x="592" y="2953"/>
                  </a:lnTo>
                  <a:close/>
                  <a:moveTo>
                    <a:pt x="1" y="0"/>
                  </a:moveTo>
                  <a:lnTo>
                    <a:pt x="1" y="8899"/>
                  </a:lnTo>
                  <a:lnTo>
                    <a:pt x="10081" y="8899"/>
                  </a:lnTo>
                  <a:lnTo>
                    <a:pt x="100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73"/>
            <p:cNvSpPr/>
            <p:nvPr/>
          </p:nvSpPr>
          <p:spPr>
            <a:xfrm>
              <a:off x="1578302" y="4045105"/>
              <a:ext cx="22338" cy="22338"/>
            </a:xfrm>
            <a:custGeom>
              <a:rect b="b" l="l" r="r" t="t"/>
              <a:pathLst>
                <a:path extrusionOk="0" h="592" w="592">
                  <a:moveTo>
                    <a:pt x="0" y="1"/>
                  </a:moveTo>
                  <a:lnTo>
                    <a:pt x="0" y="591"/>
                  </a:lnTo>
                  <a:lnTo>
                    <a:pt x="591" y="591"/>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73"/>
            <p:cNvSpPr/>
            <p:nvPr/>
          </p:nvSpPr>
          <p:spPr>
            <a:xfrm>
              <a:off x="1622864" y="4045105"/>
              <a:ext cx="22338" cy="22338"/>
            </a:xfrm>
            <a:custGeom>
              <a:rect b="b" l="l" r="r" t="t"/>
              <a:pathLst>
                <a:path extrusionOk="0" h="592" w="592">
                  <a:moveTo>
                    <a:pt x="1" y="1"/>
                  </a:moveTo>
                  <a:lnTo>
                    <a:pt x="1" y="591"/>
                  </a:lnTo>
                  <a:lnTo>
                    <a:pt x="591" y="591"/>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73"/>
            <p:cNvSpPr/>
            <p:nvPr/>
          </p:nvSpPr>
          <p:spPr>
            <a:xfrm>
              <a:off x="1667464" y="4045105"/>
              <a:ext cx="22300" cy="22338"/>
            </a:xfrm>
            <a:custGeom>
              <a:rect b="b" l="l" r="r" t="t"/>
              <a:pathLst>
                <a:path extrusionOk="0" h="592" w="591">
                  <a:moveTo>
                    <a:pt x="0" y="1"/>
                  </a:moveTo>
                  <a:lnTo>
                    <a:pt x="0" y="591"/>
                  </a:lnTo>
                  <a:lnTo>
                    <a:pt x="591" y="591"/>
                  </a:lnTo>
                  <a:lnTo>
                    <a:pt x="5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73"/>
            <p:cNvSpPr/>
            <p:nvPr/>
          </p:nvSpPr>
          <p:spPr>
            <a:xfrm>
              <a:off x="1690443" y="4179546"/>
              <a:ext cx="66900" cy="66937"/>
            </a:xfrm>
            <a:custGeom>
              <a:rect b="b" l="l" r="r" t="t"/>
              <a:pathLst>
                <a:path extrusionOk="0" h="1774" w="1773">
                  <a:moveTo>
                    <a:pt x="887" y="592"/>
                  </a:moveTo>
                  <a:cubicBezTo>
                    <a:pt x="1049" y="592"/>
                    <a:pt x="1182" y="724"/>
                    <a:pt x="1182" y="887"/>
                  </a:cubicBezTo>
                  <a:cubicBezTo>
                    <a:pt x="1182" y="1049"/>
                    <a:pt x="1049" y="1182"/>
                    <a:pt x="887" y="1182"/>
                  </a:cubicBezTo>
                  <a:cubicBezTo>
                    <a:pt x="724" y="1182"/>
                    <a:pt x="592" y="1049"/>
                    <a:pt x="592" y="887"/>
                  </a:cubicBezTo>
                  <a:cubicBezTo>
                    <a:pt x="592" y="724"/>
                    <a:pt x="724" y="592"/>
                    <a:pt x="887" y="592"/>
                  </a:cubicBezTo>
                  <a:close/>
                  <a:moveTo>
                    <a:pt x="887" y="1"/>
                  </a:moveTo>
                  <a:cubicBezTo>
                    <a:pt x="399" y="1"/>
                    <a:pt x="1" y="399"/>
                    <a:pt x="1" y="887"/>
                  </a:cubicBezTo>
                  <a:cubicBezTo>
                    <a:pt x="1" y="1375"/>
                    <a:pt x="399" y="1773"/>
                    <a:pt x="887" y="1773"/>
                  </a:cubicBezTo>
                  <a:cubicBezTo>
                    <a:pt x="1375" y="1773"/>
                    <a:pt x="1773" y="1375"/>
                    <a:pt x="1773" y="887"/>
                  </a:cubicBezTo>
                  <a:cubicBezTo>
                    <a:pt x="1773" y="399"/>
                    <a:pt x="1375" y="1"/>
                    <a:pt x="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73"/>
            <p:cNvSpPr/>
            <p:nvPr/>
          </p:nvSpPr>
          <p:spPr>
            <a:xfrm>
              <a:off x="1622675" y="4134983"/>
              <a:ext cx="202473" cy="156024"/>
            </a:xfrm>
            <a:custGeom>
              <a:rect b="b" l="l" r="r" t="t"/>
              <a:pathLst>
                <a:path extrusionOk="0" h="4135" w="5366">
                  <a:moveTo>
                    <a:pt x="2683" y="591"/>
                  </a:moveTo>
                  <a:cubicBezTo>
                    <a:pt x="3261" y="591"/>
                    <a:pt x="3785" y="851"/>
                    <a:pt x="4239" y="1364"/>
                  </a:cubicBezTo>
                  <a:cubicBezTo>
                    <a:pt x="4481" y="1638"/>
                    <a:pt x="4641" y="1917"/>
                    <a:pt x="4719" y="2068"/>
                  </a:cubicBezTo>
                  <a:cubicBezTo>
                    <a:pt x="4532" y="2433"/>
                    <a:pt x="3866" y="3545"/>
                    <a:pt x="2683" y="3545"/>
                  </a:cubicBezTo>
                  <a:cubicBezTo>
                    <a:pt x="2105" y="3545"/>
                    <a:pt x="1581" y="3284"/>
                    <a:pt x="1127" y="2772"/>
                  </a:cubicBezTo>
                  <a:cubicBezTo>
                    <a:pt x="884" y="2497"/>
                    <a:pt x="725" y="2218"/>
                    <a:pt x="647" y="2068"/>
                  </a:cubicBezTo>
                  <a:cubicBezTo>
                    <a:pt x="834" y="1703"/>
                    <a:pt x="1499" y="591"/>
                    <a:pt x="2683" y="591"/>
                  </a:cubicBezTo>
                  <a:close/>
                  <a:moveTo>
                    <a:pt x="2683" y="1"/>
                  </a:moveTo>
                  <a:cubicBezTo>
                    <a:pt x="1933" y="1"/>
                    <a:pt x="1237" y="342"/>
                    <a:pt x="671" y="987"/>
                  </a:cubicBezTo>
                  <a:cubicBezTo>
                    <a:pt x="257" y="1461"/>
                    <a:pt x="56" y="1934"/>
                    <a:pt x="48" y="1954"/>
                  </a:cubicBezTo>
                  <a:lnTo>
                    <a:pt x="1" y="2068"/>
                  </a:lnTo>
                  <a:lnTo>
                    <a:pt x="48" y="2182"/>
                  </a:lnTo>
                  <a:cubicBezTo>
                    <a:pt x="56" y="2202"/>
                    <a:pt x="257" y="2675"/>
                    <a:pt x="671" y="3148"/>
                  </a:cubicBezTo>
                  <a:cubicBezTo>
                    <a:pt x="1237" y="3794"/>
                    <a:pt x="1933" y="4134"/>
                    <a:pt x="2683" y="4134"/>
                  </a:cubicBezTo>
                  <a:cubicBezTo>
                    <a:pt x="3433" y="4134"/>
                    <a:pt x="4129" y="3794"/>
                    <a:pt x="4694" y="3148"/>
                  </a:cubicBezTo>
                  <a:cubicBezTo>
                    <a:pt x="5109" y="2675"/>
                    <a:pt x="5309" y="2202"/>
                    <a:pt x="5318" y="2182"/>
                  </a:cubicBezTo>
                  <a:lnTo>
                    <a:pt x="5365" y="2068"/>
                  </a:lnTo>
                  <a:lnTo>
                    <a:pt x="5318" y="1954"/>
                  </a:lnTo>
                  <a:cubicBezTo>
                    <a:pt x="5309" y="1934"/>
                    <a:pt x="5109" y="1461"/>
                    <a:pt x="4694" y="987"/>
                  </a:cubicBezTo>
                  <a:cubicBezTo>
                    <a:pt x="4129" y="342"/>
                    <a:pt x="3433" y="1"/>
                    <a:pt x="26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411" name="Google Shape;1411;p73"/>
          <p:cNvCxnSpPr/>
          <p:nvPr/>
        </p:nvCxnSpPr>
        <p:spPr>
          <a:xfrm>
            <a:off x="2691325" y="1059050"/>
            <a:ext cx="3761400" cy="0"/>
          </a:xfrm>
          <a:prstGeom prst="straightConnector1">
            <a:avLst/>
          </a:prstGeom>
          <a:noFill/>
          <a:ln cap="flat" cmpd="sng" w="19050">
            <a:solidFill>
              <a:schemeClr val="accent5"/>
            </a:solidFill>
            <a:prstDash val="solid"/>
            <a:round/>
            <a:headEnd len="med" w="med" type="oval"/>
            <a:tailEnd len="med" w="med" type="oval"/>
          </a:ln>
        </p:spPr>
      </p:cxn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5" name="Shape 1415"/>
        <p:cNvGrpSpPr/>
        <p:nvPr/>
      </p:nvGrpSpPr>
      <p:grpSpPr>
        <a:xfrm>
          <a:off x="0" y="0"/>
          <a:ext cx="0" cy="0"/>
          <a:chOff x="0" y="0"/>
          <a:chExt cx="0" cy="0"/>
        </a:xfrm>
      </p:grpSpPr>
      <p:sp>
        <p:nvSpPr>
          <p:cNvPr id="1416" name="Google Shape;1416;p74"/>
          <p:cNvSpPr txBox="1"/>
          <p:nvPr>
            <p:ph type="title"/>
          </p:nvPr>
        </p:nvSpPr>
        <p:spPr>
          <a:xfrm>
            <a:off x="720000" y="595950"/>
            <a:ext cx="7704000" cy="32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1417" name="Google Shape;1417;p74"/>
          <p:cNvSpPr txBox="1"/>
          <p:nvPr>
            <p:ph idx="1" type="body"/>
          </p:nvPr>
        </p:nvSpPr>
        <p:spPr>
          <a:xfrm>
            <a:off x="720000" y="1575925"/>
            <a:ext cx="3852000" cy="2771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Here’s an assortment of alternative resources whose style fits that of this template</a:t>
            </a:r>
            <a:endParaRPr/>
          </a:p>
          <a:p>
            <a:pPr indent="0" lvl="0" marL="0" rtl="0" algn="l">
              <a:lnSpc>
                <a:spcPct val="100000"/>
              </a:lnSpc>
              <a:spcBef>
                <a:spcPts val="0"/>
              </a:spcBef>
              <a:spcAft>
                <a:spcPts val="0"/>
              </a:spcAft>
              <a:buNone/>
            </a:pPr>
            <a:r>
              <a:t/>
            </a:r>
            <a:endParaRPr/>
          </a:p>
          <a:p>
            <a:pPr indent="0" lvl="0" marL="0" rtl="0" algn="l">
              <a:lnSpc>
                <a:spcPct val="100000"/>
              </a:lnSpc>
              <a:spcBef>
                <a:spcPts val="0"/>
              </a:spcBef>
              <a:spcAft>
                <a:spcPts val="0"/>
              </a:spcAft>
              <a:buNone/>
            </a:pPr>
            <a:r>
              <a:rPr b="1" lang="en">
                <a:solidFill>
                  <a:schemeClr val="accent5"/>
                </a:solidFill>
              </a:rPr>
              <a:t>Vectors:</a:t>
            </a:r>
            <a:endParaRPr b="1">
              <a:solidFill>
                <a:schemeClr val="accent5"/>
              </a:solidFill>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3"/>
              </a:rPr>
              <a:t>Flat minimal technology instagram stories</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4"/>
              </a:rPr>
              <a:t>Gradient technology futuristic background</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5"/>
              </a:rPr>
              <a:t>Abstract digital particles waves background</a:t>
            </a:r>
            <a:endParaRPr/>
          </a:p>
          <a:p>
            <a:pPr indent="0" lvl="0" marL="0" rtl="0" algn="l">
              <a:lnSpc>
                <a:spcPct val="100000"/>
              </a:lnSpc>
              <a:spcBef>
                <a:spcPts val="0"/>
              </a:spcBef>
              <a:spcAft>
                <a:spcPts val="0"/>
              </a:spcAft>
              <a:buNone/>
            </a:pPr>
            <a:r>
              <a:t/>
            </a:r>
            <a:endParaRPr/>
          </a:p>
          <a:p>
            <a:pPr indent="0" lvl="0" marL="457200" rtl="0" algn="l">
              <a:lnSpc>
                <a:spcPct val="100000"/>
              </a:lnSpc>
              <a:spcBef>
                <a:spcPts val="0"/>
              </a:spcBef>
              <a:spcAft>
                <a:spcPts val="0"/>
              </a:spcAft>
              <a:buNone/>
            </a:pPr>
            <a:r>
              <a:t/>
            </a:r>
            <a:endParaRPr b="1"/>
          </a:p>
        </p:txBody>
      </p:sp>
      <p:cxnSp>
        <p:nvCxnSpPr>
          <p:cNvPr id="1418" name="Google Shape;1418;p74"/>
          <p:cNvCxnSpPr/>
          <p:nvPr/>
        </p:nvCxnSpPr>
        <p:spPr>
          <a:xfrm>
            <a:off x="2028150" y="1059050"/>
            <a:ext cx="5087700" cy="0"/>
          </a:xfrm>
          <a:prstGeom prst="straightConnector1">
            <a:avLst/>
          </a:prstGeom>
          <a:noFill/>
          <a:ln cap="flat" cmpd="sng" w="19050">
            <a:solidFill>
              <a:schemeClr val="accent5"/>
            </a:solidFill>
            <a:prstDash val="solid"/>
            <a:round/>
            <a:headEnd len="med" w="med" type="oval"/>
            <a:tailEnd len="med" w="med" type="oval"/>
          </a:ln>
        </p:spPr>
      </p:cxnSp>
      <p:sp>
        <p:nvSpPr>
          <p:cNvPr id="1419" name="Google Shape;1419;p74"/>
          <p:cNvSpPr txBox="1"/>
          <p:nvPr>
            <p:ph idx="2" type="body"/>
          </p:nvPr>
        </p:nvSpPr>
        <p:spPr>
          <a:xfrm>
            <a:off x="4572000" y="1575925"/>
            <a:ext cx="3852000" cy="211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accent5"/>
                </a:solidFill>
              </a:rPr>
              <a:t>Photos:</a:t>
            </a:r>
            <a:endParaRPr b="1">
              <a:solidFill>
                <a:schemeClr val="accent5"/>
              </a:solidFill>
            </a:endParaRPr>
          </a:p>
          <a:p>
            <a:pPr indent="-317500" lvl="0" marL="457200" rtl="0" algn="l">
              <a:spcBef>
                <a:spcPts val="0"/>
              </a:spcBef>
              <a:spcAft>
                <a:spcPts val="0"/>
              </a:spcAft>
              <a:buSzPts val="1400"/>
              <a:buChar char="●"/>
            </a:pPr>
            <a:r>
              <a:rPr lang="en">
                <a:solidFill>
                  <a:schemeClr val="hlink"/>
                </a:solidFill>
                <a:uFill>
                  <a:noFill/>
                </a:uFill>
                <a:hlinkClick r:id="rId6"/>
              </a:rPr>
              <a:t>Environment education day concept I</a:t>
            </a:r>
            <a:endParaRPr/>
          </a:p>
          <a:p>
            <a:pPr indent="-317500" lvl="0" marL="457200" rtl="0" algn="l">
              <a:spcBef>
                <a:spcPts val="0"/>
              </a:spcBef>
              <a:spcAft>
                <a:spcPts val="0"/>
              </a:spcAft>
              <a:buSzPts val="1400"/>
              <a:buChar char="●"/>
            </a:pPr>
            <a:r>
              <a:rPr lang="en">
                <a:solidFill>
                  <a:schemeClr val="hlink"/>
                </a:solidFill>
                <a:uFill>
                  <a:noFill/>
                </a:uFill>
                <a:hlinkClick r:id="rId7"/>
              </a:rPr>
              <a:t>Environment education day concept II</a:t>
            </a:r>
            <a:endParaRPr/>
          </a:p>
          <a:p>
            <a:pPr indent="-317500" lvl="0" marL="457200" rtl="0" algn="l">
              <a:spcBef>
                <a:spcPts val="0"/>
              </a:spcBef>
              <a:spcAft>
                <a:spcPts val="0"/>
              </a:spcAft>
              <a:buSzPts val="1400"/>
              <a:buChar char="●"/>
            </a:pPr>
            <a:r>
              <a:rPr lang="en">
                <a:solidFill>
                  <a:schemeClr val="hlink"/>
                </a:solidFill>
                <a:uFill>
                  <a:noFill/>
                </a:uFill>
                <a:hlinkClick r:id="rId8"/>
              </a:rPr>
              <a:t>Close up man with technological screen</a:t>
            </a:r>
            <a:endParaRPr/>
          </a:p>
          <a:p>
            <a:pPr indent="-317500" lvl="0" marL="457200" rtl="0" algn="l">
              <a:spcBef>
                <a:spcPts val="0"/>
              </a:spcBef>
              <a:spcAft>
                <a:spcPts val="0"/>
              </a:spcAft>
              <a:buSzPts val="1400"/>
              <a:buChar char="●"/>
            </a:pPr>
            <a:r>
              <a:rPr lang="en">
                <a:solidFill>
                  <a:schemeClr val="hlink"/>
                </a:solidFill>
                <a:uFill>
                  <a:noFill/>
                </a:uFill>
                <a:hlinkClick r:id="rId9"/>
              </a:rPr>
              <a:t>Medium shot man wearing vr glasses</a:t>
            </a:r>
            <a:endParaRPr/>
          </a:p>
          <a:p>
            <a:pPr indent="-317500" lvl="0" marL="457200" rtl="0" algn="l">
              <a:spcBef>
                <a:spcPts val="0"/>
              </a:spcBef>
              <a:spcAft>
                <a:spcPts val="0"/>
              </a:spcAft>
              <a:buSzPts val="1400"/>
              <a:buChar char="●"/>
            </a:pPr>
            <a:r>
              <a:rPr lang="en">
                <a:solidFill>
                  <a:schemeClr val="hlink"/>
                </a:solidFill>
                <a:uFill>
                  <a:noFill/>
                </a:uFill>
                <a:hlinkClick r:id="rId10"/>
              </a:rPr>
              <a:t>Medium shot person wearing protection suit </a:t>
            </a:r>
            <a:endParaRPr/>
          </a:p>
          <a:p>
            <a:pPr indent="-317500" lvl="0" marL="457200" rtl="0" algn="l">
              <a:spcBef>
                <a:spcPts val="0"/>
              </a:spcBef>
              <a:spcAft>
                <a:spcPts val="0"/>
              </a:spcAft>
              <a:buSzPts val="1400"/>
              <a:buChar char="●"/>
            </a:pPr>
            <a:r>
              <a:rPr lang="en">
                <a:solidFill>
                  <a:schemeClr val="hlink"/>
                </a:solidFill>
                <a:uFill>
                  <a:noFill/>
                </a:uFill>
                <a:hlinkClick r:id="rId11"/>
              </a:rPr>
              <a:t>Medium shot woman wearing vr glasses</a:t>
            </a:r>
            <a:endParaRPr/>
          </a:p>
          <a:p>
            <a:pPr indent="-317500" lvl="0" marL="457200" rtl="0" algn="l">
              <a:spcBef>
                <a:spcPts val="0"/>
              </a:spcBef>
              <a:spcAft>
                <a:spcPts val="0"/>
              </a:spcAft>
              <a:buSzPts val="1400"/>
              <a:buChar char="●"/>
            </a:pPr>
            <a:r>
              <a:rPr lang="en">
                <a:solidFill>
                  <a:schemeClr val="hlink"/>
                </a:solidFill>
                <a:uFill>
                  <a:noFill/>
                </a:uFill>
                <a:hlinkClick r:id="rId12"/>
              </a:rPr>
              <a:t>Man using a tablet in his smart home</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3" name="Shape 1423"/>
        <p:cNvGrpSpPr/>
        <p:nvPr/>
      </p:nvGrpSpPr>
      <p:grpSpPr>
        <a:xfrm>
          <a:off x="0" y="0"/>
          <a:ext cx="0" cy="0"/>
          <a:chOff x="0" y="0"/>
          <a:chExt cx="0" cy="0"/>
        </a:xfrm>
      </p:grpSpPr>
      <p:sp>
        <p:nvSpPr>
          <p:cNvPr id="1424" name="Google Shape;1424;p75"/>
          <p:cNvSpPr txBox="1"/>
          <p:nvPr>
            <p:ph type="title"/>
          </p:nvPr>
        </p:nvSpPr>
        <p:spPr>
          <a:xfrm>
            <a:off x="720000" y="595950"/>
            <a:ext cx="7704000" cy="32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425" name="Google Shape;1425;p75"/>
          <p:cNvSpPr txBox="1"/>
          <p:nvPr>
            <p:ph idx="1" type="body"/>
          </p:nvPr>
        </p:nvSpPr>
        <p:spPr>
          <a:xfrm>
            <a:off x="720000" y="1575925"/>
            <a:ext cx="3852000" cy="277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of this template? Get them for free at our other websites!</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a:solidFill>
                  <a:schemeClr val="accent5"/>
                </a:solidFill>
              </a:rPr>
              <a:t>Vectors:</a:t>
            </a:r>
            <a:endParaRPr b="1">
              <a:solidFill>
                <a:schemeClr val="accent5"/>
              </a:solidFill>
            </a:endParaRPr>
          </a:p>
          <a:p>
            <a:pPr indent="-317500" lvl="0" marL="457200" rtl="0" algn="l">
              <a:spcBef>
                <a:spcPts val="0"/>
              </a:spcBef>
              <a:spcAft>
                <a:spcPts val="0"/>
              </a:spcAft>
              <a:buSzPts val="1400"/>
              <a:buChar char="●"/>
            </a:pPr>
            <a:r>
              <a:rPr lang="en">
                <a:solidFill>
                  <a:schemeClr val="hlink"/>
                </a:solidFill>
                <a:uFill>
                  <a:noFill/>
                </a:uFill>
                <a:hlinkClick r:id="rId3"/>
              </a:rPr>
              <a:t>Gradient abstract technology instagram post</a:t>
            </a:r>
            <a:endParaRPr/>
          </a:p>
          <a:p>
            <a:pPr indent="-317500" lvl="0" marL="457200" rtl="0" algn="l">
              <a:spcBef>
                <a:spcPts val="0"/>
              </a:spcBef>
              <a:spcAft>
                <a:spcPts val="0"/>
              </a:spcAft>
              <a:buSzPts val="1400"/>
              <a:buChar char="●"/>
            </a:pPr>
            <a:r>
              <a:rPr lang="en">
                <a:solidFill>
                  <a:schemeClr val="hlink"/>
                </a:solidFill>
                <a:uFill>
                  <a:noFill/>
                </a:uFill>
                <a:hlinkClick r:id="rId4"/>
              </a:rPr>
              <a:t>Blue abstract technology background</a:t>
            </a:r>
            <a:endParaRPr/>
          </a:p>
          <a:p>
            <a:pPr indent="-317500" lvl="0" marL="457200" rtl="0" algn="l">
              <a:spcBef>
                <a:spcPts val="0"/>
              </a:spcBef>
              <a:spcAft>
                <a:spcPts val="0"/>
              </a:spcAft>
              <a:buSzPts val="1400"/>
              <a:buChar char="●"/>
            </a:pPr>
            <a:r>
              <a:rPr lang="en">
                <a:solidFill>
                  <a:schemeClr val="hlink"/>
                </a:solidFill>
                <a:uFill>
                  <a:noFill/>
                </a:uFill>
                <a:hlinkClick r:id="rId5"/>
              </a:rPr>
              <a:t>Horizontal banner for artificial intelligence</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a:solidFill>
                  <a:schemeClr val="accent5"/>
                </a:solidFill>
              </a:rPr>
              <a:t>Icons:</a:t>
            </a:r>
            <a:endParaRPr b="1">
              <a:solidFill>
                <a:schemeClr val="accent5"/>
              </a:solidFill>
            </a:endParaRPr>
          </a:p>
          <a:p>
            <a:pPr indent="-317500" lvl="0" marL="457200" rtl="0" algn="l">
              <a:spcBef>
                <a:spcPts val="0"/>
              </a:spcBef>
              <a:spcAft>
                <a:spcPts val="0"/>
              </a:spcAft>
              <a:buSzPts val="1400"/>
              <a:buChar char="●"/>
            </a:pPr>
            <a:r>
              <a:rPr lang="en">
                <a:solidFill>
                  <a:schemeClr val="hlink"/>
                </a:solidFill>
                <a:uFill>
                  <a:noFill/>
                </a:uFill>
                <a:hlinkClick r:id="rId6"/>
              </a:rPr>
              <a:t>Artificial intelligence | Lineal</a:t>
            </a:r>
            <a:br>
              <a:rPr lang="en"/>
            </a:b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cxnSp>
        <p:nvCxnSpPr>
          <p:cNvPr id="1426" name="Google Shape;1426;p75"/>
          <p:cNvCxnSpPr/>
          <p:nvPr/>
        </p:nvCxnSpPr>
        <p:spPr>
          <a:xfrm>
            <a:off x="2691325" y="1059050"/>
            <a:ext cx="3761400" cy="0"/>
          </a:xfrm>
          <a:prstGeom prst="straightConnector1">
            <a:avLst/>
          </a:prstGeom>
          <a:noFill/>
          <a:ln cap="flat" cmpd="sng" w="19050">
            <a:solidFill>
              <a:schemeClr val="accent5"/>
            </a:solidFill>
            <a:prstDash val="solid"/>
            <a:round/>
            <a:headEnd len="med" w="med" type="oval"/>
            <a:tailEnd len="med" w="med" type="oval"/>
          </a:ln>
        </p:spPr>
      </p:cxnSp>
      <p:sp>
        <p:nvSpPr>
          <p:cNvPr id="1427" name="Google Shape;1427;p75"/>
          <p:cNvSpPr txBox="1"/>
          <p:nvPr>
            <p:ph idx="2" type="body"/>
          </p:nvPr>
        </p:nvSpPr>
        <p:spPr>
          <a:xfrm>
            <a:off x="4572000" y="1575925"/>
            <a:ext cx="3852000" cy="211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accent5"/>
                </a:solidFill>
              </a:rPr>
              <a:t>Photos:</a:t>
            </a:r>
            <a:endParaRPr b="1">
              <a:solidFill>
                <a:schemeClr val="accent5"/>
              </a:solidFill>
            </a:endParaRPr>
          </a:p>
          <a:p>
            <a:pPr indent="-317500" lvl="0" marL="457200" rtl="0" algn="l">
              <a:spcBef>
                <a:spcPts val="0"/>
              </a:spcBef>
              <a:spcAft>
                <a:spcPts val="0"/>
              </a:spcAft>
              <a:buSzPts val="1400"/>
              <a:buChar char="●"/>
            </a:pPr>
            <a:r>
              <a:rPr lang="en">
                <a:solidFill>
                  <a:schemeClr val="hlink"/>
                </a:solidFill>
                <a:uFill>
                  <a:noFill/>
                </a:uFill>
                <a:hlinkClick r:id="rId7"/>
              </a:rPr>
              <a:t>Close up hand holding futuristic screen</a:t>
            </a:r>
            <a:endParaRPr/>
          </a:p>
          <a:p>
            <a:pPr indent="-317500" lvl="0" marL="457200" rtl="0" algn="l">
              <a:spcBef>
                <a:spcPts val="0"/>
              </a:spcBef>
              <a:spcAft>
                <a:spcPts val="0"/>
              </a:spcAft>
              <a:buSzPts val="1400"/>
              <a:buChar char="●"/>
            </a:pPr>
            <a:r>
              <a:rPr lang="en">
                <a:solidFill>
                  <a:schemeClr val="hlink"/>
                </a:solidFill>
                <a:uFill>
                  <a:noFill/>
                </a:uFill>
                <a:hlinkClick r:id="rId8"/>
              </a:rPr>
              <a:t>Medium shot man holding device</a:t>
            </a:r>
            <a:endParaRPr/>
          </a:p>
          <a:p>
            <a:pPr indent="-317500" lvl="0" marL="457200" rtl="0" algn="l">
              <a:spcBef>
                <a:spcPts val="0"/>
              </a:spcBef>
              <a:spcAft>
                <a:spcPts val="0"/>
              </a:spcAft>
              <a:buSzPts val="1400"/>
              <a:buChar char="●"/>
            </a:pPr>
            <a:r>
              <a:rPr lang="en">
                <a:solidFill>
                  <a:schemeClr val="hlink"/>
                </a:solidFill>
                <a:uFill>
                  <a:noFill/>
                </a:uFill>
                <a:hlinkClick r:id="rId9"/>
              </a:rPr>
              <a:t>Close up woman looking at screen</a:t>
            </a:r>
            <a:endParaRPr/>
          </a:p>
          <a:p>
            <a:pPr indent="-317500" lvl="0" marL="457200" rtl="0" algn="l">
              <a:spcBef>
                <a:spcPts val="0"/>
              </a:spcBef>
              <a:spcAft>
                <a:spcPts val="0"/>
              </a:spcAft>
              <a:buSzPts val="1400"/>
              <a:buChar char="●"/>
            </a:pPr>
            <a:r>
              <a:rPr lang="en">
                <a:solidFill>
                  <a:schemeClr val="hlink"/>
                </a:solidFill>
                <a:uFill>
                  <a:noFill/>
                </a:uFill>
                <a:hlinkClick r:id="rId10"/>
              </a:rPr>
              <a:t>Close up people wearing lab coats</a:t>
            </a:r>
            <a:endParaRPr/>
          </a:p>
          <a:p>
            <a:pPr indent="-317500" lvl="0" marL="457200" rtl="0" algn="l">
              <a:spcBef>
                <a:spcPts val="0"/>
              </a:spcBef>
              <a:spcAft>
                <a:spcPts val="0"/>
              </a:spcAft>
              <a:buSzPts val="1400"/>
              <a:buChar char="●"/>
            </a:pPr>
            <a:r>
              <a:rPr lang="en">
                <a:solidFill>
                  <a:schemeClr val="hlink"/>
                </a:solidFill>
                <a:uFill>
                  <a:noFill/>
                </a:uFill>
                <a:hlinkClick r:id="rId11"/>
              </a:rPr>
              <a:t>Environment education day concept</a:t>
            </a:r>
            <a:endParaRPr/>
          </a:p>
          <a:p>
            <a:pPr indent="-317500" lvl="0" marL="457200" rtl="0" algn="l">
              <a:spcBef>
                <a:spcPts val="0"/>
              </a:spcBef>
              <a:spcAft>
                <a:spcPts val="0"/>
              </a:spcAft>
              <a:buSzPts val="1400"/>
              <a:buChar char="●"/>
            </a:pPr>
            <a:r>
              <a:rPr lang="en">
                <a:solidFill>
                  <a:schemeClr val="hlink"/>
                </a:solidFill>
                <a:uFill>
                  <a:noFill/>
                </a:uFill>
                <a:hlinkClick r:id="rId12"/>
              </a:rPr>
              <a:t>Close up woman with hand prototype</a:t>
            </a:r>
            <a:endParaRPr/>
          </a:p>
          <a:p>
            <a:pPr indent="-317500" lvl="0" marL="457200" rtl="0" algn="l">
              <a:spcBef>
                <a:spcPts val="0"/>
              </a:spcBef>
              <a:spcAft>
                <a:spcPts val="0"/>
              </a:spcAft>
              <a:buSzPts val="1400"/>
              <a:buChar char="●"/>
            </a:pPr>
            <a:r>
              <a:rPr lang="en">
                <a:solidFill>
                  <a:schemeClr val="hlink"/>
                </a:solidFill>
                <a:uFill>
                  <a:noFill/>
                </a:uFill>
                <a:hlinkClick r:id="rId13"/>
              </a:rPr>
              <a:t>Environment education day concept</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31" name="Shape 1431"/>
        <p:cNvGrpSpPr/>
        <p:nvPr/>
      </p:nvGrpSpPr>
      <p:grpSpPr>
        <a:xfrm>
          <a:off x="0" y="0"/>
          <a:ext cx="0" cy="0"/>
          <a:chOff x="0" y="0"/>
          <a:chExt cx="0" cy="0"/>
        </a:xfrm>
      </p:grpSpPr>
      <p:sp>
        <p:nvSpPr>
          <p:cNvPr id="1432" name="Google Shape;1432;p76"/>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100">
                <a:solidFill>
                  <a:schemeClr val="lt1"/>
                </a:solidFill>
              </a:rPr>
              <a:t>In order to use this template, you must credit </a:t>
            </a:r>
            <a:r>
              <a:rPr b="1" lang="en" sz="1100" u="sng">
                <a:solidFill>
                  <a:srgbClr val="869FB2"/>
                </a:solidFill>
                <a:hlinkClick r:id="rId3">
                  <a:extLst>
                    <a:ext uri="{A12FA001-AC4F-418D-AE19-62706E023703}">
                      <ahyp:hlinkClr val="tx"/>
                    </a:ext>
                  </a:extLst>
                </a:hlinkClick>
              </a:rPr>
              <a:t>Slidesgo</a:t>
            </a:r>
            <a:r>
              <a:rPr lang="en" sz="1100">
                <a:solidFill>
                  <a:srgbClr val="435D74"/>
                </a:solidFill>
              </a:rPr>
              <a:t> </a:t>
            </a:r>
            <a:r>
              <a:rPr lang="en" sz="1100">
                <a:solidFill>
                  <a:schemeClr val="lt1"/>
                </a:solidFill>
              </a:rPr>
              <a:t>by keeping the </a:t>
            </a:r>
            <a:r>
              <a:rPr b="1" lang="en" sz="1100" u="sng">
                <a:solidFill>
                  <a:schemeClr val="hlink"/>
                </a:solidFill>
                <a:hlinkClick action="ppaction://hlinksldjump" r:id="rId4"/>
              </a:rPr>
              <a:t>Thanks</a:t>
            </a:r>
            <a:r>
              <a:rPr lang="en" sz="1100">
                <a:solidFill>
                  <a:srgbClr val="869FB2"/>
                </a:solidFill>
              </a:rPr>
              <a:t> </a:t>
            </a:r>
            <a:r>
              <a:rPr lang="en" sz="1100">
                <a:solidFill>
                  <a:schemeClr val="lt1"/>
                </a:solidFill>
              </a:rPr>
              <a:t>slide.</a:t>
            </a:r>
            <a:endParaRPr sz="1100">
              <a:solidFill>
                <a:schemeClr val="lt1"/>
              </a:solidFill>
            </a:endParaRPr>
          </a:p>
          <a:p>
            <a:pPr indent="0" lvl="0" marL="0" rtl="0" algn="l">
              <a:lnSpc>
                <a:spcPct val="115000"/>
              </a:lnSpc>
              <a:spcBef>
                <a:spcPts val="1400"/>
              </a:spcBef>
              <a:spcAft>
                <a:spcPts val="0"/>
              </a:spcAft>
              <a:buClr>
                <a:schemeClr val="dk1"/>
              </a:buClr>
              <a:buSzPts val="1100"/>
              <a:buFont typeface="Arial"/>
              <a:buNone/>
            </a:pPr>
            <a:r>
              <a:rPr b="1" lang="en" sz="1000">
                <a:solidFill>
                  <a:srgbClr val="869FB2"/>
                </a:solidFill>
              </a:rPr>
              <a:t>You are allowed to:</a:t>
            </a:r>
            <a:endParaRPr b="1" sz="1000">
              <a:solidFill>
                <a:srgbClr val="869FB2"/>
              </a:solidFill>
            </a:endParaRPr>
          </a:p>
          <a:p>
            <a:pPr indent="0" lvl="0" marL="0" rtl="0" algn="l">
              <a:lnSpc>
                <a:spcPct val="115000"/>
              </a:lnSpc>
              <a:spcBef>
                <a:spcPts val="400"/>
              </a:spcBef>
              <a:spcAft>
                <a:spcPts val="0"/>
              </a:spcAft>
              <a:buClr>
                <a:schemeClr val="dk1"/>
              </a:buClr>
              <a:buSzPts val="1100"/>
              <a:buFont typeface="Arial"/>
              <a:buNone/>
            </a:pPr>
            <a:r>
              <a:rPr lang="en" sz="1000">
                <a:solidFill>
                  <a:schemeClr val="lt1"/>
                </a:solidFill>
              </a:rPr>
              <a:t>- Modify this template.</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Use it for both personal and commercial projects.</a:t>
            </a:r>
            <a:endParaRPr sz="1000">
              <a:solidFill>
                <a:schemeClr val="lt1"/>
              </a:solidFill>
            </a:endParaRPr>
          </a:p>
          <a:p>
            <a:pPr indent="0" lvl="0" marL="0" rtl="0" algn="l">
              <a:lnSpc>
                <a:spcPct val="115000"/>
              </a:lnSpc>
              <a:spcBef>
                <a:spcPts val="1400"/>
              </a:spcBef>
              <a:spcAft>
                <a:spcPts val="0"/>
              </a:spcAft>
              <a:buClr>
                <a:schemeClr val="dk1"/>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chemeClr val="dk1"/>
              </a:buClr>
              <a:buSzPts val="1100"/>
              <a:buFont typeface="Arial"/>
              <a:buNone/>
            </a:pPr>
            <a:r>
              <a:rPr lang="en" sz="1000">
                <a:solidFill>
                  <a:schemeClr val="lt1"/>
                </a:solidFill>
              </a:rPr>
              <a:t>- Sublicense, sell or rent any of Slidesgo Content (or a modified version of Slidesgo Content).</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Distribute Slidesgo Content unless it has been expressly authorized by Slidesgo.</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Include Slidesgo Content in an online or offline database or file.</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Offer Slidesgo templates (or modified versions of Slidesgo templates) for download.</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Acquire the copyright of Slidesgo Content.</a:t>
            </a:r>
            <a:endParaRPr sz="1000">
              <a:solidFill>
                <a:srgbClr val="FFFFFF"/>
              </a:solidFill>
            </a:endParaRPr>
          </a:p>
        </p:txBody>
      </p:sp>
      <p:sp>
        <p:nvSpPr>
          <p:cNvPr id="1433" name="Google Shape;1433;p76"/>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a:t>
            </a:r>
            <a:r>
              <a:rPr lang="en" sz="1000">
                <a:solidFill>
                  <a:srgbClr val="FFFFFF"/>
                </a:solidFill>
              </a:rPr>
              <a:t>visit our blog</a:t>
            </a:r>
            <a:r>
              <a:rPr lang="en" sz="1000">
                <a:solidFill>
                  <a:srgbClr val="FFFFFF"/>
                </a:solidFill>
              </a:rPr>
              <a:t>:</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1434" name="Google Shape;1434;p7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38" name="Shape 1438"/>
        <p:cNvGrpSpPr/>
        <p:nvPr/>
      </p:nvGrpSpPr>
      <p:grpSpPr>
        <a:xfrm>
          <a:off x="0" y="0"/>
          <a:ext cx="0" cy="0"/>
          <a:chOff x="0" y="0"/>
          <a:chExt cx="0" cy="0"/>
        </a:xfrm>
      </p:grpSpPr>
      <p:sp>
        <p:nvSpPr>
          <p:cNvPr id="1439" name="Google Shape;1439;p77"/>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000" u="sng">
                <a:solidFill>
                  <a:schemeClr val="hlink"/>
                </a:solidFill>
              </a:rPr>
              <a:t>S</a:t>
            </a:r>
            <a:r>
              <a:rPr b="1" lang="en" sz="1100" u="sng">
                <a:solidFill>
                  <a:schemeClr val="hlink"/>
                </a:solidFill>
                <a:hlinkClick r:id="rId3"/>
              </a:rPr>
              <a:t>lidesgo</a:t>
            </a:r>
            <a:r>
              <a:rPr lang="en" sz="1100">
                <a:solidFill>
                  <a:schemeClr val="lt1"/>
                </a:solidFill>
              </a:rPr>
              <a:t> or keeping the "Thanks" 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440" name="Google Shape;1440;p77"/>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a:t>
            </a:r>
            <a:r>
              <a:rPr lang="en" sz="1000">
                <a:solidFill>
                  <a:srgbClr val="FFFFFF"/>
                </a:solidFill>
              </a:rPr>
              <a:t>visit our blog</a:t>
            </a:r>
            <a:r>
              <a:rPr lang="en" sz="1000">
                <a:solidFill>
                  <a:srgbClr val="FFFFFF"/>
                </a:solidFill>
              </a:rPr>
              <a:t>:</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
        <p:nvSpPr>
          <p:cNvPr id="1441" name="Google Shape;1441;p7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5" name="Shape 1445"/>
        <p:cNvGrpSpPr/>
        <p:nvPr/>
      </p:nvGrpSpPr>
      <p:grpSpPr>
        <a:xfrm>
          <a:off x="0" y="0"/>
          <a:ext cx="0" cy="0"/>
          <a:chOff x="0" y="0"/>
          <a:chExt cx="0" cy="0"/>
        </a:xfrm>
      </p:grpSpPr>
      <p:sp>
        <p:nvSpPr>
          <p:cNvPr id="1446" name="Google Shape;1446;p78"/>
          <p:cNvSpPr txBox="1"/>
          <p:nvPr>
            <p:ph idx="4294967295" type="body"/>
          </p:nvPr>
        </p:nvSpPr>
        <p:spPr>
          <a:xfrm>
            <a:off x="1068100" y="1087849"/>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1447" name="Google Shape;1447;p78"/>
          <p:cNvSpPr txBox="1"/>
          <p:nvPr>
            <p:ph idx="4294967295" type="body"/>
          </p:nvPr>
        </p:nvSpPr>
        <p:spPr>
          <a:xfrm>
            <a:off x="1068100" y="1610422"/>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Montserrat</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https://fonts.google.com/specimen/Montserrat</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Oxygen</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https://fonts.google.com/specimen/Oxygen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1448" name="Google Shape;1448;p78"/>
          <p:cNvSpPr/>
          <p:nvPr/>
        </p:nvSpPr>
        <p:spPr>
          <a:xfrm>
            <a:off x="2052650" y="2988225"/>
            <a:ext cx="791400" cy="754200"/>
          </a:xfrm>
          <a:prstGeom prst="roundRect">
            <a:avLst>
              <a:gd fmla="val 16667" name="adj"/>
            </a:avLst>
          </a:prstGeom>
          <a:solidFill>
            <a:srgbClr val="14141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78"/>
          <p:cNvSpPr/>
          <p:nvPr/>
        </p:nvSpPr>
        <p:spPr>
          <a:xfrm>
            <a:off x="3114470" y="2988225"/>
            <a:ext cx="791400" cy="754200"/>
          </a:xfrm>
          <a:prstGeom prst="roundRect">
            <a:avLst>
              <a:gd fmla="val 16667" name="adj"/>
            </a:avLst>
          </a:prstGeom>
          <a:solidFill>
            <a:srgbClr val="FBFBF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78"/>
          <p:cNvSpPr/>
          <p:nvPr/>
        </p:nvSpPr>
        <p:spPr>
          <a:xfrm>
            <a:off x="4176289" y="2988225"/>
            <a:ext cx="791400" cy="754200"/>
          </a:xfrm>
          <a:prstGeom prst="roundRect">
            <a:avLst>
              <a:gd fmla="val 16667" name="adj"/>
            </a:avLst>
          </a:prstGeom>
          <a:solidFill>
            <a:srgbClr val="53535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78"/>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a:t>
            </a:r>
            <a:r>
              <a:rPr lang="en" sz="1000">
                <a:solidFill>
                  <a:schemeClr val="lt1"/>
                </a:solidFill>
              </a:rPr>
              <a:t> 141414</a:t>
            </a:r>
            <a:endParaRPr sz="1000">
              <a:solidFill>
                <a:schemeClr val="lt1"/>
              </a:solidFill>
            </a:endParaRPr>
          </a:p>
        </p:txBody>
      </p:sp>
      <p:sp>
        <p:nvSpPr>
          <p:cNvPr id="1452" name="Google Shape;1452;p78"/>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 FBFBFB</a:t>
            </a:r>
            <a:endParaRPr sz="1000">
              <a:solidFill>
                <a:schemeClr val="dk1"/>
              </a:solidFill>
            </a:endParaRPr>
          </a:p>
        </p:txBody>
      </p:sp>
      <p:sp>
        <p:nvSpPr>
          <p:cNvPr id="1453" name="Google Shape;1453;p78"/>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a:t>
            </a:r>
            <a:r>
              <a:rPr lang="en" sz="1000">
                <a:solidFill>
                  <a:schemeClr val="lt1"/>
                </a:solidFill>
              </a:rPr>
              <a:t>535353</a:t>
            </a:r>
            <a:endParaRPr sz="1000">
              <a:solidFill>
                <a:schemeClr val="lt1"/>
              </a:solidFill>
            </a:endParaRPr>
          </a:p>
        </p:txBody>
      </p:sp>
      <p:sp>
        <p:nvSpPr>
          <p:cNvPr id="1454" name="Google Shape;1454;p78"/>
          <p:cNvSpPr/>
          <p:nvPr/>
        </p:nvSpPr>
        <p:spPr>
          <a:xfrm>
            <a:off x="5238125" y="2988225"/>
            <a:ext cx="791400" cy="754200"/>
          </a:xfrm>
          <a:prstGeom prst="roundRect">
            <a:avLst>
              <a:gd fmla="val 16667" name="adj"/>
            </a:avLst>
          </a:prstGeom>
          <a:solidFill>
            <a:srgbClr val="AADDE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78"/>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AADDE0</a:t>
            </a:r>
            <a:endParaRPr sz="1000">
              <a:solidFill>
                <a:schemeClr val="dk1"/>
              </a:solidFill>
            </a:endParaRPr>
          </a:p>
        </p:txBody>
      </p:sp>
      <p:sp>
        <p:nvSpPr>
          <p:cNvPr id="1456" name="Google Shape;1456;p78"/>
          <p:cNvSpPr/>
          <p:nvPr/>
        </p:nvSpPr>
        <p:spPr>
          <a:xfrm>
            <a:off x="2052650" y="3919325"/>
            <a:ext cx="791400" cy="754200"/>
          </a:xfrm>
          <a:prstGeom prst="roundRect">
            <a:avLst>
              <a:gd fmla="val 16667" name="adj"/>
            </a:avLst>
          </a:prstGeom>
          <a:solidFill>
            <a:srgbClr val="1532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78"/>
          <p:cNvSpPr/>
          <p:nvPr/>
        </p:nvSpPr>
        <p:spPr>
          <a:xfrm>
            <a:off x="3114470" y="3919325"/>
            <a:ext cx="791400" cy="754200"/>
          </a:xfrm>
          <a:prstGeom prst="roundRect">
            <a:avLst>
              <a:gd fmla="val 16667" name="adj"/>
            </a:avLst>
          </a:prstGeom>
          <a:solidFill>
            <a:srgbClr val="5B3B5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78"/>
          <p:cNvSpPr/>
          <p:nvPr/>
        </p:nvSpPr>
        <p:spPr>
          <a:xfrm>
            <a:off x="4176289" y="3919325"/>
            <a:ext cx="791400" cy="754200"/>
          </a:xfrm>
          <a:prstGeom prst="roundRect">
            <a:avLst>
              <a:gd fmla="val 16667" name="adj"/>
            </a:avLst>
          </a:prstGeom>
          <a:solidFill>
            <a:srgbClr val="C4B9C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78"/>
          <p:cNvSpPr txBox="1"/>
          <p:nvPr/>
        </p:nvSpPr>
        <p:spPr>
          <a:xfrm>
            <a:off x="20526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a:t>
            </a:r>
            <a:r>
              <a:rPr lang="en" sz="1000">
                <a:solidFill>
                  <a:schemeClr val="lt1"/>
                </a:solidFill>
              </a:rPr>
              <a:t>153243</a:t>
            </a:r>
            <a:endParaRPr sz="1000">
              <a:solidFill>
                <a:schemeClr val="lt1"/>
              </a:solidFill>
            </a:endParaRPr>
          </a:p>
        </p:txBody>
      </p:sp>
      <p:sp>
        <p:nvSpPr>
          <p:cNvPr id="1460" name="Google Shape;1460;p78"/>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a:t>
            </a:r>
            <a:r>
              <a:rPr lang="en" sz="1000">
                <a:solidFill>
                  <a:schemeClr val="lt1"/>
                </a:solidFill>
              </a:rPr>
              <a:t>5B3B5A</a:t>
            </a:r>
            <a:endParaRPr sz="1000">
              <a:solidFill>
                <a:schemeClr val="lt1"/>
              </a:solidFill>
            </a:endParaRPr>
          </a:p>
        </p:txBody>
      </p:sp>
      <p:sp>
        <p:nvSpPr>
          <p:cNvPr id="1461" name="Google Shape;1461;p78"/>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C4B9C8</a:t>
            </a:r>
            <a:endParaRPr sz="1000">
              <a:solidFill>
                <a:schemeClr val="dk1"/>
              </a:solidFill>
            </a:endParaRPr>
          </a:p>
        </p:txBody>
      </p:sp>
      <p:sp>
        <p:nvSpPr>
          <p:cNvPr id="1462" name="Google Shape;1462;p78"/>
          <p:cNvSpPr/>
          <p:nvPr/>
        </p:nvSpPr>
        <p:spPr>
          <a:xfrm>
            <a:off x="5238125" y="3919325"/>
            <a:ext cx="791400" cy="754200"/>
          </a:xfrm>
          <a:prstGeom prst="roundRect">
            <a:avLst>
              <a:gd fmla="val 16667" name="adj"/>
            </a:avLst>
          </a:prstGeom>
          <a:solidFill>
            <a:srgbClr val="BCB2B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78"/>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BCB2B0</a:t>
            </a:r>
            <a:endParaRPr sz="1000">
              <a:solidFill>
                <a:schemeClr val="dk1"/>
              </a:solidFill>
            </a:endParaRPr>
          </a:p>
        </p:txBody>
      </p:sp>
      <p:sp>
        <p:nvSpPr>
          <p:cNvPr id="1464" name="Google Shape;1464;p78"/>
          <p:cNvSpPr/>
          <p:nvPr/>
        </p:nvSpPr>
        <p:spPr>
          <a:xfrm>
            <a:off x="6299950" y="2988225"/>
            <a:ext cx="791400" cy="754200"/>
          </a:xfrm>
          <a:prstGeom prst="roundRect">
            <a:avLst>
              <a:gd fmla="val 16667" name="adj"/>
            </a:avLst>
          </a:prstGeom>
          <a:solidFill>
            <a:srgbClr val="284B6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78"/>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a:t>
            </a:r>
            <a:r>
              <a:rPr lang="en" sz="1000">
                <a:solidFill>
                  <a:schemeClr val="lt1"/>
                </a:solidFill>
              </a:rPr>
              <a:t>284B63</a:t>
            </a:r>
            <a:endParaRPr sz="1000">
              <a:solidFill>
                <a:schemeClr val="lt1"/>
              </a:solidFill>
            </a:endParaRPr>
          </a:p>
        </p:txBody>
      </p:sp>
      <p:sp>
        <p:nvSpPr>
          <p:cNvPr id="1466" name="Google Shape;1466;p78"/>
          <p:cNvSpPr/>
          <p:nvPr/>
        </p:nvSpPr>
        <p:spPr>
          <a:xfrm>
            <a:off x="6299950" y="3919325"/>
            <a:ext cx="791400" cy="754200"/>
          </a:xfrm>
          <a:prstGeom prst="roundRect">
            <a:avLst>
              <a:gd fmla="val 16667" name="adj"/>
            </a:avLst>
          </a:prstGeom>
          <a:solidFill>
            <a:srgbClr val="EEF0E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78"/>
          <p:cNvSpPr txBox="1"/>
          <p:nvPr/>
        </p:nvSpPr>
        <p:spPr>
          <a:xfrm>
            <a:off x="62999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EEF0EB</a:t>
            </a:r>
            <a:endParaRPr sz="1000">
              <a:solidFill>
                <a:schemeClr val="dk1"/>
              </a:solidFill>
            </a:endParaRPr>
          </a:p>
        </p:txBody>
      </p:sp>
      <p:sp>
        <p:nvSpPr>
          <p:cNvPr id="1468" name="Google Shape;1468;p7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72" name="Shape 1472"/>
        <p:cNvGrpSpPr/>
        <p:nvPr/>
      </p:nvGrpSpPr>
      <p:grpSpPr>
        <a:xfrm>
          <a:off x="0" y="0"/>
          <a:ext cx="0" cy="0"/>
          <a:chOff x="0" y="0"/>
          <a:chExt cx="0" cy="0"/>
        </a:xfrm>
      </p:grpSpPr>
      <p:sp>
        <p:nvSpPr>
          <p:cNvPr id="1473" name="Google Shape;1473;p79"/>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pic>
        <p:nvPicPr>
          <p:cNvPr id="1474" name="Google Shape;1474;p79"/>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1475" name="Google Shape;1475;p79">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476" name="Google Shape;1476;p79">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477" name="Google Shape;1477;p79">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478" name="Google Shape;1478;p79">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479" name="Google Shape;1479;p79"/>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1480" name="Google Shape;1480;p79"/>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1481" name="Google Shape;1481;p79"/>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1482" name="Google Shape;1482;p79"/>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1483" name="Google Shape;1483;p79">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1484" name="Google Shape;1484;p7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88" name="Shape 1488"/>
        <p:cNvGrpSpPr/>
        <p:nvPr/>
      </p:nvGrpSpPr>
      <p:grpSpPr>
        <a:xfrm>
          <a:off x="0" y="0"/>
          <a:ext cx="0" cy="0"/>
          <a:chOff x="0" y="0"/>
          <a:chExt cx="0" cy="0"/>
        </a:xfrm>
      </p:grpSpPr>
      <p:sp>
        <p:nvSpPr>
          <p:cNvPr id="1489" name="Google Shape;1489;p80"/>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1490" name="Google Shape;1490;p80"/>
          <p:cNvGrpSpPr/>
          <p:nvPr/>
        </p:nvGrpSpPr>
        <p:grpSpPr>
          <a:xfrm>
            <a:off x="5156078" y="3085736"/>
            <a:ext cx="474294" cy="551291"/>
            <a:chOff x="4727025" y="1332775"/>
            <a:chExt cx="59900" cy="69625"/>
          </a:xfrm>
        </p:grpSpPr>
        <p:sp>
          <p:nvSpPr>
            <p:cNvPr id="1491" name="Google Shape;1491;p8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8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 name="Google Shape;1493;p80"/>
          <p:cNvGrpSpPr/>
          <p:nvPr/>
        </p:nvGrpSpPr>
        <p:grpSpPr>
          <a:xfrm>
            <a:off x="5769734" y="2314340"/>
            <a:ext cx="555653" cy="557031"/>
            <a:chOff x="4820425" y="1329900"/>
            <a:chExt cx="70175" cy="70350"/>
          </a:xfrm>
        </p:grpSpPr>
        <p:sp>
          <p:nvSpPr>
            <p:cNvPr id="1494" name="Google Shape;1494;p8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8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8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8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 name="Google Shape;1498;p80"/>
          <p:cNvGrpSpPr/>
          <p:nvPr/>
        </p:nvGrpSpPr>
        <p:grpSpPr>
          <a:xfrm>
            <a:off x="6396103" y="2318845"/>
            <a:ext cx="582574" cy="533871"/>
            <a:chOff x="4903200" y="1331525"/>
            <a:chExt cx="73575" cy="67425"/>
          </a:xfrm>
        </p:grpSpPr>
        <p:sp>
          <p:nvSpPr>
            <p:cNvPr id="1499" name="Google Shape;1499;p8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8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 name="Google Shape;1501;p80"/>
          <p:cNvGrpSpPr/>
          <p:nvPr/>
        </p:nvGrpSpPr>
        <p:grpSpPr>
          <a:xfrm>
            <a:off x="5755581" y="3078709"/>
            <a:ext cx="583960" cy="565345"/>
            <a:chOff x="4815575" y="1416800"/>
            <a:chExt cx="73750" cy="71400"/>
          </a:xfrm>
        </p:grpSpPr>
        <p:sp>
          <p:nvSpPr>
            <p:cNvPr id="1502" name="Google Shape;1502;p8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8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8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 name="Google Shape;1505;p80"/>
          <p:cNvGrpSpPr/>
          <p:nvPr/>
        </p:nvGrpSpPr>
        <p:grpSpPr>
          <a:xfrm>
            <a:off x="6390362" y="3108896"/>
            <a:ext cx="589898" cy="504970"/>
            <a:chOff x="4902475" y="1418875"/>
            <a:chExt cx="74500" cy="63775"/>
          </a:xfrm>
        </p:grpSpPr>
        <p:sp>
          <p:nvSpPr>
            <p:cNvPr id="1506" name="Google Shape;1506;p8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80"/>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 name="Google Shape;1508;p80"/>
          <p:cNvGrpSpPr/>
          <p:nvPr/>
        </p:nvGrpSpPr>
        <p:grpSpPr>
          <a:xfrm>
            <a:off x="5765577" y="3826000"/>
            <a:ext cx="563967" cy="567127"/>
            <a:chOff x="4818100" y="1507675"/>
            <a:chExt cx="71225" cy="71625"/>
          </a:xfrm>
        </p:grpSpPr>
        <p:sp>
          <p:nvSpPr>
            <p:cNvPr id="1509" name="Google Shape;1509;p8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8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8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8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 name="Google Shape;1513;p80"/>
          <p:cNvGrpSpPr/>
          <p:nvPr/>
        </p:nvGrpSpPr>
        <p:grpSpPr>
          <a:xfrm>
            <a:off x="5079075" y="3829461"/>
            <a:ext cx="628301" cy="588505"/>
            <a:chOff x="4721450" y="1509475"/>
            <a:chExt cx="79350" cy="74325"/>
          </a:xfrm>
        </p:grpSpPr>
        <p:sp>
          <p:nvSpPr>
            <p:cNvPr id="1514" name="Google Shape;1514;p8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8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8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8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 name="Google Shape;1518;p80"/>
          <p:cNvGrpSpPr/>
          <p:nvPr/>
        </p:nvGrpSpPr>
        <p:grpSpPr>
          <a:xfrm>
            <a:off x="6424608" y="3814027"/>
            <a:ext cx="557038" cy="562772"/>
            <a:chOff x="4906800" y="1507500"/>
            <a:chExt cx="70350" cy="71075"/>
          </a:xfrm>
        </p:grpSpPr>
        <p:sp>
          <p:nvSpPr>
            <p:cNvPr id="1519" name="Google Shape;1519;p8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8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8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8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8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 name="Google Shape;1524;p80"/>
          <p:cNvGrpSpPr/>
          <p:nvPr/>
        </p:nvGrpSpPr>
        <p:grpSpPr>
          <a:xfrm>
            <a:off x="4462216" y="2340963"/>
            <a:ext cx="517934" cy="517934"/>
            <a:chOff x="3736598" y="2170606"/>
            <a:chExt cx="404889" cy="404889"/>
          </a:xfrm>
        </p:grpSpPr>
        <p:sp>
          <p:nvSpPr>
            <p:cNvPr id="1525" name="Google Shape;1525;p8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8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8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8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 name="Google Shape;1529;p80"/>
          <p:cNvGrpSpPr/>
          <p:nvPr/>
        </p:nvGrpSpPr>
        <p:grpSpPr>
          <a:xfrm>
            <a:off x="3729277" y="2341061"/>
            <a:ext cx="586986" cy="517740"/>
            <a:chOff x="3161917" y="2170682"/>
            <a:chExt cx="458870" cy="404737"/>
          </a:xfrm>
        </p:grpSpPr>
        <p:sp>
          <p:nvSpPr>
            <p:cNvPr id="1530" name="Google Shape;1530;p8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8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8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 name="Google Shape;1533;p80"/>
          <p:cNvGrpSpPr/>
          <p:nvPr/>
        </p:nvGrpSpPr>
        <p:grpSpPr>
          <a:xfrm>
            <a:off x="3752299" y="3102400"/>
            <a:ext cx="540943" cy="517963"/>
            <a:chOff x="3179914" y="2889488"/>
            <a:chExt cx="422876" cy="404911"/>
          </a:xfrm>
        </p:grpSpPr>
        <p:sp>
          <p:nvSpPr>
            <p:cNvPr id="1534" name="Google Shape;1534;p8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8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8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8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8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8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 name="Google Shape;1540;p80"/>
          <p:cNvGrpSpPr/>
          <p:nvPr/>
        </p:nvGrpSpPr>
        <p:grpSpPr>
          <a:xfrm>
            <a:off x="4453093" y="3102358"/>
            <a:ext cx="536180" cy="518047"/>
            <a:chOff x="3729467" y="2889422"/>
            <a:chExt cx="419153" cy="404977"/>
          </a:xfrm>
        </p:grpSpPr>
        <p:sp>
          <p:nvSpPr>
            <p:cNvPr id="1541" name="Google Shape;1541;p8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8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8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8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8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8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8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 name="Google Shape;1548;p80"/>
          <p:cNvGrpSpPr/>
          <p:nvPr/>
        </p:nvGrpSpPr>
        <p:grpSpPr>
          <a:xfrm>
            <a:off x="1990126" y="3445787"/>
            <a:ext cx="965351" cy="134611"/>
            <a:chOff x="4411970" y="2962952"/>
            <a:chExt cx="706544" cy="104212"/>
          </a:xfrm>
        </p:grpSpPr>
        <p:sp>
          <p:nvSpPr>
            <p:cNvPr id="1549" name="Google Shape;1549;p8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8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8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8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 name="Google Shape;1553;p80"/>
          <p:cNvGrpSpPr/>
          <p:nvPr/>
        </p:nvGrpSpPr>
        <p:grpSpPr>
          <a:xfrm>
            <a:off x="1990126" y="3041077"/>
            <a:ext cx="960158" cy="289172"/>
            <a:chOff x="4411970" y="2726085"/>
            <a:chExt cx="643107" cy="193659"/>
          </a:xfrm>
        </p:grpSpPr>
        <p:sp>
          <p:nvSpPr>
            <p:cNvPr id="1554" name="Google Shape;1554;p8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8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8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 name="Google Shape;1557;p80"/>
          <p:cNvGrpSpPr/>
          <p:nvPr/>
        </p:nvGrpSpPr>
        <p:grpSpPr>
          <a:xfrm>
            <a:off x="998624" y="3295400"/>
            <a:ext cx="811503" cy="252584"/>
            <a:chOff x="4411970" y="4340222"/>
            <a:chExt cx="779467" cy="242683"/>
          </a:xfrm>
        </p:grpSpPr>
        <p:sp>
          <p:nvSpPr>
            <p:cNvPr id="1558" name="Google Shape;1558;p8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8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8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 name="Google Shape;1561;p80"/>
          <p:cNvGrpSpPr/>
          <p:nvPr/>
        </p:nvGrpSpPr>
        <p:grpSpPr>
          <a:xfrm>
            <a:off x="1990126" y="2709308"/>
            <a:ext cx="965160" cy="216230"/>
            <a:chOff x="4411970" y="2468674"/>
            <a:chExt cx="747317" cy="167425"/>
          </a:xfrm>
        </p:grpSpPr>
        <p:sp>
          <p:nvSpPr>
            <p:cNvPr id="1562" name="Google Shape;1562;p8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8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4" name="Google Shape;1564;p80"/>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5" name="Google Shape;1565;p80"/>
          <p:cNvGrpSpPr/>
          <p:nvPr/>
        </p:nvGrpSpPr>
        <p:grpSpPr>
          <a:xfrm>
            <a:off x="997692" y="2334687"/>
            <a:ext cx="1959041" cy="208784"/>
            <a:chOff x="6336019" y="3733725"/>
            <a:chExt cx="2566206" cy="351310"/>
          </a:xfrm>
        </p:grpSpPr>
        <p:sp>
          <p:nvSpPr>
            <p:cNvPr id="1566" name="Google Shape;1566;p80"/>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80"/>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80"/>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80"/>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 name="Google Shape;1570;p80"/>
          <p:cNvGrpSpPr/>
          <p:nvPr/>
        </p:nvGrpSpPr>
        <p:grpSpPr>
          <a:xfrm>
            <a:off x="1990126" y="3950602"/>
            <a:ext cx="946551" cy="153200"/>
            <a:chOff x="4404545" y="3301592"/>
            <a:chExt cx="782403" cy="129272"/>
          </a:xfrm>
        </p:grpSpPr>
        <p:sp>
          <p:nvSpPr>
            <p:cNvPr id="1571" name="Google Shape;1571;p8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80"/>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 name="Google Shape;1573;p80"/>
          <p:cNvGrpSpPr/>
          <p:nvPr/>
        </p:nvGrpSpPr>
        <p:grpSpPr>
          <a:xfrm>
            <a:off x="1990126" y="3695937"/>
            <a:ext cx="962257" cy="139127"/>
            <a:chOff x="4411970" y="3131459"/>
            <a:chExt cx="710520" cy="117397"/>
          </a:xfrm>
        </p:grpSpPr>
        <p:sp>
          <p:nvSpPr>
            <p:cNvPr id="1574" name="Google Shape;1574;p8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8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576" name="Google Shape;1576;p80"/>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7" name="Google Shape;1577;p80"/>
          <p:cNvGrpSpPr/>
          <p:nvPr/>
        </p:nvGrpSpPr>
        <p:grpSpPr>
          <a:xfrm>
            <a:off x="990271" y="3621603"/>
            <a:ext cx="823838" cy="458988"/>
            <a:chOff x="4411970" y="1801825"/>
            <a:chExt cx="734586" cy="409262"/>
          </a:xfrm>
        </p:grpSpPr>
        <p:sp>
          <p:nvSpPr>
            <p:cNvPr id="1578" name="Google Shape;1578;p8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8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 name="Google Shape;1580;p80"/>
          <p:cNvGrpSpPr/>
          <p:nvPr/>
        </p:nvGrpSpPr>
        <p:grpSpPr>
          <a:xfrm>
            <a:off x="3095243" y="2339173"/>
            <a:ext cx="521514" cy="521514"/>
            <a:chOff x="5681300" y="2527788"/>
            <a:chExt cx="805800" cy="805800"/>
          </a:xfrm>
        </p:grpSpPr>
        <p:sp>
          <p:nvSpPr>
            <p:cNvPr id="1581" name="Google Shape;1581;p80"/>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8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 name="Google Shape;1583;p80"/>
          <p:cNvGrpSpPr/>
          <p:nvPr/>
        </p:nvGrpSpPr>
        <p:grpSpPr>
          <a:xfrm>
            <a:off x="3089483" y="3094865"/>
            <a:ext cx="533033" cy="533033"/>
            <a:chOff x="4049800" y="640400"/>
            <a:chExt cx="858900" cy="858900"/>
          </a:xfrm>
        </p:grpSpPr>
        <p:sp>
          <p:nvSpPr>
            <p:cNvPr id="1584" name="Google Shape;1584;p80"/>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80"/>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 name="Google Shape;1586;p80"/>
          <p:cNvGrpSpPr/>
          <p:nvPr/>
        </p:nvGrpSpPr>
        <p:grpSpPr>
          <a:xfrm>
            <a:off x="3014966" y="3772543"/>
            <a:ext cx="682068" cy="682068"/>
            <a:chOff x="5080188" y="927900"/>
            <a:chExt cx="961200" cy="961200"/>
          </a:xfrm>
        </p:grpSpPr>
        <p:sp>
          <p:nvSpPr>
            <p:cNvPr id="1587" name="Google Shape;1587;p80"/>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80"/>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80"/>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80"/>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8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8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8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8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 name="Google Shape;1595;p80"/>
          <p:cNvGrpSpPr/>
          <p:nvPr/>
        </p:nvGrpSpPr>
        <p:grpSpPr>
          <a:xfrm>
            <a:off x="4478465" y="3869234"/>
            <a:ext cx="505650" cy="504006"/>
            <a:chOff x="6039282" y="1042577"/>
            <a:chExt cx="734315" cy="731929"/>
          </a:xfrm>
        </p:grpSpPr>
        <p:sp>
          <p:nvSpPr>
            <p:cNvPr id="1596" name="Google Shape;1596;p8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8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8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8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8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8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8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8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8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8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8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8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8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8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8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8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8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8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8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8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8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 name="Google Shape;1617;p80"/>
          <p:cNvGrpSpPr/>
          <p:nvPr/>
        </p:nvGrpSpPr>
        <p:grpSpPr>
          <a:xfrm>
            <a:off x="5091067" y="2298862"/>
            <a:ext cx="567744" cy="602136"/>
            <a:chOff x="1825800" y="1651625"/>
            <a:chExt cx="539989" cy="571775"/>
          </a:xfrm>
        </p:grpSpPr>
        <p:sp>
          <p:nvSpPr>
            <p:cNvPr id="1618" name="Google Shape;1618;p80"/>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80"/>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80"/>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8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 name="Google Shape;1622;p80"/>
          <p:cNvGrpSpPr/>
          <p:nvPr/>
        </p:nvGrpSpPr>
        <p:grpSpPr>
          <a:xfrm>
            <a:off x="3765995" y="3855579"/>
            <a:ext cx="508123" cy="507955"/>
            <a:chOff x="1897577" y="2802432"/>
            <a:chExt cx="492176" cy="492014"/>
          </a:xfrm>
        </p:grpSpPr>
        <p:sp>
          <p:nvSpPr>
            <p:cNvPr id="1623" name="Google Shape;1623;p80"/>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80"/>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80"/>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80"/>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80"/>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80"/>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80"/>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80"/>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80"/>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80"/>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80"/>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80"/>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 name="Google Shape;1635;p80"/>
          <p:cNvGrpSpPr/>
          <p:nvPr/>
        </p:nvGrpSpPr>
        <p:grpSpPr>
          <a:xfrm>
            <a:off x="997525" y="4169123"/>
            <a:ext cx="809227" cy="200842"/>
            <a:chOff x="2013045" y="4813233"/>
            <a:chExt cx="921986" cy="228854"/>
          </a:xfrm>
        </p:grpSpPr>
        <p:sp>
          <p:nvSpPr>
            <p:cNvPr id="1636" name="Google Shape;1636;p80"/>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80"/>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 name="Google Shape;1638;p80"/>
          <p:cNvGrpSpPr/>
          <p:nvPr/>
        </p:nvGrpSpPr>
        <p:grpSpPr>
          <a:xfrm>
            <a:off x="1005985" y="2656004"/>
            <a:ext cx="792421" cy="269941"/>
            <a:chOff x="1046767" y="4756633"/>
            <a:chExt cx="859646" cy="292841"/>
          </a:xfrm>
        </p:grpSpPr>
        <p:sp>
          <p:nvSpPr>
            <p:cNvPr id="1639" name="Google Shape;1639;p80"/>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80"/>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80"/>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2" name="Google Shape;1642;p80"/>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80"/>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80"/>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80"/>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6" name="Google Shape;1646;p80"/>
          <p:cNvGrpSpPr/>
          <p:nvPr/>
        </p:nvGrpSpPr>
        <p:grpSpPr>
          <a:xfrm>
            <a:off x="7141841" y="2550562"/>
            <a:ext cx="166473" cy="141497"/>
            <a:chOff x="4660325" y="1866850"/>
            <a:chExt cx="68350" cy="58100"/>
          </a:xfrm>
        </p:grpSpPr>
        <p:sp>
          <p:nvSpPr>
            <p:cNvPr id="1647" name="Google Shape;1647;p8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8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 name="Google Shape;1649;p80"/>
          <p:cNvGrpSpPr/>
          <p:nvPr/>
        </p:nvGrpSpPr>
        <p:grpSpPr>
          <a:xfrm>
            <a:off x="7451186" y="2576286"/>
            <a:ext cx="162515" cy="90049"/>
            <a:chOff x="4791775" y="1877500"/>
            <a:chExt cx="66725" cy="36975"/>
          </a:xfrm>
        </p:grpSpPr>
        <p:sp>
          <p:nvSpPr>
            <p:cNvPr id="1650" name="Google Shape;1650;p8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8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 name="Google Shape;1652;p80"/>
          <p:cNvGrpSpPr/>
          <p:nvPr/>
        </p:nvGrpSpPr>
        <p:grpSpPr>
          <a:xfrm>
            <a:off x="7772899" y="2576286"/>
            <a:ext cx="144979" cy="90049"/>
            <a:chOff x="4923925" y="1877500"/>
            <a:chExt cx="59525" cy="36975"/>
          </a:xfrm>
        </p:grpSpPr>
        <p:sp>
          <p:nvSpPr>
            <p:cNvPr id="1653" name="Google Shape;1653;p8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8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 name="Google Shape;1655;p80"/>
          <p:cNvGrpSpPr/>
          <p:nvPr/>
        </p:nvGrpSpPr>
        <p:grpSpPr>
          <a:xfrm>
            <a:off x="8067390" y="2558477"/>
            <a:ext cx="141447" cy="125667"/>
            <a:chOff x="5058450" y="1870100"/>
            <a:chExt cx="58075" cy="51600"/>
          </a:xfrm>
        </p:grpSpPr>
        <p:sp>
          <p:nvSpPr>
            <p:cNvPr id="1656" name="Google Shape;1656;p8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8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 name="Google Shape;1658;p80"/>
          <p:cNvGrpSpPr/>
          <p:nvPr/>
        </p:nvGrpSpPr>
        <p:grpSpPr>
          <a:xfrm>
            <a:off x="7481905" y="2980885"/>
            <a:ext cx="101077" cy="107645"/>
            <a:chOff x="4811425" y="2065025"/>
            <a:chExt cx="41500" cy="44200"/>
          </a:xfrm>
        </p:grpSpPr>
        <p:sp>
          <p:nvSpPr>
            <p:cNvPr id="1659" name="Google Shape;1659;p8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8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 name="Google Shape;1661;p80"/>
          <p:cNvGrpSpPr/>
          <p:nvPr/>
        </p:nvGrpSpPr>
        <p:grpSpPr>
          <a:xfrm>
            <a:off x="7774342" y="2981098"/>
            <a:ext cx="120867" cy="107218"/>
            <a:chOff x="4929875" y="2065025"/>
            <a:chExt cx="49625" cy="44025"/>
          </a:xfrm>
        </p:grpSpPr>
        <p:sp>
          <p:nvSpPr>
            <p:cNvPr id="1662" name="Google Shape;1662;p8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8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 name="Google Shape;1664;p80"/>
          <p:cNvGrpSpPr/>
          <p:nvPr/>
        </p:nvGrpSpPr>
        <p:grpSpPr>
          <a:xfrm>
            <a:off x="8103011" y="2984112"/>
            <a:ext cx="70206" cy="101191"/>
            <a:chOff x="5083925" y="2066350"/>
            <a:chExt cx="28825" cy="41550"/>
          </a:xfrm>
        </p:grpSpPr>
        <p:sp>
          <p:nvSpPr>
            <p:cNvPr id="1665" name="Google Shape;1665;p8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8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 name="Google Shape;1667;p80"/>
          <p:cNvGrpSpPr/>
          <p:nvPr/>
        </p:nvGrpSpPr>
        <p:grpSpPr>
          <a:xfrm>
            <a:off x="7134565" y="2999759"/>
            <a:ext cx="181026" cy="69896"/>
            <a:chOff x="4659775" y="2072775"/>
            <a:chExt cx="74325" cy="28700"/>
          </a:xfrm>
        </p:grpSpPr>
        <p:sp>
          <p:nvSpPr>
            <p:cNvPr id="1668" name="Google Shape;1668;p8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8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8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 name="Google Shape;1671;p80"/>
          <p:cNvGrpSpPr/>
          <p:nvPr/>
        </p:nvGrpSpPr>
        <p:grpSpPr>
          <a:xfrm>
            <a:off x="8054421" y="2790324"/>
            <a:ext cx="167387" cy="89197"/>
            <a:chOff x="4662475" y="1976500"/>
            <a:chExt cx="68725" cy="36625"/>
          </a:xfrm>
        </p:grpSpPr>
        <p:sp>
          <p:nvSpPr>
            <p:cNvPr id="1672" name="Google Shape;1672;p8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8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8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 name="Google Shape;1675;p80"/>
          <p:cNvGrpSpPr/>
          <p:nvPr/>
        </p:nvGrpSpPr>
        <p:grpSpPr>
          <a:xfrm>
            <a:off x="7751326" y="2793764"/>
            <a:ext cx="166899" cy="82317"/>
            <a:chOff x="4920150" y="1977875"/>
            <a:chExt cx="68525" cy="33800"/>
          </a:xfrm>
        </p:grpSpPr>
        <p:sp>
          <p:nvSpPr>
            <p:cNvPr id="1676" name="Google Shape;1676;p8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8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8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 name="Google Shape;1679;p80"/>
          <p:cNvGrpSpPr/>
          <p:nvPr/>
        </p:nvGrpSpPr>
        <p:grpSpPr>
          <a:xfrm>
            <a:off x="7162483" y="3197682"/>
            <a:ext cx="125190" cy="127859"/>
            <a:chOff x="4676550" y="2160575"/>
            <a:chExt cx="51400" cy="52500"/>
          </a:xfrm>
        </p:grpSpPr>
        <p:sp>
          <p:nvSpPr>
            <p:cNvPr id="1680" name="Google Shape;1680;p8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8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8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 name="Google Shape;1683;p80"/>
          <p:cNvGrpSpPr/>
          <p:nvPr/>
        </p:nvGrpSpPr>
        <p:grpSpPr>
          <a:xfrm>
            <a:off x="7459741" y="3204714"/>
            <a:ext cx="145405" cy="113794"/>
            <a:chOff x="4768325" y="2163475"/>
            <a:chExt cx="59700" cy="46725"/>
          </a:xfrm>
        </p:grpSpPr>
        <p:sp>
          <p:nvSpPr>
            <p:cNvPr id="1684" name="Google Shape;1684;p8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8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6" name="Google Shape;1686;p80"/>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80"/>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80"/>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80"/>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80"/>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80"/>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2" name="Google Shape;1692;p80"/>
          <p:cNvGrpSpPr/>
          <p:nvPr/>
        </p:nvGrpSpPr>
        <p:grpSpPr>
          <a:xfrm>
            <a:off x="7476059" y="3459808"/>
            <a:ext cx="112768" cy="106853"/>
            <a:chOff x="4768575" y="2253950"/>
            <a:chExt cx="46300" cy="43875"/>
          </a:xfrm>
        </p:grpSpPr>
        <p:sp>
          <p:nvSpPr>
            <p:cNvPr id="1693" name="Google Shape;1693;p8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8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 name="Google Shape;1695;p80"/>
          <p:cNvGrpSpPr/>
          <p:nvPr/>
        </p:nvGrpSpPr>
        <p:grpSpPr>
          <a:xfrm>
            <a:off x="7775682" y="3948834"/>
            <a:ext cx="118187" cy="146246"/>
            <a:chOff x="4960900" y="2433225"/>
            <a:chExt cx="48525" cy="60050"/>
          </a:xfrm>
        </p:grpSpPr>
        <p:sp>
          <p:nvSpPr>
            <p:cNvPr id="1696" name="Google Shape;1696;p8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8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 name="Google Shape;1698;p80"/>
          <p:cNvGrpSpPr/>
          <p:nvPr/>
        </p:nvGrpSpPr>
        <p:grpSpPr>
          <a:xfrm>
            <a:off x="7464247" y="4212895"/>
            <a:ext cx="136394" cy="143810"/>
            <a:chOff x="4854075" y="2527625"/>
            <a:chExt cx="56000" cy="59050"/>
          </a:xfrm>
        </p:grpSpPr>
        <p:sp>
          <p:nvSpPr>
            <p:cNvPr id="1699" name="Google Shape;1699;p8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8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1" name="Google Shape;1701;p80"/>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80"/>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80"/>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4" name="Google Shape;1704;p80"/>
          <p:cNvGrpSpPr/>
          <p:nvPr/>
        </p:nvGrpSpPr>
        <p:grpSpPr>
          <a:xfrm>
            <a:off x="8088458" y="3676639"/>
            <a:ext cx="99312" cy="160797"/>
            <a:chOff x="5059700" y="2334775"/>
            <a:chExt cx="40775" cy="66025"/>
          </a:xfrm>
        </p:grpSpPr>
        <p:sp>
          <p:nvSpPr>
            <p:cNvPr id="1705" name="Google Shape;1705;p8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8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8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8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8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8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8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8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8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 name="Google Shape;1714;p80"/>
          <p:cNvGrpSpPr/>
          <p:nvPr/>
        </p:nvGrpSpPr>
        <p:grpSpPr>
          <a:xfrm>
            <a:off x="8045622" y="3941771"/>
            <a:ext cx="184984" cy="160371"/>
            <a:chOff x="5037700" y="2430325"/>
            <a:chExt cx="75950" cy="65850"/>
          </a:xfrm>
        </p:grpSpPr>
        <p:sp>
          <p:nvSpPr>
            <p:cNvPr id="1715" name="Google Shape;1715;p8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8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 name="Google Shape;1717;p80"/>
          <p:cNvGrpSpPr/>
          <p:nvPr/>
        </p:nvGrpSpPr>
        <p:grpSpPr>
          <a:xfrm>
            <a:off x="7465128" y="3708223"/>
            <a:ext cx="173014" cy="97629"/>
            <a:chOff x="4756975" y="2341800"/>
            <a:chExt cx="91975" cy="51925"/>
          </a:xfrm>
        </p:grpSpPr>
        <p:sp>
          <p:nvSpPr>
            <p:cNvPr id="1718" name="Google Shape;1718;p8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8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8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8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8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8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8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8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8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8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8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8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8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8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8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8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8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8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8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8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 name="Google Shape;1738;p80"/>
          <p:cNvGrpSpPr/>
          <p:nvPr/>
        </p:nvGrpSpPr>
        <p:grpSpPr>
          <a:xfrm>
            <a:off x="7732065" y="4196920"/>
            <a:ext cx="212497" cy="175761"/>
            <a:chOff x="4943575" y="2516350"/>
            <a:chExt cx="98675" cy="81700"/>
          </a:xfrm>
        </p:grpSpPr>
        <p:sp>
          <p:nvSpPr>
            <p:cNvPr id="1739" name="Google Shape;1739;p8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8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8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8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8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8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8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8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8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8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8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8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8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8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8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8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8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8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8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8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8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8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8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8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8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8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8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8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8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8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8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8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8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8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8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8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8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8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8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8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8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8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8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8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8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8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8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8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8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8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8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8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8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8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8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8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8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8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8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8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8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8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8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8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8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8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8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8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8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8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8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8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8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8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8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8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8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8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7" name="Google Shape;1817;p80"/>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80"/>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80"/>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80"/>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8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5" name="Shape 1825"/>
        <p:cNvGrpSpPr/>
        <p:nvPr/>
      </p:nvGrpSpPr>
      <p:grpSpPr>
        <a:xfrm>
          <a:off x="0" y="0"/>
          <a:ext cx="0" cy="0"/>
          <a:chOff x="0" y="0"/>
          <a:chExt cx="0" cy="0"/>
        </a:xfrm>
      </p:grpSpPr>
      <p:grpSp>
        <p:nvGrpSpPr>
          <p:cNvPr id="1826" name="Google Shape;1826;p81"/>
          <p:cNvGrpSpPr/>
          <p:nvPr/>
        </p:nvGrpSpPr>
        <p:grpSpPr>
          <a:xfrm>
            <a:off x="719115" y="2852867"/>
            <a:ext cx="2622876" cy="1333540"/>
            <a:chOff x="238125" y="1038125"/>
            <a:chExt cx="7146800" cy="3633625"/>
          </a:xfrm>
        </p:grpSpPr>
        <p:sp>
          <p:nvSpPr>
            <p:cNvPr id="1827" name="Google Shape;1827;p8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8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8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8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8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8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8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8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8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8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8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8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8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8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8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8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8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8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8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8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8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8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8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8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8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8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8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8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8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8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8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8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8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8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8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8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8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8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8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8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8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8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8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8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8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8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8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8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8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8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8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8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8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8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8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8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8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8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8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8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8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8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8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8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8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8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8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8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8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8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8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8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8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8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8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8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8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8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8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8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8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8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8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8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8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8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8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8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8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8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8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8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8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8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8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8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8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8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8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8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8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8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8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8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8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8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8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8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8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8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8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8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8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8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8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8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8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8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8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8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8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8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8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8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8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8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8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8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8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8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8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8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8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8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8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8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8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8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8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8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8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8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8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8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8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8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8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8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8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8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8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8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8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8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8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8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8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8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8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8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8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8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8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8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8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8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8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8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8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8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8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8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8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8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8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8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8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8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8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8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8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8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8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8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8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8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8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8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8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8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8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8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8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8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8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8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8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8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8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8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8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8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8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8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8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8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8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8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8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8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8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8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8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8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8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8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8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8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8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8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8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8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8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8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8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8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8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8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8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8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8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8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8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8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8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8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8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8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8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8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8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8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8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8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8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8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8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8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8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8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8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8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8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8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8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8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8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8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8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8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8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8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8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8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8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8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8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8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8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8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8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8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8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8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8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8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8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8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8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8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8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8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8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8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8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8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8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8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8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8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8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8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8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8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8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8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8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8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8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8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8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8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8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8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8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8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8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8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8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8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8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8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8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8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8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8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8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8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8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8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8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8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8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8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8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8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8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8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8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8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8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8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8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8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8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8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8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8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8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8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8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8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8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8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8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8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8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8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8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8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8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8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8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8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8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8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8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8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8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8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8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8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8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8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8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8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8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8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8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8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8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8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8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8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8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8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8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8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8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8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8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8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8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8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8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8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8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8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8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8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8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8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8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8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8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8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8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8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8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8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8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8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8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8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8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8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8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8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8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8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8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8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8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8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8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8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8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8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8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8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8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8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8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8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8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8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8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8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8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8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8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8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8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8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8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8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8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8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8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8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8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8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8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8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8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8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8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8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8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8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8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8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8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8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8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8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8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8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8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8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8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8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8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8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8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8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8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8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8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8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8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8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8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8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8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8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8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8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8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8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8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8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8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8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8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8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8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8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8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8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8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8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8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8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8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8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8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8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8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8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8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8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8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8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8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8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8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8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8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8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8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8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8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8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8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8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8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8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8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8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8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8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8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8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8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8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8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8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8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8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8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8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8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8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8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8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8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8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8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8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8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8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8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8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8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8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8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8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8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8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8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8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8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8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8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8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8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8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8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8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8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8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8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8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8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8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8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8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8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8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8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8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8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8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8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8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8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8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8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8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8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8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8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8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8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8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8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8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8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8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8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8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8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8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8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8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8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8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8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8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8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8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8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8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8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8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8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8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8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8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8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8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8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8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8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8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8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8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8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8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8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8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8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8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8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8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8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8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8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8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8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8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8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8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8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8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8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8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8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8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8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8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8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8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8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8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8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8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8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8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8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8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8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8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8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8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8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8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8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8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8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8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8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8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8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8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8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8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8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8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8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8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8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8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8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8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8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8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8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8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8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8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8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8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8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8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8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8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8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8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8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8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8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8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8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8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8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8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8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8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8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8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8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8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8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8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8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8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8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8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8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8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8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8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8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8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8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8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8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8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8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8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8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8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8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8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8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8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8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8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8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8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8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8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8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8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8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8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8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8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8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8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8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8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8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8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8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8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8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8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8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8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8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8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8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8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8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8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8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8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8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8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8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8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8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8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8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8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8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8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8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8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8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8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8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8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8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8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8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8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8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8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8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8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8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8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8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8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8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8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8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8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8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8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8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8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8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8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8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8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8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8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8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8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8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8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8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8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8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8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8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8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8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8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8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8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8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8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8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8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8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8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8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8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8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8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8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8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8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8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8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8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8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8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8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8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8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8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8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8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8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8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8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8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8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8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8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8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8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8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8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8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8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8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8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8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8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8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8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8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8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8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8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8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8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8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8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8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8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8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8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8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8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8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8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8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8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8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8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8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8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8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8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8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8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8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8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8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8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8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8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8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8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8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8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8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8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8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8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8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8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8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8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8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8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8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8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8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8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8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8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8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8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8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8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8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8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8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8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8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8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8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8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8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8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8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8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8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8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8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8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8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8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8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8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8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8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8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8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8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8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8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8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8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8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8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8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8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8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8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8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8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8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8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8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8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8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8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8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8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8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8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8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8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8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8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8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8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8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8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8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8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8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8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8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8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8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8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8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8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8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8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8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8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8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8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8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8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8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8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8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8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8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8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8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8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8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8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8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8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8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8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8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8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8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8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8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8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8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8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8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8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8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8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8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8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8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8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8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8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8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8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8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8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8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8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8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8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8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8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8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8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8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8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8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9" name="Google Shape;3399;p81"/>
          <p:cNvGrpSpPr/>
          <p:nvPr/>
        </p:nvGrpSpPr>
        <p:grpSpPr>
          <a:xfrm>
            <a:off x="3574273" y="2854307"/>
            <a:ext cx="2241344" cy="1330656"/>
            <a:chOff x="3597785" y="3065882"/>
            <a:chExt cx="2241344" cy="1330656"/>
          </a:xfrm>
        </p:grpSpPr>
        <p:grpSp>
          <p:nvGrpSpPr>
            <p:cNvPr id="3400" name="Google Shape;3400;p81"/>
            <p:cNvGrpSpPr/>
            <p:nvPr/>
          </p:nvGrpSpPr>
          <p:grpSpPr>
            <a:xfrm>
              <a:off x="5296908" y="3937355"/>
              <a:ext cx="143198" cy="32380"/>
              <a:chOff x="5296908" y="3937355"/>
              <a:chExt cx="143198" cy="32380"/>
            </a:xfrm>
          </p:grpSpPr>
          <p:sp>
            <p:nvSpPr>
              <p:cNvPr id="3401" name="Google Shape;3401;p81"/>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2" name="Google Shape;3402;p81"/>
              <p:cNvGrpSpPr/>
              <p:nvPr/>
            </p:nvGrpSpPr>
            <p:grpSpPr>
              <a:xfrm>
                <a:off x="5402331" y="3937355"/>
                <a:ext cx="37776" cy="32380"/>
                <a:chOff x="5402331" y="3937355"/>
                <a:chExt cx="37776" cy="32380"/>
              </a:xfrm>
            </p:grpSpPr>
            <p:sp>
              <p:nvSpPr>
                <p:cNvPr id="3403" name="Google Shape;3403;p81"/>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1"/>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5" name="Google Shape;3405;p81"/>
              <p:cNvGrpSpPr/>
              <p:nvPr/>
            </p:nvGrpSpPr>
            <p:grpSpPr>
              <a:xfrm>
                <a:off x="5296908" y="3937355"/>
                <a:ext cx="37783" cy="32380"/>
                <a:chOff x="5296908" y="3937355"/>
                <a:chExt cx="37783" cy="32380"/>
              </a:xfrm>
            </p:grpSpPr>
            <p:sp>
              <p:nvSpPr>
                <p:cNvPr id="3406" name="Google Shape;3406;p81"/>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1"/>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08" name="Google Shape;3408;p81"/>
            <p:cNvGrpSpPr/>
            <p:nvPr/>
          </p:nvGrpSpPr>
          <p:grpSpPr>
            <a:xfrm>
              <a:off x="4724163" y="3119631"/>
              <a:ext cx="120838" cy="84218"/>
              <a:chOff x="4724163" y="3119631"/>
              <a:chExt cx="120838" cy="84218"/>
            </a:xfrm>
          </p:grpSpPr>
          <p:grpSp>
            <p:nvGrpSpPr>
              <p:cNvPr id="3409" name="Google Shape;3409;p81"/>
              <p:cNvGrpSpPr/>
              <p:nvPr/>
            </p:nvGrpSpPr>
            <p:grpSpPr>
              <a:xfrm>
                <a:off x="4746712" y="3132773"/>
                <a:ext cx="86869" cy="56424"/>
                <a:chOff x="4746712" y="3132773"/>
                <a:chExt cx="86869" cy="56424"/>
              </a:xfrm>
            </p:grpSpPr>
            <p:sp>
              <p:nvSpPr>
                <p:cNvPr id="3410" name="Google Shape;3410;p81"/>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1"/>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2" name="Google Shape;3412;p81"/>
              <p:cNvGrpSpPr/>
              <p:nvPr/>
            </p:nvGrpSpPr>
            <p:grpSpPr>
              <a:xfrm>
                <a:off x="4773634" y="3143336"/>
                <a:ext cx="37776" cy="32451"/>
                <a:chOff x="4773634" y="3143336"/>
                <a:chExt cx="37776" cy="32451"/>
              </a:xfrm>
            </p:grpSpPr>
            <p:sp>
              <p:nvSpPr>
                <p:cNvPr id="3413" name="Google Shape;3413;p81"/>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1"/>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5" name="Google Shape;3415;p81"/>
              <p:cNvGrpSpPr/>
              <p:nvPr/>
            </p:nvGrpSpPr>
            <p:grpSpPr>
              <a:xfrm>
                <a:off x="4724163" y="3131248"/>
                <a:ext cx="37776" cy="32459"/>
                <a:chOff x="4724163" y="3131248"/>
                <a:chExt cx="37776" cy="32459"/>
              </a:xfrm>
            </p:grpSpPr>
            <p:sp>
              <p:nvSpPr>
                <p:cNvPr id="3416" name="Google Shape;3416;p81"/>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1"/>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8" name="Google Shape;3418;p81"/>
              <p:cNvGrpSpPr/>
              <p:nvPr/>
            </p:nvGrpSpPr>
            <p:grpSpPr>
              <a:xfrm>
                <a:off x="4755081" y="3176054"/>
                <a:ext cx="32357" cy="27795"/>
                <a:chOff x="4755081" y="3176054"/>
                <a:chExt cx="32357" cy="27795"/>
              </a:xfrm>
            </p:grpSpPr>
            <p:sp>
              <p:nvSpPr>
                <p:cNvPr id="3419" name="Google Shape;3419;p81"/>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1"/>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1" name="Google Shape;3421;p81"/>
              <p:cNvGrpSpPr/>
              <p:nvPr/>
            </p:nvGrpSpPr>
            <p:grpSpPr>
              <a:xfrm>
                <a:off x="4812550" y="3119631"/>
                <a:ext cx="32451" cy="27803"/>
                <a:chOff x="4812550" y="3119631"/>
                <a:chExt cx="32451" cy="27803"/>
              </a:xfrm>
            </p:grpSpPr>
            <p:sp>
              <p:nvSpPr>
                <p:cNvPr id="3422" name="Google Shape;3422;p81"/>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1"/>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24" name="Google Shape;3424;p81"/>
            <p:cNvGrpSpPr/>
            <p:nvPr/>
          </p:nvGrpSpPr>
          <p:grpSpPr>
            <a:xfrm>
              <a:off x="5382826" y="4027197"/>
              <a:ext cx="268967" cy="250422"/>
              <a:chOff x="5382826" y="4027197"/>
              <a:chExt cx="268967" cy="250422"/>
            </a:xfrm>
          </p:grpSpPr>
          <p:grpSp>
            <p:nvGrpSpPr>
              <p:cNvPr id="3425" name="Google Shape;3425;p81"/>
              <p:cNvGrpSpPr/>
              <p:nvPr/>
            </p:nvGrpSpPr>
            <p:grpSpPr>
              <a:xfrm>
                <a:off x="5405280" y="4042510"/>
                <a:ext cx="237570" cy="218647"/>
                <a:chOff x="5405280" y="4042510"/>
                <a:chExt cx="237570" cy="218647"/>
              </a:xfrm>
            </p:grpSpPr>
            <p:sp>
              <p:nvSpPr>
                <p:cNvPr id="3426" name="Google Shape;3426;p81"/>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1"/>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1"/>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81"/>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81"/>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1"/>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2" name="Google Shape;3432;p81"/>
              <p:cNvGrpSpPr/>
              <p:nvPr/>
            </p:nvGrpSpPr>
            <p:grpSpPr>
              <a:xfrm>
                <a:off x="5382826" y="4125549"/>
                <a:ext cx="37776" cy="32380"/>
                <a:chOff x="5382826" y="4125549"/>
                <a:chExt cx="37776" cy="32380"/>
              </a:xfrm>
            </p:grpSpPr>
            <p:sp>
              <p:nvSpPr>
                <p:cNvPr id="3433" name="Google Shape;3433;p81"/>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1"/>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5" name="Google Shape;3435;p81"/>
              <p:cNvGrpSpPr/>
              <p:nvPr/>
            </p:nvGrpSpPr>
            <p:grpSpPr>
              <a:xfrm>
                <a:off x="5475680" y="4195587"/>
                <a:ext cx="37783" cy="32364"/>
                <a:chOff x="5475680" y="4195587"/>
                <a:chExt cx="37783" cy="32364"/>
              </a:xfrm>
            </p:grpSpPr>
            <p:sp>
              <p:nvSpPr>
                <p:cNvPr id="3436" name="Google Shape;3436;p81"/>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1"/>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8" name="Google Shape;3438;p81"/>
              <p:cNvGrpSpPr/>
              <p:nvPr/>
            </p:nvGrpSpPr>
            <p:grpSpPr>
              <a:xfrm>
                <a:off x="5532575" y="4027197"/>
                <a:ext cx="33308" cy="32262"/>
                <a:chOff x="5532575" y="4027197"/>
                <a:chExt cx="33308" cy="32262"/>
              </a:xfrm>
            </p:grpSpPr>
            <p:sp>
              <p:nvSpPr>
                <p:cNvPr id="3439" name="Google Shape;3439;p81"/>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1"/>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1" name="Google Shape;3441;p81"/>
              <p:cNvGrpSpPr/>
              <p:nvPr/>
            </p:nvGrpSpPr>
            <p:grpSpPr>
              <a:xfrm>
                <a:off x="5590706" y="4245348"/>
                <a:ext cx="33497" cy="32270"/>
                <a:chOff x="5590706" y="4245348"/>
                <a:chExt cx="33497" cy="32270"/>
              </a:xfrm>
            </p:grpSpPr>
            <p:sp>
              <p:nvSpPr>
                <p:cNvPr id="3442" name="Google Shape;3442;p81"/>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1"/>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4" name="Google Shape;3444;p81"/>
              <p:cNvGrpSpPr/>
              <p:nvPr/>
            </p:nvGrpSpPr>
            <p:grpSpPr>
              <a:xfrm>
                <a:off x="5618681" y="4109677"/>
                <a:ext cx="33112" cy="32357"/>
                <a:chOff x="5618681" y="4109677"/>
                <a:chExt cx="33112" cy="32357"/>
              </a:xfrm>
            </p:grpSpPr>
            <p:sp>
              <p:nvSpPr>
                <p:cNvPr id="3445" name="Google Shape;3445;p81"/>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1"/>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7" name="Google Shape;3447;p81"/>
              <p:cNvGrpSpPr/>
              <p:nvPr/>
            </p:nvGrpSpPr>
            <p:grpSpPr>
              <a:xfrm>
                <a:off x="5479298" y="4128262"/>
                <a:ext cx="31405" cy="26906"/>
                <a:chOff x="5479298" y="4128262"/>
                <a:chExt cx="31405" cy="26906"/>
              </a:xfrm>
            </p:grpSpPr>
            <p:sp>
              <p:nvSpPr>
                <p:cNvPr id="3448" name="Google Shape;3448;p81"/>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1"/>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0" name="Google Shape;3450;p81"/>
              <p:cNvGrpSpPr/>
              <p:nvPr/>
            </p:nvGrpSpPr>
            <p:grpSpPr>
              <a:xfrm>
                <a:off x="5582903" y="4180116"/>
                <a:ext cx="31499" cy="26898"/>
                <a:chOff x="5582903" y="4180116"/>
                <a:chExt cx="31499" cy="26898"/>
              </a:xfrm>
            </p:grpSpPr>
            <p:sp>
              <p:nvSpPr>
                <p:cNvPr id="3451" name="Google Shape;3451;p81"/>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1"/>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53" name="Google Shape;3453;p81"/>
            <p:cNvGrpSpPr/>
            <p:nvPr/>
          </p:nvGrpSpPr>
          <p:grpSpPr>
            <a:xfrm>
              <a:off x="3977681" y="3230323"/>
              <a:ext cx="94584" cy="84085"/>
              <a:chOff x="3977681" y="3230323"/>
              <a:chExt cx="94584" cy="84085"/>
            </a:xfrm>
          </p:grpSpPr>
          <p:grpSp>
            <p:nvGrpSpPr>
              <p:cNvPr id="3454" name="Google Shape;3454;p81"/>
              <p:cNvGrpSpPr/>
              <p:nvPr/>
            </p:nvGrpSpPr>
            <p:grpSpPr>
              <a:xfrm>
                <a:off x="4000135" y="3243041"/>
                <a:ext cx="59570" cy="57186"/>
                <a:chOff x="4000135" y="3243041"/>
                <a:chExt cx="59570" cy="57186"/>
              </a:xfrm>
            </p:grpSpPr>
            <p:sp>
              <p:nvSpPr>
                <p:cNvPr id="3455" name="Google Shape;3455;p81"/>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1"/>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1"/>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8" name="Google Shape;3458;p81"/>
              <p:cNvGrpSpPr/>
              <p:nvPr/>
            </p:nvGrpSpPr>
            <p:grpSpPr>
              <a:xfrm>
                <a:off x="3977681" y="3245872"/>
                <a:ext cx="37783" cy="32380"/>
                <a:chOff x="3977681" y="3245872"/>
                <a:chExt cx="37783" cy="32380"/>
              </a:xfrm>
            </p:grpSpPr>
            <p:sp>
              <p:nvSpPr>
                <p:cNvPr id="3459" name="Google Shape;3459;p81"/>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1"/>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1" name="Google Shape;3461;p81"/>
              <p:cNvGrpSpPr/>
              <p:nvPr/>
            </p:nvGrpSpPr>
            <p:grpSpPr>
              <a:xfrm>
                <a:off x="4040860" y="3262672"/>
                <a:ext cx="31405" cy="27001"/>
                <a:chOff x="4040860" y="3262672"/>
                <a:chExt cx="31405" cy="27001"/>
              </a:xfrm>
            </p:grpSpPr>
            <p:sp>
              <p:nvSpPr>
                <p:cNvPr id="3462" name="Google Shape;3462;p81"/>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1"/>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4" name="Google Shape;3464;p81"/>
              <p:cNvGrpSpPr/>
              <p:nvPr/>
            </p:nvGrpSpPr>
            <p:grpSpPr>
              <a:xfrm>
                <a:off x="4021072" y="3230323"/>
                <a:ext cx="31397" cy="26906"/>
                <a:chOff x="4021072" y="3230323"/>
                <a:chExt cx="31397" cy="26906"/>
              </a:xfrm>
            </p:grpSpPr>
            <p:sp>
              <p:nvSpPr>
                <p:cNvPr id="3465" name="Google Shape;3465;p81"/>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1"/>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7" name="Google Shape;3467;p81"/>
              <p:cNvGrpSpPr/>
              <p:nvPr/>
            </p:nvGrpSpPr>
            <p:grpSpPr>
              <a:xfrm>
                <a:off x="4001472" y="3287462"/>
                <a:ext cx="31499" cy="26945"/>
                <a:chOff x="4001472" y="3287462"/>
                <a:chExt cx="31499" cy="26945"/>
              </a:xfrm>
            </p:grpSpPr>
            <p:sp>
              <p:nvSpPr>
                <p:cNvPr id="3468" name="Google Shape;3468;p81"/>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1"/>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70" name="Google Shape;3470;p81"/>
            <p:cNvGrpSpPr/>
            <p:nvPr/>
          </p:nvGrpSpPr>
          <p:grpSpPr>
            <a:xfrm>
              <a:off x="4084715" y="3258865"/>
              <a:ext cx="184961" cy="137268"/>
              <a:chOff x="4084715" y="3258865"/>
              <a:chExt cx="184961" cy="137268"/>
            </a:xfrm>
          </p:grpSpPr>
          <p:grpSp>
            <p:nvGrpSpPr>
              <p:cNvPr id="3471" name="Google Shape;3471;p81"/>
              <p:cNvGrpSpPr/>
              <p:nvPr/>
            </p:nvGrpSpPr>
            <p:grpSpPr>
              <a:xfrm>
                <a:off x="4107453" y="3271583"/>
                <a:ext cx="153470" cy="110275"/>
                <a:chOff x="4107453" y="3271583"/>
                <a:chExt cx="153470" cy="110275"/>
              </a:xfrm>
            </p:grpSpPr>
            <p:sp>
              <p:nvSpPr>
                <p:cNvPr id="3472" name="Google Shape;3472;p81"/>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1"/>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1"/>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81"/>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6" name="Google Shape;3476;p81"/>
              <p:cNvGrpSpPr/>
              <p:nvPr/>
            </p:nvGrpSpPr>
            <p:grpSpPr>
              <a:xfrm>
                <a:off x="4136947" y="3258865"/>
                <a:ext cx="31499" cy="27001"/>
                <a:chOff x="4136947" y="3258865"/>
                <a:chExt cx="31499" cy="27001"/>
              </a:xfrm>
            </p:grpSpPr>
            <p:sp>
              <p:nvSpPr>
                <p:cNvPr id="3477" name="Google Shape;3477;p81"/>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1"/>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9" name="Google Shape;3479;p81"/>
              <p:cNvGrpSpPr/>
              <p:nvPr/>
            </p:nvGrpSpPr>
            <p:grpSpPr>
              <a:xfrm>
                <a:off x="4084715" y="3266478"/>
                <a:ext cx="31468" cy="26898"/>
                <a:chOff x="4084715" y="3266478"/>
                <a:chExt cx="31468" cy="26898"/>
              </a:xfrm>
            </p:grpSpPr>
            <p:sp>
              <p:nvSpPr>
                <p:cNvPr id="3480" name="Google Shape;3480;p81"/>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81"/>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2" name="Google Shape;3482;p81"/>
              <p:cNvGrpSpPr/>
              <p:nvPr/>
            </p:nvGrpSpPr>
            <p:grpSpPr>
              <a:xfrm>
                <a:off x="4159213" y="3279849"/>
                <a:ext cx="31405" cy="26945"/>
                <a:chOff x="4159213" y="3279849"/>
                <a:chExt cx="31405" cy="26945"/>
              </a:xfrm>
            </p:grpSpPr>
            <p:sp>
              <p:nvSpPr>
                <p:cNvPr id="3483" name="Google Shape;3483;p81"/>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1"/>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5" name="Google Shape;3485;p81"/>
              <p:cNvGrpSpPr/>
              <p:nvPr/>
            </p:nvGrpSpPr>
            <p:grpSpPr>
              <a:xfrm>
                <a:off x="4201550" y="3266502"/>
                <a:ext cx="31405" cy="26883"/>
                <a:chOff x="4201550" y="3266502"/>
                <a:chExt cx="31405" cy="26883"/>
              </a:xfrm>
            </p:grpSpPr>
            <p:sp>
              <p:nvSpPr>
                <p:cNvPr id="3486" name="Google Shape;3486;p81"/>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1"/>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8" name="Google Shape;3488;p81"/>
              <p:cNvGrpSpPr/>
              <p:nvPr/>
            </p:nvGrpSpPr>
            <p:grpSpPr>
              <a:xfrm>
                <a:off x="4201550" y="3338278"/>
                <a:ext cx="31405" cy="26930"/>
                <a:chOff x="4201550" y="3338278"/>
                <a:chExt cx="31405" cy="26930"/>
              </a:xfrm>
            </p:grpSpPr>
            <p:sp>
              <p:nvSpPr>
                <p:cNvPr id="3489" name="Google Shape;3489;p81"/>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1"/>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1" name="Google Shape;3491;p81"/>
              <p:cNvGrpSpPr/>
              <p:nvPr/>
            </p:nvGrpSpPr>
            <p:grpSpPr>
              <a:xfrm>
                <a:off x="4238272" y="3369132"/>
                <a:ext cx="31405" cy="27001"/>
                <a:chOff x="4238272" y="3369132"/>
                <a:chExt cx="31405" cy="27001"/>
              </a:xfrm>
            </p:grpSpPr>
            <p:sp>
              <p:nvSpPr>
                <p:cNvPr id="3492" name="Google Shape;3492;p81"/>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81"/>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94" name="Google Shape;3494;p81"/>
            <p:cNvGrpSpPr/>
            <p:nvPr/>
          </p:nvGrpSpPr>
          <p:grpSpPr>
            <a:xfrm>
              <a:off x="4068639" y="3200169"/>
              <a:ext cx="77643" cy="37272"/>
              <a:chOff x="4068639" y="3200169"/>
              <a:chExt cx="77643" cy="37272"/>
            </a:xfrm>
          </p:grpSpPr>
          <p:sp>
            <p:nvSpPr>
              <p:cNvPr id="3495" name="Google Shape;3495;p81"/>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6" name="Google Shape;3496;p81"/>
              <p:cNvGrpSpPr/>
              <p:nvPr/>
            </p:nvGrpSpPr>
            <p:grpSpPr>
              <a:xfrm>
                <a:off x="4114878" y="3200169"/>
                <a:ext cx="31405" cy="26993"/>
                <a:chOff x="4114878" y="3200169"/>
                <a:chExt cx="31405" cy="26993"/>
              </a:xfrm>
            </p:grpSpPr>
            <p:sp>
              <p:nvSpPr>
                <p:cNvPr id="3497" name="Google Shape;3497;p81"/>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1"/>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9" name="Google Shape;3499;p81"/>
              <p:cNvGrpSpPr/>
              <p:nvPr/>
            </p:nvGrpSpPr>
            <p:grpSpPr>
              <a:xfrm>
                <a:off x="4068639" y="3210535"/>
                <a:ext cx="31499" cy="26906"/>
                <a:chOff x="4068639" y="3210535"/>
                <a:chExt cx="31499" cy="26906"/>
              </a:xfrm>
            </p:grpSpPr>
            <p:sp>
              <p:nvSpPr>
                <p:cNvPr id="3500" name="Google Shape;3500;p81"/>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1"/>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02" name="Google Shape;3502;p81"/>
            <p:cNvGrpSpPr/>
            <p:nvPr/>
          </p:nvGrpSpPr>
          <p:grpSpPr>
            <a:xfrm>
              <a:off x="3869702" y="3066935"/>
              <a:ext cx="382664" cy="190294"/>
              <a:chOff x="3869702" y="3066935"/>
              <a:chExt cx="382664" cy="190294"/>
            </a:xfrm>
          </p:grpSpPr>
          <p:grpSp>
            <p:nvGrpSpPr>
              <p:cNvPr id="3503" name="Google Shape;3503;p81"/>
              <p:cNvGrpSpPr/>
              <p:nvPr/>
            </p:nvGrpSpPr>
            <p:grpSpPr>
              <a:xfrm>
                <a:off x="3888633" y="3082351"/>
                <a:ext cx="351172" cy="160698"/>
                <a:chOff x="3888633" y="3082351"/>
                <a:chExt cx="351172" cy="160698"/>
              </a:xfrm>
            </p:grpSpPr>
            <p:sp>
              <p:nvSpPr>
                <p:cNvPr id="3504" name="Google Shape;3504;p81"/>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1"/>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1"/>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81"/>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81"/>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1"/>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0" name="Google Shape;3510;p81"/>
              <p:cNvGrpSpPr/>
              <p:nvPr/>
            </p:nvGrpSpPr>
            <p:grpSpPr>
              <a:xfrm>
                <a:off x="4143703" y="3066935"/>
                <a:ext cx="37783" cy="32357"/>
                <a:chOff x="4143703" y="3066935"/>
                <a:chExt cx="37783" cy="32357"/>
              </a:xfrm>
            </p:grpSpPr>
            <p:sp>
              <p:nvSpPr>
                <p:cNvPr id="3511" name="Google Shape;3511;p81"/>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81"/>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3" name="Google Shape;3513;p81"/>
              <p:cNvGrpSpPr/>
              <p:nvPr/>
            </p:nvGrpSpPr>
            <p:grpSpPr>
              <a:xfrm>
                <a:off x="4044565" y="3103563"/>
                <a:ext cx="37783" cy="32451"/>
                <a:chOff x="4044565" y="3103563"/>
                <a:chExt cx="37783" cy="32451"/>
              </a:xfrm>
            </p:grpSpPr>
            <p:sp>
              <p:nvSpPr>
                <p:cNvPr id="3514" name="Google Shape;3514;p81"/>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1"/>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6" name="Google Shape;3516;p81"/>
              <p:cNvGrpSpPr/>
              <p:nvPr/>
            </p:nvGrpSpPr>
            <p:grpSpPr>
              <a:xfrm>
                <a:off x="4017454" y="3188237"/>
                <a:ext cx="37776" cy="32357"/>
                <a:chOff x="4017454" y="3188237"/>
                <a:chExt cx="37776" cy="32357"/>
              </a:xfrm>
            </p:grpSpPr>
            <p:sp>
              <p:nvSpPr>
                <p:cNvPr id="3517" name="Google Shape;3517;p81"/>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1"/>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9" name="Google Shape;3519;p81"/>
              <p:cNvGrpSpPr/>
              <p:nvPr/>
            </p:nvGrpSpPr>
            <p:grpSpPr>
              <a:xfrm>
                <a:off x="3921548" y="3157509"/>
                <a:ext cx="37783" cy="32357"/>
                <a:chOff x="3921548" y="3157509"/>
                <a:chExt cx="37783" cy="32357"/>
              </a:xfrm>
            </p:grpSpPr>
            <p:sp>
              <p:nvSpPr>
                <p:cNvPr id="3520" name="Google Shape;3520;p81"/>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1"/>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2" name="Google Shape;3522;p81"/>
              <p:cNvGrpSpPr/>
              <p:nvPr/>
            </p:nvGrpSpPr>
            <p:grpSpPr>
              <a:xfrm>
                <a:off x="3939056" y="3211620"/>
                <a:ext cx="37783" cy="32380"/>
                <a:chOff x="3939056" y="3211620"/>
                <a:chExt cx="37783" cy="32380"/>
              </a:xfrm>
            </p:grpSpPr>
            <p:sp>
              <p:nvSpPr>
                <p:cNvPr id="3523" name="Google Shape;3523;p81"/>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1"/>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5" name="Google Shape;3525;p81"/>
              <p:cNvGrpSpPr/>
              <p:nvPr/>
            </p:nvGrpSpPr>
            <p:grpSpPr>
              <a:xfrm>
                <a:off x="4176240" y="3136965"/>
                <a:ext cx="31405" cy="26930"/>
                <a:chOff x="4176240" y="3136965"/>
                <a:chExt cx="31405" cy="26930"/>
              </a:xfrm>
            </p:grpSpPr>
            <p:sp>
              <p:nvSpPr>
                <p:cNvPr id="3526" name="Google Shape;3526;p81"/>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1"/>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8" name="Google Shape;3528;p81"/>
              <p:cNvGrpSpPr/>
              <p:nvPr/>
            </p:nvGrpSpPr>
            <p:grpSpPr>
              <a:xfrm>
                <a:off x="4133148" y="3152593"/>
                <a:ext cx="31499" cy="27001"/>
                <a:chOff x="4133148" y="3152593"/>
                <a:chExt cx="31499" cy="27001"/>
              </a:xfrm>
            </p:grpSpPr>
            <p:sp>
              <p:nvSpPr>
                <p:cNvPr id="3529" name="Google Shape;3529;p81"/>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1"/>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1" name="Google Shape;3531;p81"/>
              <p:cNvGrpSpPr/>
              <p:nvPr/>
            </p:nvGrpSpPr>
            <p:grpSpPr>
              <a:xfrm>
                <a:off x="4220866" y="3073534"/>
                <a:ext cx="31499" cy="26898"/>
                <a:chOff x="4220866" y="3073534"/>
                <a:chExt cx="31499" cy="26898"/>
              </a:xfrm>
            </p:grpSpPr>
            <p:sp>
              <p:nvSpPr>
                <p:cNvPr id="3532" name="Google Shape;3532;p81"/>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81"/>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4" name="Google Shape;3534;p81"/>
              <p:cNvGrpSpPr/>
              <p:nvPr/>
            </p:nvGrpSpPr>
            <p:grpSpPr>
              <a:xfrm>
                <a:off x="3869702" y="3230323"/>
                <a:ext cx="31499" cy="26906"/>
                <a:chOff x="3869702" y="3230323"/>
                <a:chExt cx="31499" cy="26906"/>
              </a:xfrm>
            </p:grpSpPr>
            <p:sp>
              <p:nvSpPr>
                <p:cNvPr id="3535" name="Google Shape;3535;p81"/>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1"/>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37" name="Google Shape;3537;p81"/>
            <p:cNvGrpSpPr/>
            <p:nvPr/>
          </p:nvGrpSpPr>
          <p:grpSpPr>
            <a:xfrm>
              <a:off x="4271383" y="3065882"/>
              <a:ext cx="304556" cy="341663"/>
              <a:chOff x="4271383" y="3065882"/>
              <a:chExt cx="304556" cy="341663"/>
            </a:xfrm>
          </p:grpSpPr>
          <p:grpSp>
            <p:nvGrpSpPr>
              <p:cNvPr id="3538" name="Google Shape;3538;p81"/>
              <p:cNvGrpSpPr/>
              <p:nvPr/>
            </p:nvGrpSpPr>
            <p:grpSpPr>
              <a:xfrm>
                <a:off x="4293838" y="3078639"/>
                <a:ext cx="269353" cy="311973"/>
                <a:chOff x="4293838" y="3078639"/>
                <a:chExt cx="269353" cy="311973"/>
              </a:xfrm>
            </p:grpSpPr>
            <p:sp>
              <p:nvSpPr>
                <p:cNvPr id="3539" name="Google Shape;3539;p81"/>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1"/>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1"/>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1"/>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1"/>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81"/>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1"/>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81"/>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81"/>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1"/>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1"/>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1"/>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1"/>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1"/>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1"/>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1"/>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1"/>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6" name="Google Shape;3556;p81"/>
              <p:cNvGrpSpPr/>
              <p:nvPr/>
            </p:nvGrpSpPr>
            <p:grpSpPr>
              <a:xfrm>
                <a:off x="4538164" y="3342061"/>
                <a:ext cx="37776" cy="32380"/>
                <a:chOff x="4538164" y="3342061"/>
                <a:chExt cx="37776" cy="32380"/>
              </a:xfrm>
            </p:grpSpPr>
            <p:sp>
              <p:nvSpPr>
                <p:cNvPr id="3557" name="Google Shape;3557;p81"/>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1"/>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9" name="Google Shape;3559;p81"/>
              <p:cNvGrpSpPr/>
              <p:nvPr/>
            </p:nvGrpSpPr>
            <p:grpSpPr>
              <a:xfrm>
                <a:off x="4271383" y="3194742"/>
                <a:ext cx="37783" cy="32420"/>
                <a:chOff x="4271383" y="3194742"/>
                <a:chExt cx="37783" cy="32420"/>
              </a:xfrm>
            </p:grpSpPr>
            <p:sp>
              <p:nvSpPr>
                <p:cNvPr id="3560" name="Google Shape;3560;p81"/>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1"/>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2" name="Google Shape;3562;p81"/>
              <p:cNvGrpSpPr/>
              <p:nvPr/>
            </p:nvGrpSpPr>
            <p:grpSpPr>
              <a:xfrm>
                <a:off x="4284416" y="3084058"/>
                <a:ext cx="37783" cy="32357"/>
                <a:chOff x="4284416" y="3084058"/>
                <a:chExt cx="37783" cy="32357"/>
              </a:xfrm>
            </p:grpSpPr>
            <p:sp>
              <p:nvSpPr>
                <p:cNvPr id="3563" name="Google Shape;3563;p81"/>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1"/>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5" name="Google Shape;3565;p81"/>
              <p:cNvGrpSpPr/>
              <p:nvPr/>
            </p:nvGrpSpPr>
            <p:grpSpPr>
              <a:xfrm>
                <a:off x="4478697" y="3297561"/>
                <a:ext cx="37776" cy="32451"/>
                <a:chOff x="4478697" y="3297561"/>
                <a:chExt cx="37776" cy="32451"/>
              </a:xfrm>
            </p:grpSpPr>
            <p:sp>
              <p:nvSpPr>
                <p:cNvPr id="3566" name="Google Shape;3566;p81"/>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1"/>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8" name="Google Shape;3568;p81"/>
              <p:cNvGrpSpPr/>
              <p:nvPr/>
            </p:nvGrpSpPr>
            <p:grpSpPr>
              <a:xfrm>
                <a:off x="4411813" y="3331711"/>
                <a:ext cx="37776" cy="32451"/>
                <a:chOff x="4411813" y="3331711"/>
                <a:chExt cx="37776" cy="32451"/>
              </a:xfrm>
            </p:grpSpPr>
            <p:sp>
              <p:nvSpPr>
                <p:cNvPr id="3569" name="Google Shape;3569;p81"/>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1"/>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1" name="Google Shape;3571;p81"/>
              <p:cNvGrpSpPr/>
              <p:nvPr/>
            </p:nvGrpSpPr>
            <p:grpSpPr>
              <a:xfrm>
                <a:off x="4337984" y="3375188"/>
                <a:ext cx="37776" cy="32357"/>
                <a:chOff x="4337984" y="3375188"/>
                <a:chExt cx="37776" cy="32357"/>
              </a:xfrm>
            </p:grpSpPr>
            <p:sp>
              <p:nvSpPr>
                <p:cNvPr id="3572" name="Google Shape;3572;p81"/>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1"/>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4" name="Google Shape;3574;p81"/>
              <p:cNvGrpSpPr/>
              <p:nvPr/>
            </p:nvGrpSpPr>
            <p:grpSpPr>
              <a:xfrm>
                <a:off x="4494867" y="3090530"/>
                <a:ext cx="37878" cy="32451"/>
                <a:chOff x="4494867" y="3090530"/>
                <a:chExt cx="37878" cy="32451"/>
              </a:xfrm>
            </p:grpSpPr>
            <p:sp>
              <p:nvSpPr>
                <p:cNvPr id="3575" name="Google Shape;3575;p81"/>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1"/>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7" name="Google Shape;3577;p81"/>
              <p:cNvGrpSpPr/>
              <p:nvPr/>
            </p:nvGrpSpPr>
            <p:grpSpPr>
              <a:xfrm>
                <a:off x="4525124" y="3207774"/>
                <a:ext cx="37783" cy="32420"/>
                <a:chOff x="4525124" y="3207774"/>
                <a:chExt cx="37783" cy="32420"/>
              </a:xfrm>
            </p:grpSpPr>
            <p:sp>
              <p:nvSpPr>
                <p:cNvPr id="3578" name="Google Shape;3578;p81"/>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81"/>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0" name="Google Shape;3580;p81"/>
              <p:cNvGrpSpPr/>
              <p:nvPr/>
            </p:nvGrpSpPr>
            <p:grpSpPr>
              <a:xfrm>
                <a:off x="4440544" y="3176479"/>
                <a:ext cx="31499" cy="26898"/>
                <a:chOff x="4440544" y="3176479"/>
                <a:chExt cx="31499" cy="26898"/>
              </a:xfrm>
            </p:grpSpPr>
            <p:sp>
              <p:nvSpPr>
                <p:cNvPr id="3581" name="Google Shape;3581;p81"/>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1"/>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3" name="Google Shape;3583;p81"/>
              <p:cNvGrpSpPr/>
              <p:nvPr/>
            </p:nvGrpSpPr>
            <p:grpSpPr>
              <a:xfrm>
                <a:off x="4350545" y="3156400"/>
                <a:ext cx="31405" cy="27001"/>
                <a:chOff x="4350545" y="3156400"/>
                <a:chExt cx="31405" cy="27001"/>
              </a:xfrm>
            </p:grpSpPr>
            <p:sp>
              <p:nvSpPr>
                <p:cNvPr id="3584" name="Google Shape;3584;p81"/>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1"/>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6" name="Google Shape;3586;p81"/>
              <p:cNvGrpSpPr/>
              <p:nvPr/>
            </p:nvGrpSpPr>
            <p:grpSpPr>
              <a:xfrm>
                <a:off x="4376703" y="3255058"/>
                <a:ext cx="31405" cy="27001"/>
                <a:chOff x="4376703" y="3255058"/>
                <a:chExt cx="31405" cy="27001"/>
              </a:xfrm>
            </p:grpSpPr>
            <p:sp>
              <p:nvSpPr>
                <p:cNvPr id="3587" name="Google Shape;3587;p81"/>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1"/>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9" name="Google Shape;3589;p81"/>
              <p:cNvGrpSpPr/>
              <p:nvPr/>
            </p:nvGrpSpPr>
            <p:grpSpPr>
              <a:xfrm>
                <a:off x="4331322" y="3283656"/>
                <a:ext cx="31405" cy="26945"/>
                <a:chOff x="4331322" y="3283656"/>
                <a:chExt cx="31405" cy="26945"/>
              </a:xfrm>
            </p:grpSpPr>
            <p:sp>
              <p:nvSpPr>
                <p:cNvPr id="3590" name="Google Shape;3590;p81"/>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1"/>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2" name="Google Shape;3592;p81"/>
              <p:cNvGrpSpPr/>
              <p:nvPr/>
            </p:nvGrpSpPr>
            <p:grpSpPr>
              <a:xfrm>
                <a:off x="4380510" y="3065882"/>
                <a:ext cx="31405" cy="26938"/>
                <a:chOff x="4380510" y="3065882"/>
                <a:chExt cx="31405" cy="26938"/>
              </a:xfrm>
            </p:grpSpPr>
            <p:sp>
              <p:nvSpPr>
                <p:cNvPr id="3593" name="Google Shape;3593;p81"/>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81"/>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95" name="Google Shape;3595;p81"/>
            <p:cNvGrpSpPr/>
            <p:nvPr/>
          </p:nvGrpSpPr>
          <p:grpSpPr>
            <a:xfrm>
              <a:off x="4558998" y="3188237"/>
              <a:ext cx="1280131" cy="1052746"/>
              <a:chOff x="4558998" y="3188237"/>
              <a:chExt cx="1280131" cy="1052746"/>
            </a:xfrm>
          </p:grpSpPr>
          <p:sp>
            <p:nvSpPr>
              <p:cNvPr id="3596" name="Google Shape;3596;p81"/>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7" name="Google Shape;3597;p81"/>
              <p:cNvGrpSpPr/>
              <p:nvPr/>
            </p:nvGrpSpPr>
            <p:grpSpPr>
              <a:xfrm>
                <a:off x="4579164" y="3203653"/>
                <a:ext cx="1244833" cy="1020397"/>
                <a:chOff x="4579164" y="3203653"/>
                <a:chExt cx="1244833" cy="1020397"/>
              </a:xfrm>
            </p:grpSpPr>
            <p:sp>
              <p:nvSpPr>
                <p:cNvPr id="3598" name="Google Shape;3598;p81"/>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81"/>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0" name="Google Shape;3600;p81"/>
                <p:cNvGrpSpPr/>
                <p:nvPr/>
              </p:nvGrpSpPr>
              <p:grpSpPr>
                <a:xfrm>
                  <a:off x="4579164" y="3203653"/>
                  <a:ext cx="1244833" cy="1020397"/>
                  <a:chOff x="4579164" y="3203653"/>
                  <a:chExt cx="1244833" cy="1020397"/>
                </a:xfrm>
              </p:grpSpPr>
              <p:sp>
                <p:nvSpPr>
                  <p:cNvPr id="3601" name="Google Shape;3601;p81"/>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81"/>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3" name="Google Shape;3603;p81"/>
                  <p:cNvGrpSpPr/>
                  <p:nvPr/>
                </p:nvGrpSpPr>
                <p:grpSpPr>
                  <a:xfrm>
                    <a:off x="4579164" y="3203653"/>
                    <a:ext cx="1244833" cy="1020397"/>
                    <a:chOff x="4579164" y="3203653"/>
                    <a:chExt cx="1244833" cy="1020397"/>
                  </a:xfrm>
                </p:grpSpPr>
                <p:sp>
                  <p:nvSpPr>
                    <p:cNvPr id="3604" name="Google Shape;3604;p81"/>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81"/>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1"/>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81"/>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1"/>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81"/>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81"/>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81"/>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2" name="Google Shape;3612;p81"/>
                    <p:cNvGrpSpPr/>
                    <p:nvPr/>
                  </p:nvGrpSpPr>
                  <p:grpSpPr>
                    <a:xfrm>
                      <a:off x="4579164" y="3203653"/>
                      <a:ext cx="1244833" cy="1020397"/>
                      <a:chOff x="4579164" y="3203653"/>
                      <a:chExt cx="1244833" cy="1020397"/>
                    </a:xfrm>
                  </p:grpSpPr>
                  <p:sp>
                    <p:nvSpPr>
                      <p:cNvPr id="3613" name="Google Shape;3613;p81"/>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81"/>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81"/>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81"/>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81"/>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81"/>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81"/>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81"/>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81"/>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81"/>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81"/>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81"/>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1"/>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81"/>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7" name="Google Shape;3627;p81"/>
                      <p:cNvGrpSpPr/>
                      <p:nvPr/>
                    </p:nvGrpSpPr>
                    <p:grpSpPr>
                      <a:xfrm>
                        <a:off x="4579164" y="3203653"/>
                        <a:ext cx="1244833" cy="1020397"/>
                        <a:chOff x="4579164" y="3203653"/>
                        <a:chExt cx="1244833" cy="1020397"/>
                      </a:xfrm>
                    </p:grpSpPr>
                    <p:sp>
                      <p:nvSpPr>
                        <p:cNvPr id="3628" name="Google Shape;3628;p81"/>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1"/>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1"/>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1"/>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81"/>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1"/>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1"/>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81"/>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1"/>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81"/>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81"/>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1"/>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81"/>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81"/>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1"/>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1"/>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1"/>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1"/>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81"/>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1"/>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1"/>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1"/>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1"/>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1"/>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52" name="Google Shape;3652;p81"/>
                        <p:cNvGrpSpPr/>
                        <p:nvPr/>
                      </p:nvGrpSpPr>
                      <p:grpSpPr>
                        <a:xfrm>
                          <a:off x="4579164" y="3203653"/>
                          <a:ext cx="1244833" cy="1020397"/>
                          <a:chOff x="4579164" y="3203653"/>
                          <a:chExt cx="1244833" cy="1020397"/>
                        </a:xfrm>
                      </p:grpSpPr>
                      <p:sp>
                        <p:nvSpPr>
                          <p:cNvPr id="3653" name="Google Shape;3653;p81"/>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54" name="Google Shape;3654;p81"/>
                          <p:cNvGrpSpPr/>
                          <p:nvPr/>
                        </p:nvGrpSpPr>
                        <p:grpSpPr>
                          <a:xfrm>
                            <a:off x="4579164" y="3203653"/>
                            <a:ext cx="1244833" cy="1020397"/>
                            <a:chOff x="4579164" y="3203653"/>
                            <a:chExt cx="1244833" cy="1020397"/>
                          </a:xfrm>
                        </p:grpSpPr>
                        <p:sp>
                          <p:nvSpPr>
                            <p:cNvPr id="3655" name="Google Shape;3655;p81"/>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1"/>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1"/>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1"/>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1"/>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1"/>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1"/>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2" name="Google Shape;3662;p81"/>
                            <p:cNvGrpSpPr/>
                            <p:nvPr/>
                          </p:nvGrpSpPr>
                          <p:grpSpPr>
                            <a:xfrm>
                              <a:off x="4579164" y="3203653"/>
                              <a:ext cx="1244833" cy="1020397"/>
                              <a:chOff x="4579164" y="3203653"/>
                              <a:chExt cx="1244833" cy="1020397"/>
                            </a:xfrm>
                          </p:grpSpPr>
                          <p:sp>
                            <p:nvSpPr>
                              <p:cNvPr id="3663" name="Google Shape;3663;p81"/>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1"/>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81"/>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81"/>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81"/>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81"/>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81"/>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1"/>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81"/>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81"/>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81"/>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1"/>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1"/>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6" name="Google Shape;3676;p81"/>
                              <p:cNvGrpSpPr/>
                              <p:nvPr/>
                            </p:nvGrpSpPr>
                            <p:grpSpPr>
                              <a:xfrm>
                                <a:off x="4579164" y="3203653"/>
                                <a:ext cx="1244833" cy="1020397"/>
                                <a:chOff x="4579164" y="3203653"/>
                                <a:chExt cx="1244833" cy="1020397"/>
                              </a:xfrm>
                            </p:grpSpPr>
                            <p:sp>
                              <p:nvSpPr>
                                <p:cNvPr id="3677" name="Google Shape;3677;p81"/>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1"/>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1"/>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1"/>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1"/>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1"/>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1"/>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4" name="Google Shape;3684;p81"/>
                                <p:cNvGrpSpPr/>
                                <p:nvPr/>
                              </p:nvGrpSpPr>
                              <p:grpSpPr>
                                <a:xfrm>
                                  <a:off x="4579164" y="3203653"/>
                                  <a:ext cx="1244833" cy="1020397"/>
                                  <a:chOff x="4579164" y="3203653"/>
                                  <a:chExt cx="1244833" cy="1020397"/>
                                </a:xfrm>
                              </p:grpSpPr>
                              <p:sp>
                                <p:nvSpPr>
                                  <p:cNvPr id="3685" name="Google Shape;3685;p81"/>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81"/>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1"/>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1"/>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1"/>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0" name="Google Shape;3690;p81"/>
                                  <p:cNvGrpSpPr/>
                                  <p:nvPr/>
                                </p:nvGrpSpPr>
                                <p:grpSpPr>
                                  <a:xfrm>
                                    <a:off x="4579164" y="3203653"/>
                                    <a:ext cx="1244833" cy="1020397"/>
                                    <a:chOff x="4579164" y="3203653"/>
                                    <a:chExt cx="1244833" cy="1020397"/>
                                  </a:xfrm>
                                </p:grpSpPr>
                                <p:sp>
                                  <p:nvSpPr>
                                    <p:cNvPr id="3691" name="Google Shape;3691;p81"/>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1"/>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1"/>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1"/>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3695" name="Google Shape;3695;p81"/>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1"/>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1"/>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98" name="Google Shape;3698;p81"/>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699" name="Google Shape;3699;p81"/>
              <p:cNvGrpSpPr/>
              <p:nvPr/>
            </p:nvGrpSpPr>
            <p:grpSpPr>
              <a:xfrm>
                <a:off x="4595437" y="3598775"/>
                <a:ext cx="37776" cy="32451"/>
                <a:chOff x="4595437" y="3598775"/>
                <a:chExt cx="37776" cy="32451"/>
              </a:xfrm>
            </p:grpSpPr>
            <p:sp>
              <p:nvSpPr>
                <p:cNvPr id="3700" name="Google Shape;3700;p81"/>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1"/>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2" name="Google Shape;3702;p81"/>
              <p:cNvGrpSpPr/>
              <p:nvPr/>
            </p:nvGrpSpPr>
            <p:grpSpPr>
              <a:xfrm>
                <a:off x="4641864" y="3524443"/>
                <a:ext cx="37776" cy="32380"/>
                <a:chOff x="4641864" y="3524443"/>
                <a:chExt cx="37776" cy="32380"/>
              </a:xfrm>
            </p:grpSpPr>
            <p:sp>
              <p:nvSpPr>
                <p:cNvPr id="3703" name="Google Shape;3703;p81"/>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1"/>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5" name="Google Shape;3705;p81"/>
              <p:cNvGrpSpPr/>
              <p:nvPr/>
            </p:nvGrpSpPr>
            <p:grpSpPr>
              <a:xfrm>
                <a:off x="4648431" y="3893901"/>
                <a:ext cx="37776" cy="32357"/>
                <a:chOff x="4648431" y="3893901"/>
                <a:chExt cx="37776" cy="32357"/>
              </a:xfrm>
            </p:grpSpPr>
            <p:sp>
              <p:nvSpPr>
                <p:cNvPr id="3706" name="Google Shape;3706;p81"/>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1"/>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8" name="Google Shape;3708;p81"/>
              <p:cNvGrpSpPr/>
              <p:nvPr/>
            </p:nvGrpSpPr>
            <p:grpSpPr>
              <a:xfrm>
                <a:off x="4567752" y="3722908"/>
                <a:ext cx="37870" cy="32380"/>
                <a:chOff x="4567752" y="3722908"/>
                <a:chExt cx="37870" cy="32380"/>
              </a:xfrm>
            </p:grpSpPr>
            <p:sp>
              <p:nvSpPr>
                <p:cNvPr id="3709" name="Google Shape;3709;p81"/>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1"/>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1" name="Google Shape;3711;p81"/>
              <p:cNvGrpSpPr/>
              <p:nvPr/>
            </p:nvGrpSpPr>
            <p:grpSpPr>
              <a:xfrm>
                <a:off x="4617506" y="3652052"/>
                <a:ext cx="37783" cy="32357"/>
                <a:chOff x="4617506" y="3652052"/>
                <a:chExt cx="37783" cy="32357"/>
              </a:xfrm>
            </p:grpSpPr>
            <p:sp>
              <p:nvSpPr>
                <p:cNvPr id="3712" name="Google Shape;3712;p81"/>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1"/>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4" name="Google Shape;3714;p81"/>
              <p:cNvGrpSpPr/>
              <p:nvPr/>
            </p:nvGrpSpPr>
            <p:grpSpPr>
              <a:xfrm>
                <a:off x="4739005" y="3554149"/>
                <a:ext cx="37870" cy="32357"/>
                <a:chOff x="4739005" y="3554149"/>
                <a:chExt cx="37870" cy="32357"/>
              </a:xfrm>
            </p:grpSpPr>
            <p:sp>
              <p:nvSpPr>
                <p:cNvPr id="3715" name="Google Shape;3715;p81"/>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1"/>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7" name="Google Shape;3717;p81"/>
              <p:cNvGrpSpPr/>
              <p:nvPr/>
            </p:nvGrpSpPr>
            <p:grpSpPr>
              <a:xfrm>
                <a:off x="4806557" y="3630258"/>
                <a:ext cx="37776" cy="32364"/>
                <a:chOff x="4806557" y="3630258"/>
                <a:chExt cx="37776" cy="32364"/>
              </a:xfrm>
            </p:grpSpPr>
            <p:sp>
              <p:nvSpPr>
                <p:cNvPr id="3718" name="Google Shape;3718;p81"/>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1"/>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0" name="Google Shape;3720;p81"/>
              <p:cNvGrpSpPr/>
              <p:nvPr/>
            </p:nvGrpSpPr>
            <p:grpSpPr>
              <a:xfrm>
                <a:off x="4737007" y="4004357"/>
                <a:ext cx="37870" cy="32357"/>
                <a:chOff x="4737007" y="4004357"/>
                <a:chExt cx="37870" cy="32357"/>
              </a:xfrm>
            </p:grpSpPr>
            <p:sp>
              <p:nvSpPr>
                <p:cNvPr id="3721" name="Google Shape;3721;p81"/>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1"/>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3" name="Google Shape;3723;p81"/>
              <p:cNvGrpSpPr/>
              <p:nvPr/>
            </p:nvGrpSpPr>
            <p:grpSpPr>
              <a:xfrm>
                <a:off x="4773634" y="4208627"/>
                <a:ext cx="37776" cy="32357"/>
                <a:chOff x="4773634" y="4208627"/>
                <a:chExt cx="37776" cy="32357"/>
              </a:xfrm>
            </p:grpSpPr>
            <p:sp>
              <p:nvSpPr>
                <p:cNvPr id="3724" name="Google Shape;3724;p81"/>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1"/>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6" name="Google Shape;3726;p81"/>
              <p:cNvGrpSpPr/>
              <p:nvPr/>
            </p:nvGrpSpPr>
            <p:grpSpPr>
              <a:xfrm>
                <a:off x="4888282" y="4074764"/>
                <a:ext cx="37776" cy="32451"/>
                <a:chOff x="4888282" y="4074764"/>
                <a:chExt cx="37776" cy="32451"/>
              </a:xfrm>
            </p:grpSpPr>
            <p:sp>
              <p:nvSpPr>
                <p:cNvPr id="3727" name="Google Shape;3727;p81"/>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1"/>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9" name="Google Shape;3729;p81"/>
              <p:cNvGrpSpPr/>
              <p:nvPr/>
            </p:nvGrpSpPr>
            <p:grpSpPr>
              <a:xfrm>
                <a:off x="4901315" y="3804271"/>
                <a:ext cx="37776" cy="32364"/>
                <a:chOff x="4901315" y="3804271"/>
                <a:chExt cx="37776" cy="32364"/>
              </a:xfrm>
            </p:grpSpPr>
            <p:sp>
              <p:nvSpPr>
                <p:cNvPr id="3730" name="Google Shape;3730;p81"/>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1"/>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2" name="Google Shape;3732;p81"/>
              <p:cNvGrpSpPr/>
              <p:nvPr/>
            </p:nvGrpSpPr>
            <p:grpSpPr>
              <a:xfrm>
                <a:off x="4866394" y="3715035"/>
                <a:ext cx="37846" cy="32357"/>
                <a:chOff x="4866394" y="3715035"/>
                <a:chExt cx="37846" cy="32357"/>
              </a:xfrm>
            </p:grpSpPr>
            <p:sp>
              <p:nvSpPr>
                <p:cNvPr id="3733" name="Google Shape;3733;p81"/>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1"/>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5" name="Google Shape;3735;p81"/>
              <p:cNvGrpSpPr/>
              <p:nvPr/>
            </p:nvGrpSpPr>
            <p:grpSpPr>
              <a:xfrm>
                <a:off x="4979233" y="3839798"/>
                <a:ext cx="37878" cy="32420"/>
                <a:chOff x="4979233" y="3839798"/>
                <a:chExt cx="37878" cy="32420"/>
              </a:xfrm>
            </p:grpSpPr>
            <p:sp>
              <p:nvSpPr>
                <p:cNvPr id="3736" name="Google Shape;3736;p81"/>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1"/>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8" name="Google Shape;3738;p81"/>
              <p:cNvGrpSpPr/>
              <p:nvPr/>
            </p:nvGrpSpPr>
            <p:grpSpPr>
              <a:xfrm>
                <a:off x="4790662" y="3679147"/>
                <a:ext cx="37783" cy="32380"/>
                <a:chOff x="4790662" y="3679147"/>
                <a:chExt cx="37783" cy="32380"/>
              </a:xfrm>
            </p:grpSpPr>
            <p:sp>
              <p:nvSpPr>
                <p:cNvPr id="3739" name="Google Shape;3739;p81"/>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1"/>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1" name="Google Shape;3741;p81"/>
              <p:cNvGrpSpPr/>
              <p:nvPr/>
            </p:nvGrpSpPr>
            <p:grpSpPr>
              <a:xfrm>
                <a:off x="4857263" y="3557861"/>
                <a:ext cx="37776" cy="32357"/>
                <a:chOff x="4857263" y="3557861"/>
                <a:chExt cx="37776" cy="32357"/>
              </a:xfrm>
            </p:grpSpPr>
            <p:sp>
              <p:nvSpPr>
                <p:cNvPr id="3742" name="Google Shape;3742;p81"/>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1"/>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4" name="Google Shape;3744;p81"/>
              <p:cNvGrpSpPr/>
              <p:nvPr/>
            </p:nvGrpSpPr>
            <p:grpSpPr>
              <a:xfrm>
                <a:off x="4883902" y="3648033"/>
                <a:ext cx="37783" cy="32380"/>
                <a:chOff x="4883902" y="3648033"/>
                <a:chExt cx="37783" cy="32380"/>
              </a:xfrm>
            </p:grpSpPr>
            <p:sp>
              <p:nvSpPr>
                <p:cNvPr id="3745" name="Google Shape;3745;p81"/>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1"/>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7" name="Google Shape;3747;p81"/>
              <p:cNvGrpSpPr/>
              <p:nvPr/>
            </p:nvGrpSpPr>
            <p:grpSpPr>
              <a:xfrm>
                <a:off x="4907780" y="3347220"/>
                <a:ext cx="37878" cy="32357"/>
                <a:chOff x="4907780" y="3347220"/>
                <a:chExt cx="37878" cy="32357"/>
              </a:xfrm>
            </p:grpSpPr>
            <p:sp>
              <p:nvSpPr>
                <p:cNvPr id="3748" name="Google Shape;3748;p81"/>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1"/>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0" name="Google Shape;3750;p81"/>
              <p:cNvGrpSpPr/>
              <p:nvPr/>
            </p:nvGrpSpPr>
            <p:grpSpPr>
              <a:xfrm>
                <a:off x="5065048" y="3738150"/>
                <a:ext cx="37783" cy="32364"/>
                <a:chOff x="5065048" y="3738150"/>
                <a:chExt cx="37783" cy="32364"/>
              </a:xfrm>
            </p:grpSpPr>
            <p:sp>
              <p:nvSpPr>
                <p:cNvPr id="3751" name="Google Shape;3751;p81"/>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1"/>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3" name="Google Shape;3753;p81"/>
              <p:cNvGrpSpPr/>
              <p:nvPr/>
            </p:nvGrpSpPr>
            <p:grpSpPr>
              <a:xfrm>
                <a:off x="5071616" y="3284615"/>
                <a:ext cx="37783" cy="32357"/>
                <a:chOff x="5071616" y="3284615"/>
                <a:chExt cx="37783" cy="32357"/>
              </a:xfrm>
            </p:grpSpPr>
            <p:sp>
              <p:nvSpPr>
                <p:cNvPr id="3754" name="Google Shape;3754;p81"/>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1"/>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6" name="Google Shape;3756;p81"/>
              <p:cNvGrpSpPr/>
              <p:nvPr/>
            </p:nvGrpSpPr>
            <p:grpSpPr>
              <a:xfrm>
                <a:off x="5389291" y="3759921"/>
                <a:ext cx="37783" cy="32380"/>
                <a:chOff x="5389291" y="3759921"/>
                <a:chExt cx="37783" cy="32380"/>
              </a:xfrm>
            </p:grpSpPr>
            <p:sp>
              <p:nvSpPr>
                <p:cNvPr id="3757" name="Google Shape;3757;p81"/>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1"/>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9" name="Google Shape;3759;p81"/>
              <p:cNvGrpSpPr/>
              <p:nvPr/>
            </p:nvGrpSpPr>
            <p:grpSpPr>
              <a:xfrm>
                <a:off x="5431534" y="3632932"/>
                <a:ext cx="37878" cy="32451"/>
                <a:chOff x="5431534" y="3632932"/>
                <a:chExt cx="37878" cy="32451"/>
              </a:xfrm>
            </p:grpSpPr>
            <p:sp>
              <p:nvSpPr>
                <p:cNvPr id="3760" name="Google Shape;3760;p81"/>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1"/>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2" name="Google Shape;3762;p81"/>
              <p:cNvGrpSpPr/>
              <p:nvPr/>
            </p:nvGrpSpPr>
            <p:grpSpPr>
              <a:xfrm>
                <a:off x="5540755" y="3544829"/>
                <a:ext cx="37783" cy="32357"/>
                <a:chOff x="5540755" y="3544829"/>
                <a:chExt cx="37783" cy="32357"/>
              </a:xfrm>
            </p:grpSpPr>
            <p:sp>
              <p:nvSpPr>
                <p:cNvPr id="3763" name="Google Shape;3763;p81"/>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1"/>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5" name="Google Shape;3765;p81"/>
              <p:cNvGrpSpPr/>
              <p:nvPr/>
            </p:nvGrpSpPr>
            <p:grpSpPr>
              <a:xfrm>
                <a:off x="5579293" y="3412107"/>
                <a:ext cx="37776" cy="32357"/>
                <a:chOff x="5579293" y="3412107"/>
                <a:chExt cx="37776" cy="32357"/>
              </a:xfrm>
            </p:grpSpPr>
            <p:sp>
              <p:nvSpPr>
                <p:cNvPr id="3766" name="Google Shape;3766;p81"/>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1"/>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8" name="Google Shape;3768;p81"/>
              <p:cNvGrpSpPr/>
              <p:nvPr/>
            </p:nvGrpSpPr>
            <p:grpSpPr>
              <a:xfrm>
                <a:off x="5801346" y="3284615"/>
                <a:ext cx="37783" cy="32357"/>
                <a:chOff x="5801346" y="3284615"/>
                <a:chExt cx="37783" cy="32357"/>
              </a:xfrm>
            </p:grpSpPr>
            <p:sp>
              <p:nvSpPr>
                <p:cNvPr id="3769" name="Google Shape;3769;p81"/>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1"/>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1" name="Google Shape;3771;p81"/>
              <p:cNvGrpSpPr/>
              <p:nvPr/>
            </p:nvGrpSpPr>
            <p:grpSpPr>
              <a:xfrm>
                <a:off x="5763578" y="3399067"/>
                <a:ext cx="37776" cy="32364"/>
                <a:chOff x="5763578" y="3399067"/>
                <a:chExt cx="37776" cy="32364"/>
              </a:xfrm>
            </p:grpSpPr>
            <p:sp>
              <p:nvSpPr>
                <p:cNvPr id="3772" name="Google Shape;3772;p81"/>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1"/>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4" name="Google Shape;3774;p81"/>
              <p:cNvGrpSpPr/>
              <p:nvPr/>
            </p:nvGrpSpPr>
            <p:grpSpPr>
              <a:xfrm>
                <a:off x="5395858" y="3230952"/>
                <a:ext cx="37776" cy="32364"/>
                <a:chOff x="5395858" y="3230952"/>
                <a:chExt cx="37776" cy="32364"/>
              </a:xfrm>
            </p:grpSpPr>
            <p:sp>
              <p:nvSpPr>
                <p:cNvPr id="3775" name="Google Shape;3775;p81"/>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1"/>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7" name="Google Shape;3777;p81"/>
              <p:cNvGrpSpPr/>
              <p:nvPr/>
            </p:nvGrpSpPr>
            <p:grpSpPr>
              <a:xfrm>
                <a:off x="5264088" y="3188237"/>
                <a:ext cx="37776" cy="32357"/>
                <a:chOff x="5264088" y="3188237"/>
                <a:chExt cx="37776" cy="32357"/>
              </a:xfrm>
            </p:grpSpPr>
            <p:sp>
              <p:nvSpPr>
                <p:cNvPr id="3778" name="Google Shape;3778;p81"/>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1"/>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0" name="Google Shape;3780;p81"/>
              <p:cNvGrpSpPr/>
              <p:nvPr/>
            </p:nvGrpSpPr>
            <p:grpSpPr>
              <a:xfrm>
                <a:off x="5585758" y="3237425"/>
                <a:ext cx="37878" cy="32357"/>
                <a:chOff x="5585758" y="3237425"/>
                <a:chExt cx="37878" cy="32357"/>
              </a:xfrm>
            </p:grpSpPr>
            <p:sp>
              <p:nvSpPr>
                <p:cNvPr id="3781" name="Google Shape;3781;p81"/>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1"/>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3" name="Google Shape;3783;p81"/>
              <p:cNvGrpSpPr/>
              <p:nvPr/>
            </p:nvGrpSpPr>
            <p:grpSpPr>
              <a:xfrm>
                <a:off x="4874196" y="3291088"/>
                <a:ext cx="37878" cy="32451"/>
                <a:chOff x="4874196" y="3291088"/>
                <a:chExt cx="37878" cy="32451"/>
              </a:xfrm>
            </p:grpSpPr>
            <p:sp>
              <p:nvSpPr>
                <p:cNvPr id="3784" name="Google Shape;3784;p81"/>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1"/>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6" name="Google Shape;3786;p81"/>
              <p:cNvGrpSpPr/>
              <p:nvPr/>
            </p:nvGrpSpPr>
            <p:grpSpPr>
              <a:xfrm>
                <a:off x="5197770" y="3785466"/>
                <a:ext cx="37783" cy="32427"/>
                <a:chOff x="5197770" y="3785466"/>
                <a:chExt cx="37783" cy="32427"/>
              </a:xfrm>
            </p:grpSpPr>
            <p:sp>
              <p:nvSpPr>
                <p:cNvPr id="3787" name="Google Shape;3787;p81"/>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1"/>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9" name="Google Shape;3789;p81"/>
              <p:cNvGrpSpPr/>
              <p:nvPr/>
            </p:nvGrpSpPr>
            <p:grpSpPr>
              <a:xfrm>
                <a:off x="5177699" y="3492117"/>
                <a:ext cx="37776" cy="32357"/>
                <a:chOff x="5177699" y="3492117"/>
                <a:chExt cx="37776" cy="32357"/>
              </a:xfrm>
            </p:grpSpPr>
            <p:sp>
              <p:nvSpPr>
                <p:cNvPr id="3790" name="Google Shape;3790;p81"/>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1"/>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2" name="Google Shape;3792;p81"/>
              <p:cNvGrpSpPr/>
              <p:nvPr/>
            </p:nvGrpSpPr>
            <p:grpSpPr>
              <a:xfrm>
                <a:off x="5349431" y="3622346"/>
                <a:ext cx="37870" cy="32380"/>
                <a:chOff x="5349431" y="3622346"/>
                <a:chExt cx="37870" cy="32380"/>
              </a:xfrm>
            </p:grpSpPr>
            <p:sp>
              <p:nvSpPr>
                <p:cNvPr id="3793" name="Google Shape;3793;p81"/>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1"/>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5" name="Google Shape;3795;p81"/>
              <p:cNvGrpSpPr/>
              <p:nvPr/>
            </p:nvGrpSpPr>
            <p:grpSpPr>
              <a:xfrm>
                <a:off x="5068855" y="3563980"/>
                <a:ext cx="53954" cy="46223"/>
                <a:chOff x="5068855" y="3563980"/>
                <a:chExt cx="53954" cy="46223"/>
              </a:xfrm>
            </p:grpSpPr>
            <p:sp>
              <p:nvSpPr>
                <p:cNvPr id="3796" name="Google Shape;3796;p81"/>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1"/>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8" name="Google Shape;3798;p81"/>
              <p:cNvGrpSpPr/>
              <p:nvPr/>
            </p:nvGrpSpPr>
            <p:grpSpPr>
              <a:xfrm>
                <a:off x="5037654" y="3392507"/>
                <a:ext cx="37870" cy="32451"/>
                <a:chOff x="5037654" y="3392507"/>
                <a:chExt cx="37870" cy="32451"/>
              </a:xfrm>
            </p:grpSpPr>
            <p:sp>
              <p:nvSpPr>
                <p:cNvPr id="3799" name="Google Shape;3799;p81"/>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1"/>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1" name="Google Shape;3801;p81"/>
              <p:cNvGrpSpPr/>
              <p:nvPr/>
            </p:nvGrpSpPr>
            <p:grpSpPr>
              <a:xfrm>
                <a:off x="5456560" y="3368629"/>
                <a:ext cx="37870" cy="32451"/>
                <a:chOff x="5456560" y="3368629"/>
                <a:chExt cx="37870" cy="32451"/>
              </a:xfrm>
            </p:grpSpPr>
            <p:sp>
              <p:nvSpPr>
                <p:cNvPr id="3802" name="Google Shape;3802;p81"/>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1"/>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4" name="Google Shape;3804;p81"/>
              <p:cNvGrpSpPr/>
              <p:nvPr/>
            </p:nvGrpSpPr>
            <p:grpSpPr>
              <a:xfrm>
                <a:off x="4755749" y="3501516"/>
                <a:ext cx="46246" cy="39608"/>
                <a:chOff x="4755749" y="3501516"/>
                <a:chExt cx="46246" cy="39608"/>
              </a:xfrm>
            </p:grpSpPr>
            <p:sp>
              <p:nvSpPr>
                <p:cNvPr id="3805" name="Google Shape;3805;p81"/>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1"/>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7" name="Google Shape;3807;p81"/>
              <p:cNvGrpSpPr/>
              <p:nvPr/>
            </p:nvGrpSpPr>
            <p:grpSpPr>
              <a:xfrm>
                <a:off x="4681346" y="3485582"/>
                <a:ext cx="37783" cy="32427"/>
                <a:chOff x="4681346" y="3485582"/>
                <a:chExt cx="37783" cy="32427"/>
              </a:xfrm>
            </p:grpSpPr>
            <p:sp>
              <p:nvSpPr>
                <p:cNvPr id="3808" name="Google Shape;3808;p81"/>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1"/>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0" name="Google Shape;3810;p81"/>
              <p:cNvGrpSpPr/>
              <p:nvPr/>
            </p:nvGrpSpPr>
            <p:grpSpPr>
              <a:xfrm>
                <a:off x="4767067" y="3291088"/>
                <a:ext cx="37878" cy="32451"/>
                <a:chOff x="4767067" y="3291088"/>
                <a:chExt cx="37878" cy="32451"/>
              </a:xfrm>
            </p:grpSpPr>
            <p:sp>
              <p:nvSpPr>
                <p:cNvPr id="3811" name="Google Shape;3811;p81"/>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1"/>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3" name="Google Shape;3813;p81"/>
              <p:cNvGrpSpPr/>
              <p:nvPr/>
            </p:nvGrpSpPr>
            <p:grpSpPr>
              <a:xfrm>
                <a:off x="4687819" y="3405539"/>
                <a:ext cx="37776" cy="32451"/>
                <a:chOff x="4687819" y="3405539"/>
                <a:chExt cx="37776" cy="32451"/>
              </a:xfrm>
            </p:grpSpPr>
            <p:sp>
              <p:nvSpPr>
                <p:cNvPr id="3814" name="Google Shape;3814;p81"/>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1"/>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6" name="Google Shape;3816;p81"/>
              <p:cNvGrpSpPr/>
              <p:nvPr/>
            </p:nvGrpSpPr>
            <p:grpSpPr>
              <a:xfrm>
                <a:off x="4923101" y="3444809"/>
                <a:ext cx="52813" cy="45318"/>
                <a:chOff x="4923101" y="3444809"/>
                <a:chExt cx="52813" cy="45318"/>
              </a:xfrm>
            </p:grpSpPr>
            <p:sp>
              <p:nvSpPr>
                <p:cNvPr id="3817" name="Google Shape;3817;p81"/>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1"/>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9" name="Google Shape;3819;p81"/>
              <p:cNvGrpSpPr/>
              <p:nvPr/>
            </p:nvGrpSpPr>
            <p:grpSpPr>
              <a:xfrm>
                <a:off x="4846040" y="3654750"/>
                <a:ext cx="31405" cy="26993"/>
                <a:chOff x="4846040" y="3654750"/>
                <a:chExt cx="31405" cy="26993"/>
              </a:xfrm>
            </p:grpSpPr>
            <p:sp>
              <p:nvSpPr>
                <p:cNvPr id="3820" name="Google Shape;3820;p81"/>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1"/>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2" name="Google Shape;3822;p81"/>
              <p:cNvGrpSpPr/>
              <p:nvPr/>
            </p:nvGrpSpPr>
            <p:grpSpPr>
              <a:xfrm>
                <a:off x="4925673" y="3691700"/>
                <a:ext cx="40253" cy="34472"/>
                <a:chOff x="4925673" y="3691700"/>
                <a:chExt cx="40253" cy="34472"/>
              </a:xfrm>
            </p:grpSpPr>
            <p:sp>
              <p:nvSpPr>
                <p:cNvPr id="3823" name="Google Shape;3823;p81"/>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1"/>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5" name="Google Shape;3825;p81"/>
              <p:cNvGrpSpPr/>
              <p:nvPr/>
            </p:nvGrpSpPr>
            <p:grpSpPr>
              <a:xfrm>
                <a:off x="4894653" y="3740848"/>
                <a:ext cx="31405" cy="26906"/>
                <a:chOff x="4894653" y="3740848"/>
                <a:chExt cx="31405" cy="26906"/>
              </a:xfrm>
            </p:grpSpPr>
            <p:sp>
              <p:nvSpPr>
                <p:cNvPr id="3826" name="Google Shape;3826;p81"/>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1"/>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8" name="Google Shape;3828;p81"/>
              <p:cNvGrpSpPr/>
              <p:nvPr/>
            </p:nvGrpSpPr>
            <p:grpSpPr>
              <a:xfrm>
                <a:off x="4962300" y="3696348"/>
                <a:ext cx="38255" cy="32773"/>
                <a:chOff x="4962300" y="3696348"/>
                <a:chExt cx="38255" cy="32773"/>
              </a:xfrm>
            </p:grpSpPr>
            <p:sp>
              <p:nvSpPr>
                <p:cNvPr id="3829" name="Google Shape;3829;p81"/>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1"/>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1" name="Google Shape;3831;p81"/>
              <p:cNvGrpSpPr/>
              <p:nvPr/>
            </p:nvGrpSpPr>
            <p:grpSpPr>
              <a:xfrm>
                <a:off x="4980185" y="3743349"/>
                <a:ext cx="31499" cy="26969"/>
                <a:chOff x="4980185" y="3743349"/>
                <a:chExt cx="31499" cy="26969"/>
              </a:xfrm>
            </p:grpSpPr>
            <p:sp>
              <p:nvSpPr>
                <p:cNvPr id="3832" name="Google Shape;3832;p81"/>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1"/>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4" name="Google Shape;3834;p81"/>
              <p:cNvGrpSpPr/>
              <p:nvPr/>
            </p:nvGrpSpPr>
            <p:grpSpPr>
              <a:xfrm>
                <a:off x="5013768" y="3734312"/>
                <a:ext cx="31499" cy="26969"/>
                <a:chOff x="5013768" y="3734312"/>
                <a:chExt cx="31499" cy="26969"/>
              </a:xfrm>
            </p:grpSpPr>
            <p:sp>
              <p:nvSpPr>
                <p:cNvPr id="3835" name="Google Shape;3835;p81"/>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1"/>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7" name="Google Shape;3837;p81"/>
              <p:cNvGrpSpPr/>
              <p:nvPr/>
            </p:nvGrpSpPr>
            <p:grpSpPr>
              <a:xfrm>
                <a:off x="5036703" y="3764545"/>
                <a:ext cx="31499" cy="26898"/>
                <a:chOff x="5036703" y="3764545"/>
                <a:chExt cx="31499" cy="26898"/>
              </a:xfrm>
            </p:grpSpPr>
            <p:sp>
              <p:nvSpPr>
                <p:cNvPr id="3838" name="Google Shape;3838;p81"/>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1"/>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0" name="Google Shape;3840;p81"/>
              <p:cNvGrpSpPr/>
              <p:nvPr/>
            </p:nvGrpSpPr>
            <p:grpSpPr>
              <a:xfrm>
                <a:off x="4953546" y="3768352"/>
                <a:ext cx="31405" cy="26898"/>
                <a:chOff x="4953546" y="3768352"/>
                <a:chExt cx="31405" cy="26898"/>
              </a:xfrm>
            </p:grpSpPr>
            <p:sp>
              <p:nvSpPr>
                <p:cNvPr id="3841" name="Google Shape;3841;p81"/>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1"/>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3" name="Google Shape;3843;p81"/>
              <p:cNvGrpSpPr/>
              <p:nvPr/>
            </p:nvGrpSpPr>
            <p:grpSpPr>
              <a:xfrm>
                <a:off x="4964770" y="3814016"/>
                <a:ext cx="31499" cy="26993"/>
                <a:chOff x="4964770" y="3814016"/>
                <a:chExt cx="31499" cy="26993"/>
              </a:xfrm>
            </p:grpSpPr>
            <p:sp>
              <p:nvSpPr>
                <p:cNvPr id="3844" name="Google Shape;3844;p81"/>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1"/>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6" name="Google Shape;3846;p81"/>
              <p:cNvGrpSpPr/>
              <p:nvPr/>
            </p:nvGrpSpPr>
            <p:grpSpPr>
              <a:xfrm>
                <a:off x="4923290" y="3800504"/>
                <a:ext cx="31468" cy="26898"/>
                <a:chOff x="4923290" y="3800504"/>
                <a:chExt cx="31468" cy="26898"/>
              </a:xfrm>
            </p:grpSpPr>
            <p:sp>
              <p:nvSpPr>
                <p:cNvPr id="3847" name="Google Shape;3847;p81"/>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1"/>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9" name="Google Shape;3849;p81"/>
              <p:cNvGrpSpPr/>
              <p:nvPr/>
            </p:nvGrpSpPr>
            <p:grpSpPr>
              <a:xfrm>
                <a:off x="5108534" y="3650943"/>
                <a:ext cx="31405" cy="26993"/>
                <a:chOff x="5108534" y="3650943"/>
                <a:chExt cx="31405" cy="26993"/>
              </a:xfrm>
            </p:grpSpPr>
            <p:sp>
              <p:nvSpPr>
                <p:cNvPr id="3850" name="Google Shape;3850;p81"/>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1"/>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2" name="Google Shape;3852;p81"/>
              <p:cNvGrpSpPr/>
              <p:nvPr/>
            </p:nvGrpSpPr>
            <p:grpSpPr>
              <a:xfrm>
                <a:off x="5119380" y="3760739"/>
                <a:ext cx="31499" cy="26993"/>
                <a:chOff x="5119380" y="3760739"/>
                <a:chExt cx="31499" cy="26993"/>
              </a:xfrm>
            </p:grpSpPr>
            <p:sp>
              <p:nvSpPr>
                <p:cNvPr id="3853" name="Google Shape;3853;p81"/>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1"/>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5" name="Google Shape;3855;p81"/>
              <p:cNvGrpSpPr/>
              <p:nvPr/>
            </p:nvGrpSpPr>
            <p:grpSpPr>
              <a:xfrm>
                <a:off x="5119380" y="3788235"/>
                <a:ext cx="31499" cy="26993"/>
                <a:chOff x="5119380" y="3788235"/>
                <a:chExt cx="31499" cy="26993"/>
              </a:xfrm>
            </p:grpSpPr>
            <p:sp>
              <p:nvSpPr>
                <p:cNvPr id="3856" name="Google Shape;3856;p81"/>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1"/>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8" name="Google Shape;3858;p81"/>
              <p:cNvGrpSpPr/>
              <p:nvPr/>
            </p:nvGrpSpPr>
            <p:grpSpPr>
              <a:xfrm>
                <a:off x="5158005" y="3875284"/>
                <a:ext cx="31405" cy="27001"/>
                <a:chOff x="5158005" y="3875284"/>
                <a:chExt cx="31405" cy="27001"/>
              </a:xfrm>
            </p:grpSpPr>
            <p:sp>
              <p:nvSpPr>
                <p:cNvPr id="3859" name="Google Shape;3859;p81"/>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1"/>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1" name="Google Shape;3861;p81"/>
              <p:cNvGrpSpPr/>
              <p:nvPr/>
            </p:nvGrpSpPr>
            <p:grpSpPr>
              <a:xfrm>
                <a:off x="5233163" y="3764545"/>
                <a:ext cx="31499" cy="26898"/>
                <a:chOff x="5233163" y="3764545"/>
                <a:chExt cx="31499" cy="26898"/>
              </a:xfrm>
            </p:grpSpPr>
            <p:sp>
              <p:nvSpPr>
                <p:cNvPr id="3862" name="Google Shape;3862;p81"/>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1"/>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4" name="Google Shape;3864;p81"/>
              <p:cNvGrpSpPr/>
              <p:nvPr/>
            </p:nvGrpSpPr>
            <p:grpSpPr>
              <a:xfrm>
                <a:off x="5276168" y="3805545"/>
                <a:ext cx="31499" cy="26906"/>
                <a:chOff x="5276168" y="3805545"/>
                <a:chExt cx="31499" cy="26906"/>
              </a:xfrm>
            </p:grpSpPr>
            <p:sp>
              <p:nvSpPr>
                <p:cNvPr id="3865" name="Google Shape;3865;p81"/>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1"/>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7" name="Google Shape;3867;p81"/>
              <p:cNvGrpSpPr/>
              <p:nvPr/>
            </p:nvGrpSpPr>
            <p:grpSpPr>
              <a:xfrm>
                <a:off x="5294053" y="3851933"/>
                <a:ext cx="31405" cy="26945"/>
                <a:chOff x="5294053" y="3851933"/>
                <a:chExt cx="31405" cy="26945"/>
              </a:xfrm>
            </p:grpSpPr>
            <p:sp>
              <p:nvSpPr>
                <p:cNvPr id="3868" name="Google Shape;3868;p81"/>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1"/>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0" name="Google Shape;3870;p81"/>
              <p:cNvGrpSpPr/>
              <p:nvPr/>
            </p:nvGrpSpPr>
            <p:grpSpPr>
              <a:xfrm>
                <a:off x="5341723" y="3851902"/>
                <a:ext cx="31405" cy="26977"/>
                <a:chOff x="5341723" y="3851902"/>
                <a:chExt cx="31405" cy="26977"/>
              </a:xfrm>
            </p:grpSpPr>
            <p:sp>
              <p:nvSpPr>
                <p:cNvPr id="3871" name="Google Shape;3871;p81"/>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1"/>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3" name="Google Shape;3873;p81"/>
              <p:cNvGrpSpPr/>
              <p:nvPr/>
            </p:nvGrpSpPr>
            <p:grpSpPr>
              <a:xfrm>
                <a:off x="5054871" y="3507855"/>
                <a:ext cx="31405" cy="26993"/>
                <a:chOff x="5054871" y="3507855"/>
                <a:chExt cx="31405" cy="26993"/>
              </a:xfrm>
            </p:grpSpPr>
            <p:sp>
              <p:nvSpPr>
                <p:cNvPr id="3874" name="Google Shape;3874;p81"/>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1"/>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6" name="Google Shape;3876;p81"/>
              <p:cNvGrpSpPr/>
              <p:nvPr/>
            </p:nvGrpSpPr>
            <p:grpSpPr>
              <a:xfrm>
                <a:off x="4876579" y="3675325"/>
                <a:ext cx="31405" cy="26969"/>
                <a:chOff x="4876579" y="3675325"/>
                <a:chExt cx="31405" cy="26969"/>
              </a:xfrm>
            </p:grpSpPr>
            <p:sp>
              <p:nvSpPr>
                <p:cNvPr id="3877" name="Google Shape;3877;p81"/>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1"/>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9" name="Google Shape;3879;p81"/>
              <p:cNvGrpSpPr/>
              <p:nvPr/>
            </p:nvGrpSpPr>
            <p:grpSpPr>
              <a:xfrm>
                <a:off x="4842233" y="3688333"/>
                <a:ext cx="31405" cy="26993"/>
                <a:chOff x="4842233" y="3688333"/>
                <a:chExt cx="31405" cy="26993"/>
              </a:xfrm>
            </p:grpSpPr>
            <p:sp>
              <p:nvSpPr>
                <p:cNvPr id="3880" name="Google Shape;3880;p81"/>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1"/>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2" name="Google Shape;3882;p81"/>
              <p:cNvGrpSpPr/>
              <p:nvPr/>
            </p:nvGrpSpPr>
            <p:grpSpPr>
              <a:xfrm>
                <a:off x="5187876" y="3608032"/>
                <a:ext cx="31405" cy="27001"/>
                <a:chOff x="5187876" y="3608032"/>
                <a:chExt cx="31405" cy="27001"/>
              </a:xfrm>
            </p:grpSpPr>
            <p:sp>
              <p:nvSpPr>
                <p:cNvPr id="3883" name="Google Shape;3883;p81"/>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1"/>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5" name="Google Shape;3885;p81"/>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1"/>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7" name="Google Shape;3887;p81"/>
              <p:cNvGrpSpPr/>
              <p:nvPr/>
            </p:nvGrpSpPr>
            <p:grpSpPr>
              <a:xfrm>
                <a:off x="5269224" y="3304167"/>
                <a:ext cx="40253" cy="34402"/>
                <a:chOff x="5269224" y="3304167"/>
                <a:chExt cx="40253" cy="34402"/>
              </a:xfrm>
            </p:grpSpPr>
            <p:sp>
              <p:nvSpPr>
                <p:cNvPr id="3888" name="Google Shape;3888;p81"/>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1"/>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0" name="Google Shape;3890;p81"/>
              <p:cNvGrpSpPr/>
              <p:nvPr/>
            </p:nvGrpSpPr>
            <p:grpSpPr>
              <a:xfrm>
                <a:off x="5327354" y="3476615"/>
                <a:ext cx="49864" cy="42723"/>
                <a:chOff x="5327354" y="3476615"/>
                <a:chExt cx="49864" cy="42723"/>
              </a:xfrm>
            </p:grpSpPr>
            <p:sp>
              <p:nvSpPr>
                <p:cNvPr id="3891" name="Google Shape;3891;p81"/>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1"/>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93" name="Google Shape;3893;p81"/>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1"/>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5" name="Google Shape;3895;p81"/>
              <p:cNvGrpSpPr/>
              <p:nvPr/>
            </p:nvGrpSpPr>
            <p:grpSpPr>
              <a:xfrm>
                <a:off x="5341723" y="3775957"/>
                <a:ext cx="31405" cy="26898"/>
                <a:chOff x="5341723" y="3775957"/>
                <a:chExt cx="31405" cy="26898"/>
              </a:xfrm>
            </p:grpSpPr>
            <p:sp>
              <p:nvSpPr>
                <p:cNvPr id="3896" name="Google Shape;3896;p81"/>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1"/>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8" name="Google Shape;3898;p81"/>
              <p:cNvGrpSpPr/>
              <p:nvPr/>
            </p:nvGrpSpPr>
            <p:grpSpPr>
              <a:xfrm>
                <a:off x="5439053" y="3699274"/>
                <a:ext cx="31405" cy="26898"/>
                <a:chOff x="5439053" y="3699274"/>
                <a:chExt cx="31405" cy="26898"/>
              </a:xfrm>
            </p:grpSpPr>
            <p:sp>
              <p:nvSpPr>
                <p:cNvPr id="3899" name="Google Shape;3899;p81"/>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1"/>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1" name="Google Shape;3901;p81"/>
              <p:cNvGrpSpPr/>
              <p:nvPr/>
            </p:nvGrpSpPr>
            <p:grpSpPr>
              <a:xfrm>
                <a:off x="5412414" y="3622307"/>
                <a:ext cx="31499" cy="26993"/>
                <a:chOff x="5412414" y="3622307"/>
                <a:chExt cx="31499" cy="26993"/>
              </a:xfrm>
            </p:grpSpPr>
            <p:sp>
              <p:nvSpPr>
                <p:cNvPr id="3902" name="Google Shape;3902;p81"/>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1"/>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4" name="Google Shape;3904;p81"/>
              <p:cNvGrpSpPr/>
              <p:nvPr/>
            </p:nvGrpSpPr>
            <p:grpSpPr>
              <a:xfrm>
                <a:off x="5476254" y="3473949"/>
                <a:ext cx="26835" cy="26930"/>
                <a:chOff x="5476254" y="3473949"/>
                <a:chExt cx="26835" cy="26930"/>
              </a:xfrm>
            </p:grpSpPr>
            <p:sp>
              <p:nvSpPr>
                <p:cNvPr id="3905" name="Google Shape;3905;p81"/>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1"/>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7" name="Google Shape;3907;p81"/>
              <p:cNvGrpSpPr/>
              <p:nvPr/>
            </p:nvGrpSpPr>
            <p:grpSpPr>
              <a:xfrm>
                <a:off x="5564547" y="3481594"/>
                <a:ext cx="31397" cy="26898"/>
                <a:chOff x="5564547" y="3481594"/>
                <a:chExt cx="31397" cy="26898"/>
              </a:xfrm>
            </p:grpSpPr>
            <p:sp>
              <p:nvSpPr>
                <p:cNvPr id="3908" name="Google Shape;3908;p81"/>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1"/>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0" name="Google Shape;3910;p81"/>
              <p:cNvGrpSpPr/>
              <p:nvPr/>
            </p:nvGrpSpPr>
            <p:grpSpPr>
              <a:xfrm>
                <a:off x="5534101" y="3470174"/>
                <a:ext cx="31397" cy="26906"/>
                <a:chOff x="5534101" y="3470174"/>
                <a:chExt cx="31397" cy="26906"/>
              </a:xfrm>
            </p:grpSpPr>
            <p:sp>
              <p:nvSpPr>
                <p:cNvPr id="3911" name="Google Shape;3911;p81"/>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1"/>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3" name="Google Shape;3913;p81"/>
              <p:cNvGrpSpPr/>
              <p:nvPr/>
            </p:nvGrpSpPr>
            <p:grpSpPr>
              <a:xfrm>
                <a:off x="5610879" y="3314486"/>
                <a:ext cx="31499" cy="26938"/>
                <a:chOff x="5610879" y="3314486"/>
                <a:chExt cx="31499" cy="26938"/>
              </a:xfrm>
            </p:grpSpPr>
            <p:sp>
              <p:nvSpPr>
                <p:cNvPr id="3914" name="Google Shape;3914;p81"/>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1"/>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6" name="Google Shape;3916;p81"/>
              <p:cNvGrpSpPr/>
              <p:nvPr/>
            </p:nvGrpSpPr>
            <p:grpSpPr>
              <a:xfrm>
                <a:off x="4834525" y="3501382"/>
                <a:ext cx="31499" cy="26898"/>
                <a:chOff x="4834525" y="3501382"/>
                <a:chExt cx="31499" cy="26898"/>
              </a:xfrm>
            </p:grpSpPr>
            <p:sp>
              <p:nvSpPr>
                <p:cNvPr id="3917" name="Google Shape;3917;p81"/>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1"/>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81"/>
              <p:cNvGrpSpPr/>
              <p:nvPr/>
            </p:nvGrpSpPr>
            <p:grpSpPr>
              <a:xfrm>
                <a:off x="4898460" y="3580158"/>
                <a:ext cx="31405" cy="26898"/>
                <a:chOff x="4898460" y="3580158"/>
                <a:chExt cx="31405" cy="26898"/>
              </a:xfrm>
            </p:grpSpPr>
            <p:sp>
              <p:nvSpPr>
                <p:cNvPr id="3920" name="Google Shape;3920;p81"/>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1"/>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2" name="Google Shape;3922;p81"/>
              <p:cNvGrpSpPr/>
              <p:nvPr/>
            </p:nvGrpSpPr>
            <p:grpSpPr>
              <a:xfrm>
                <a:off x="4882667" y="3608032"/>
                <a:ext cx="31499" cy="27001"/>
                <a:chOff x="4882667" y="3608032"/>
                <a:chExt cx="31499" cy="27001"/>
              </a:xfrm>
            </p:grpSpPr>
            <p:sp>
              <p:nvSpPr>
                <p:cNvPr id="3923" name="Google Shape;3923;p81"/>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1"/>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5" name="Google Shape;3925;p81"/>
              <p:cNvGrpSpPr/>
              <p:nvPr/>
            </p:nvGrpSpPr>
            <p:grpSpPr>
              <a:xfrm>
                <a:off x="4843373" y="3631407"/>
                <a:ext cx="16273" cy="16186"/>
                <a:chOff x="4843373" y="3631407"/>
                <a:chExt cx="16273" cy="16186"/>
              </a:xfrm>
            </p:grpSpPr>
            <p:sp>
              <p:nvSpPr>
                <p:cNvPr id="3926" name="Google Shape;3926;p81"/>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1"/>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8" name="Google Shape;3928;p81"/>
              <p:cNvGrpSpPr/>
              <p:nvPr/>
            </p:nvGrpSpPr>
            <p:grpSpPr>
              <a:xfrm>
                <a:off x="4727773" y="3591578"/>
                <a:ext cx="31499" cy="26898"/>
                <a:chOff x="4727773" y="3591578"/>
                <a:chExt cx="31499" cy="26898"/>
              </a:xfrm>
            </p:grpSpPr>
            <p:sp>
              <p:nvSpPr>
                <p:cNvPr id="3929" name="Google Shape;3929;p81"/>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1"/>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1" name="Google Shape;3931;p81"/>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1"/>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3" name="Google Shape;3933;p81"/>
              <p:cNvGrpSpPr/>
              <p:nvPr/>
            </p:nvGrpSpPr>
            <p:grpSpPr>
              <a:xfrm>
                <a:off x="4609421" y="3577398"/>
                <a:ext cx="31499" cy="27001"/>
                <a:chOff x="4609421" y="3577398"/>
                <a:chExt cx="31499" cy="27001"/>
              </a:xfrm>
            </p:grpSpPr>
            <p:sp>
              <p:nvSpPr>
                <p:cNvPr id="3934" name="Google Shape;3934;p81"/>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1"/>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6" name="Google Shape;3936;p81"/>
              <p:cNvGrpSpPr/>
              <p:nvPr/>
            </p:nvGrpSpPr>
            <p:grpSpPr>
              <a:xfrm>
                <a:off x="4649289" y="3577398"/>
                <a:ext cx="31499" cy="27001"/>
                <a:chOff x="4649289" y="3577398"/>
                <a:chExt cx="31499" cy="27001"/>
              </a:xfrm>
            </p:grpSpPr>
            <p:sp>
              <p:nvSpPr>
                <p:cNvPr id="3937" name="Google Shape;3937;p81"/>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1"/>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9" name="Google Shape;3939;p81"/>
              <p:cNvGrpSpPr/>
              <p:nvPr/>
            </p:nvGrpSpPr>
            <p:grpSpPr>
              <a:xfrm>
                <a:off x="4605614" y="3639523"/>
                <a:ext cx="31499" cy="26906"/>
                <a:chOff x="4605614" y="3639523"/>
                <a:chExt cx="31499" cy="26906"/>
              </a:xfrm>
            </p:grpSpPr>
            <p:sp>
              <p:nvSpPr>
                <p:cNvPr id="3940" name="Google Shape;3940;p81"/>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1"/>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2" name="Google Shape;3942;p81"/>
              <p:cNvGrpSpPr/>
              <p:nvPr/>
            </p:nvGrpSpPr>
            <p:grpSpPr>
              <a:xfrm>
                <a:off x="4785149" y="3618846"/>
                <a:ext cx="26930" cy="26843"/>
                <a:chOff x="4785149" y="3618846"/>
                <a:chExt cx="26930" cy="26843"/>
              </a:xfrm>
            </p:grpSpPr>
            <p:sp>
              <p:nvSpPr>
                <p:cNvPr id="3943" name="Google Shape;3943;p81"/>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1"/>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5" name="Google Shape;3945;p81"/>
              <p:cNvGrpSpPr/>
              <p:nvPr/>
            </p:nvGrpSpPr>
            <p:grpSpPr>
              <a:xfrm>
                <a:off x="4810167" y="3601567"/>
                <a:ext cx="31405" cy="26898"/>
                <a:chOff x="4810167" y="3601567"/>
                <a:chExt cx="31405" cy="26898"/>
              </a:xfrm>
            </p:grpSpPr>
            <p:sp>
              <p:nvSpPr>
                <p:cNvPr id="3946" name="Google Shape;3946;p81"/>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1"/>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8" name="Google Shape;3948;p81"/>
              <p:cNvGrpSpPr/>
              <p:nvPr/>
            </p:nvGrpSpPr>
            <p:grpSpPr>
              <a:xfrm>
                <a:off x="4831002" y="3373230"/>
                <a:ext cx="31405" cy="26898"/>
                <a:chOff x="4831002" y="3373230"/>
                <a:chExt cx="31405" cy="26898"/>
              </a:xfrm>
            </p:grpSpPr>
            <p:sp>
              <p:nvSpPr>
                <p:cNvPr id="3949" name="Google Shape;3949;p81"/>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1"/>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1" name="Google Shape;3951;p81"/>
              <p:cNvGrpSpPr/>
              <p:nvPr/>
            </p:nvGrpSpPr>
            <p:grpSpPr>
              <a:xfrm>
                <a:off x="4719311" y="3355054"/>
                <a:ext cx="31499" cy="27001"/>
                <a:chOff x="4719311" y="3355054"/>
                <a:chExt cx="31499" cy="27001"/>
              </a:xfrm>
            </p:grpSpPr>
            <p:sp>
              <p:nvSpPr>
                <p:cNvPr id="3952" name="Google Shape;3952;p81"/>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1"/>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4" name="Google Shape;3954;p81"/>
              <p:cNvGrpSpPr/>
              <p:nvPr/>
            </p:nvGrpSpPr>
            <p:grpSpPr>
              <a:xfrm>
                <a:off x="4798755" y="3450260"/>
                <a:ext cx="26930" cy="26930"/>
                <a:chOff x="4798755" y="3450260"/>
                <a:chExt cx="26930" cy="26930"/>
              </a:xfrm>
            </p:grpSpPr>
            <p:sp>
              <p:nvSpPr>
                <p:cNvPr id="3955" name="Google Shape;3955;p81"/>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1"/>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7" name="Google Shape;3957;p81"/>
              <p:cNvGrpSpPr/>
              <p:nvPr/>
            </p:nvGrpSpPr>
            <p:grpSpPr>
              <a:xfrm>
                <a:off x="4645576" y="3467555"/>
                <a:ext cx="31405" cy="26953"/>
                <a:chOff x="4645576" y="3467555"/>
                <a:chExt cx="31405" cy="26953"/>
              </a:xfrm>
            </p:grpSpPr>
            <p:sp>
              <p:nvSpPr>
                <p:cNvPr id="3958" name="Google Shape;3958;p81"/>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1"/>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0" name="Google Shape;3960;p81"/>
              <p:cNvGrpSpPr/>
              <p:nvPr/>
            </p:nvGrpSpPr>
            <p:grpSpPr>
              <a:xfrm>
                <a:off x="4687631" y="3583965"/>
                <a:ext cx="31499" cy="26898"/>
                <a:chOff x="4687631" y="3583965"/>
                <a:chExt cx="31499" cy="26898"/>
              </a:xfrm>
            </p:grpSpPr>
            <p:sp>
              <p:nvSpPr>
                <p:cNvPr id="3961" name="Google Shape;3961;p81"/>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1"/>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3" name="Google Shape;3963;p81"/>
              <p:cNvGrpSpPr/>
              <p:nvPr/>
            </p:nvGrpSpPr>
            <p:grpSpPr>
              <a:xfrm>
                <a:off x="4719311" y="3471314"/>
                <a:ext cx="31499" cy="27001"/>
                <a:chOff x="4719311" y="3471314"/>
                <a:chExt cx="31499" cy="27001"/>
              </a:xfrm>
            </p:grpSpPr>
            <p:sp>
              <p:nvSpPr>
                <p:cNvPr id="3964" name="Google Shape;3964;p81"/>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1"/>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6" name="Google Shape;3966;p81"/>
              <p:cNvGrpSpPr/>
              <p:nvPr/>
            </p:nvGrpSpPr>
            <p:grpSpPr>
              <a:xfrm>
                <a:off x="4719311" y="3434404"/>
                <a:ext cx="31499" cy="26898"/>
                <a:chOff x="4719311" y="3434404"/>
                <a:chExt cx="31499" cy="26898"/>
              </a:xfrm>
            </p:grpSpPr>
            <p:sp>
              <p:nvSpPr>
                <p:cNvPr id="3967" name="Google Shape;3967;p81"/>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1"/>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9" name="Google Shape;3969;p81"/>
              <p:cNvGrpSpPr/>
              <p:nvPr/>
            </p:nvGrpSpPr>
            <p:grpSpPr>
              <a:xfrm>
                <a:off x="4768876" y="3401772"/>
                <a:ext cx="31499" cy="26898"/>
                <a:chOff x="4768876" y="3401772"/>
                <a:chExt cx="31499" cy="26898"/>
              </a:xfrm>
            </p:grpSpPr>
            <p:sp>
              <p:nvSpPr>
                <p:cNvPr id="3970" name="Google Shape;3970;p81"/>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1"/>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2" name="Google Shape;3972;p81"/>
              <p:cNvGrpSpPr/>
              <p:nvPr/>
            </p:nvGrpSpPr>
            <p:grpSpPr>
              <a:xfrm>
                <a:off x="4762214" y="3471377"/>
                <a:ext cx="26938" cy="26938"/>
                <a:chOff x="4762214" y="3471377"/>
                <a:chExt cx="26938" cy="26938"/>
              </a:xfrm>
            </p:grpSpPr>
            <p:sp>
              <p:nvSpPr>
                <p:cNvPr id="3973" name="Google Shape;3973;p81"/>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1"/>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5" name="Google Shape;3975;p81"/>
              <p:cNvGrpSpPr/>
              <p:nvPr/>
            </p:nvGrpSpPr>
            <p:grpSpPr>
              <a:xfrm>
                <a:off x="4790473" y="3344782"/>
                <a:ext cx="31405" cy="26898"/>
                <a:chOff x="4790473" y="3344782"/>
                <a:chExt cx="31405" cy="26898"/>
              </a:xfrm>
            </p:grpSpPr>
            <p:sp>
              <p:nvSpPr>
                <p:cNvPr id="3976" name="Google Shape;3976;p81"/>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1"/>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8" name="Google Shape;3978;p81"/>
              <p:cNvGrpSpPr/>
              <p:nvPr/>
            </p:nvGrpSpPr>
            <p:grpSpPr>
              <a:xfrm>
                <a:off x="4823774" y="3950733"/>
                <a:ext cx="37398" cy="32034"/>
                <a:chOff x="4823774" y="3950733"/>
                <a:chExt cx="37398" cy="32034"/>
              </a:xfrm>
            </p:grpSpPr>
            <p:sp>
              <p:nvSpPr>
                <p:cNvPr id="3979" name="Google Shape;3979;p81"/>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1"/>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1" name="Google Shape;3981;p81"/>
              <p:cNvGrpSpPr/>
              <p:nvPr/>
            </p:nvGrpSpPr>
            <p:grpSpPr>
              <a:xfrm>
                <a:off x="4823396" y="4110566"/>
                <a:ext cx="31405" cy="26906"/>
                <a:chOff x="4823396" y="4110566"/>
                <a:chExt cx="31405" cy="26906"/>
              </a:xfrm>
            </p:grpSpPr>
            <p:sp>
              <p:nvSpPr>
                <p:cNvPr id="3982" name="Google Shape;3982;p81"/>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1"/>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4" name="Google Shape;3984;p81"/>
              <p:cNvGrpSpPr/>
              <p:nvPr/>
            </p:nvGrpSpPr>
            <p:grpSpPr>
              <a:xfrm>
                <a:off x="4838332" y="3821150"/>
                <a:ext cx="31499" cy="26898"/>
                <a:chOff x="4838332" y="3821150"/>
                <a:chExt cx="31499" cy="26898"/>
              </a:xfrm>
            </p:grpSpPr>
            <p:sp>
              <p:nvSpPr>
                <p:cNvPr id="3985" name="Google Shape;3985;p81"/>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1"/>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7" name="Google Shape;3987;p81"/>
              <p:cNvGrpSpPr/>
              <p:nvPr/>
            </p:nvGrpSpPr>
            <p:grpSpPr>
              <a:xfrm>
                <a:off x="4661275" y="3815007"/>
                <a:ext cx="36824" cy="31523"/>
                <a:chOff x="4661275" y="3815007"/>
                <a:chExt cx="36824" cy="31523"/>
              </a:xfrm>
            </p:grpSpPr>
            <p:sp>
              <p:nvSpPr>
                <p:cNvPr id="3988" name="Google Shape;3988;p81"/>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1"/>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0" name="Google Shape;3990;p81"/>
              <p:cNvGrpSpPr/>
              <p:nvPr/>
            </p:nvGrpSpPr>
            <p:grpSpPr>
              <a:xfrm>
                <a:off x="4558998" y="3851037"/>
                <a:ext cx="33591" cy="28699"/>
                <a:chOff x="4558998" y="3851037"/>
                <a:chExt cx="33591" cy="28699"/>
              </a:xfrm>
            </p:grpSpPr>
            <p:sp>
              <p:nvSpPr>
                <p:cNvPr id="3991" name="Google Shape;3991;p81"/>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1"/>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3" name="Google Shape;3993;p81"/>
              <p:cNvGrpSpPr/>
              <p:nvPr/>
            </p:nvGrpSpPr>
            <p:grpSpPr>
              <a:xfrm>
                <a:off x="4696762" y="3638587"/>
                <a:ext cx="33591" cy="28794"/>
                <a:chOff x="4696762" y="3638587"/>
                <a:chExt cx="33591" cy="28794"/>
              </a:xfrm>
            </p:grpSpPr>
            <p:sp>
              <p:nvSpPr>
                <p:cNvPr id="3994" name="Google Shape;3994;p81"/>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1"/>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6" name="Google Shape;3996;p81"/>
              <p:cNvGrpSpPr/>
              <p:nvPr/>
            </p:nvGrpSpPr>
            <p:grpSpPr>
              <a:xfrm>
                <a:off x="4929479" y="3939140"/>
                <a:ext cx="33497" cy="28692"/>
                <a:chOff x="4929479" y="3939140"/>
                <a:chExt cx="33497" cy="28692"/>
              </a:xfrm>
            </p:grpSpPr>
            <p:sp>
              <p:nvSpPr>
                <p:cNvPr id="3997" name="Google Shape;3997;p81"/>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1"/>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9" name="Google Shape;3999;p81"/>
              <p:cNvGrpSpPr/>
              <p:nvPr/>
            </p:nvGrpSpPr>
            <p:grpSpPr>
              <a:xfrm>
                <a:off x="4907119" y="3986039"/>
                <a:ext cx="33497" cy="28699"/>
                <a:chOff x="4907119" y="3986039"/>
                <a:chExt cx="33497" cy="28699"/>
              </a:xfrm>
            </p:grpSpPr>
            <p:sp>
              <p:nvSpPr>
                <p:cNvPr id="4000" name="Google Shape;4000;p81"/>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1"/>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2" name="Google Shape;4002;p81"/>
              <p:cNvGrpSpPr/>
              <p:nvPr/>
            </p:nvGrpSpPr>
            <p:grpSpPr>
              <a:xfrm>
                <a:off x="4911783" y="4048102"/>
                <a:ext cx="33591" cy="28762"/>
                <a:chOff x="4911783" y="4048102"/>
                <a:chExt cx="33591" cy="28762"/>
              </a:xfrm>
            </p:grpSpPr>
            <p:sp>
              <p:nvSpPr>
                <p:cNvPr id="4003" name="Google Shape;4003;p81"/>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1"/>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5" name="Google Shape;4005;p81"/>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1"/>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7" name="Google Shape;4007;p81"/>
              <p:cNvGrpSpPr/>
              <p:nvPr/>
            </p:nvGrpSpPr>
            <p:grpSpPr>
              <a:xfrm>
                <a:off x="4762623" y="3837847"/>
                <a:ext cx="42416" cy="36273"/>
                <a:chOff x="4762623" y="3837847"/>
                <a:chExt cx="42416" cy="36273"/>
              </a:xfrm>
            </p:grpSpPr>
            <p:sp>
              <p:nvSpPr>
                <p:cNvPr id="4008" name="Google Shape;4008;p81"/>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1"/>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 name="Google Shape;4010;p81"/>
              <p:cNvGrpSpPr/>
              <p:nvPr/>
            </p:nvGrpSpPr>
            <p:grpSpPr>
              <a:xfrm>
                <a:off x="4746044" y="4104966"/>
                <a:ext cx="33497" cy="28699"/>
                <a:chOff x="4746044" y="4104966"/>
                <a:chExt cx="33497" cy="28699"/>
              </a:xfrm>
            </p:grpSpPr>
            <p:sp>
              <p:nvSpPr>
                <p:cNvPr id="4011" name="Google Shape;4011;p81"/>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1"/>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3" name="Google Shape;4013;p81"/>
              <p:cNvGrpSpPr/>
              <p:nvPr/>
            </p:nvGrpSpPr>
            <p:grpSpPr>
              <a:xfrm>
                <a:off x="4859646" y="4162554"/>
                <a:ext cx="33591" cy="28762"/>
                <a:chOff x="4859646" y="4162554"/>
                <a:chExt cx="33591" cy="28762"/>
              </a:xfrm>
            </p:grpSpPr>
            <p:sp>
              <p:nvSpPr>
                <p:cNvPr id="4014" name="Google Shape;4014;p81"/>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1"/>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16" name="Google Shape;4016;p81"/>
            <p:cNvGrpSpPr/>
            <p:nvPr/>
          </p:nvGrpSpPr>
          <p:grpSpPr>
            <a:xfrm>
              <a:off x="3597785" y="3274438"/>
              <a:ext cx="855610" cy="1122100"/>
              <a:chOff x="3597785" y="3274438"/>
              <a:chExt cx="855610" cy="1122100"/>
            </a:xfrm>
          </p:grpSpPr>
          <p:grpSp>
            <p:nvGrpSpPr>
              <p:cNvPr id="4017" name="Google Shape;4017;p81"/>
              <p:cNvGrpSpPr/>
              <p:nvPr/>
            </p:nvGrpSpPr>
            <p:grpSpPr>
              <a:xfrm>
                <a:off x="3617857" y="3284717"/>
                <a:ext cx="826785" cy="1099165"/>
                <a:chOff x="3617857" y="3284717"/>
                <a:chExt cx="826785" cy="1099165"/>
              </a:xfrm>
            </p:grpSpPr>
            <p:sp>
              <p:nvSpPr>
                <p:cNvPr id="4018" name="Google Shape;4018;p81"/>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1"/>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1"/>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1"/>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1"/>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1"/>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1"/>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1"/>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1"/>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1"/>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1"/>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1"/>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1"/>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1"/>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1"/>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1"/>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1"/>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1"/>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1"/>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1"/>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1"/>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1"/>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1"/>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1"/>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1"/>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1"/>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1"/>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1"/>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1"/>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1"/>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1"/>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1"/>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1"/>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1"/>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1"/>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1"/>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1"/>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1"/>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1"/>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1"/>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1"/>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1"/>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1"/>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1"/>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1"/>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1"/>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1"/>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1"/>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1"/>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1"/>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1"/>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1"/>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1"/>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1"/>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1"/>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1"/>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4" name="Google Shape;4074;p81"/>
              <p:cNvGrpSpPr/>
              <p:nvPr/>
            </p:nvGrpSpPr>
            <p:grpSpPr>
              <a:xfrm>
                <a:off x="4180904" y="4251758"/>
                <a:ext cx="37783" cy="32420"/>
                <a:chOff x="4180904" y="4251758"/>
                <a:chExt cx="37783" cy="32420"/>
              </a:xfrm>
            </p:grpSpPr>
            <p:sp>
              <p:nvSpPr>
                <p:cNvPr id="4075" name="Google Shape;4075;p81"/>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1"/>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7" name="Google Shape;4077;p81"/>
              <p:cNvGrpSpPr/>
              <p:nvPr/>
            </p:nvGrpSpPr>
            <p:grpSpPr>
              <a:xfrm>
                <a:off x="4201644" y="4081324"/>
                <a:ext cx="37783" cy="32364"/>
                <a:chOff x="4201644" y="4081324"/>
                <a:chExt cx="37783" cy="32364"/>
              </a:xfrm>
            </p:grpSpPr>
            <p:sp>
              <p:nvSpPr>
                <p:cNvPr id="4078" name="Google Shape;4078;p81"/>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1"/>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0" name="Google Shape;4080;p81"/>
              <p:cNvGrpSpPr/>
              <p:nvPr/>
            </p:nvGrpSpPr>
            <p:grpSpPr>
              <a:xfrm>
                <a:off x="4284416" y="3887428"/>
                <a:ext cx="37783" cy="32451"/>
                <a:chOff x="4284416" y="3887428"/>
                <a:chExt cx="37783" cy="32451"/>
              </a:xfrm>
            </p:grpSpPr>
            <p:sp>
              <p:nvSpPr>
                <p:cNvPr id="4081" name="Google Shape;4081;p81"/>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1"/>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3" name="Google Shape;4083;p81"/>
              <p:cNvGrpSpPr/>
              <p:nvPr/>
            </p:nvGrpSpPr>
            <p:grpSpPr>
              <a:xfrm>
                <a:off x="4223721" y="3860404"/>
                <a:ext cx="37870" cy="32364"/>
                <a:chOff x="4223721" y="3860404"/>
                <a:chExt cx="37870" cy="32364"/>
              </a:xfrm>
            </p:grpSpPr>
            <p:sp>
              <p:nvSpPr>
                <p:cNvPr id="4084" name="Google Shape;4084;p81"/>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1"/>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6" name="Google Shape;4086;p81"/>
              <p:cNvGrpSpPr/>
              <p:nvPr/>
            </p:nvGrpSpPr>
            <p:grpSpPr>
              <a:xfrm>
                <a:off x="4104889" y="3699242"/>
                <a:ext cx="37776" cy="32357"/>
                <a:chOff x="4104889" y="3699242"/>
                <a:chExt cx="37776" cy="32357"/>
              </a:xfrm>
            </p:grpSpPr>
            <p:sp>
              <p:nvSpPr>
                <p:cNvPr id="4087" name="Google Shape;4087;p81"/>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1"/>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9" name="Google Shape;4089;p81"/>
              <p:cNvGrpSpPr/>
              <p:nvPr/>
            </p:nvGrpSpPr>
            <p:grpSpPr>
              <a:xfrm>
                <a:off x="4143608" y="3475121"/>
                <a:ext cx="37878" cy="32420"/>
                <a:chOff x="4143608" y="3475121"/>
                <a:chExt cx="37878" cy="32420"/>
              </a:xfrm>
            </p:grpSpPr>
            <p:sp>
              <p:nvSpPr>
                <p:cNvPr id="4090" name="Google Shape;4090;p81"/>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1"/>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2" name="Google Shape;4092;p81"/>
              <p:cNvGrpSpPr/>
              <p:nvPr/>
            </p:nvGrpSpPr>
            <p:grpSpPr>
              <a:xfrm>
                <a:off x="4217248" y="3570893"/>
                <a:ext cx="37776" cy="32364"/>
                <a:chOff x="4217248" y="3570893"/>
                <a:chExt cx="37776" cy="32364"/>
              </a:xfrm>
            </p:grpSpPr>
            <p:sp>
              <p:nvSpPr>
                <p:cNvPr id="4093" name="Google Shape;4093;p81"/>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1"/>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5" name="Google Shape;4095;p81"/>
              <p:cNvGrpSpPr/>
              <p:nvPr/>
            </p:nvGrpSpPr>
            <p:grpSpPr>
              <a:xfrm>
                <a:off x="4255307" y="3431612"/>
                <a:ext cx="37776" cy="32451"/>
                <a:chOff x="4255307" y="3431612"/>
                <a:chExt cx="37776" cy="32451"/>
              </a:xfrm>
            </p:grpSpPr>
            <p:sp>
              <p:nvSpPr>
                <p:cNvPr id="4096" name="Google Shape;4096;p81"/>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1"/>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8" name="Google Shape;4098;p81"/>
              <p:cNvGrpSpPr/>
              <p:nvPr/>
            </p:nvGrpSpPr>
            <p:grpSpPr>
              <a:xfrm>
                <a:off x="3853052" y="3577398"/>
                <a:ext cx="37776" cy="32420"/>
                <a:chOff x="3853052" y="3577398"/>
                <a:chExt cx="37776" cy="32420"/>
              </a:xfrm>
            </p:grpSpPr>
            <p:sp>
              <p:nvSpPr>
                <p:cNvPr id="4099" name="Google Shape;4099;p81"/>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1"/>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1" name="Google Shape;4101;p81"/>
              <p:cNvGrpSpPr/>
              <p:nvPr/>
            </p:nvGrpSpPr>
            <p:grpSpPr>
              <a:xfrm>
                <a:off x="4039908" y="3412107"/>
                <a:ext cx="37776" cy="32357"/>
                <a:chOff x="4039908" y="3412107"/>
                <a:chExt cx="37776" cy="32357"/>
              </a:xfrm>
            </p:grpSpPr>
            <p:sp>
              <p:nvSpPr>
                <p:cNvPr id="4102" name="Google Shape;4102;p81"/>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1"/>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 name="Google Shape;4104;p81"/>
              <p:cNvGrpSpPr/>
              <p:nvPr/>
            </p:nvGrpSpPr>
            <p:grpSpPr>
              <a:xfrm>
                <a:off x="4017360" y="3342061"/>
                <a:ext cx="37870" cy="32380"/>
                <a:chOff x="4017360" y="3342061"/>
                <a:chExt cx="37870" cy="32380"/>
              </a:xfrm>
            </p:grpSpPr>
            <p:sp>
              <p:nvSpPr>
                <p:cNvPr id="4105" name="Google Shape;4105;p81"/>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1"/>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7" name="Google Shape;4107;p81"/>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1"/>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9" name="Google Shape;4109;p81"/>
              <p:cNvGrpSpPr/>
              <p:nvPr/>
            </p:nvGrpSpPr>
            <p:grpSpPr>
              <a:xfrm>
                <a:off x="3750870" y="3418650"/>
                <a:ext cx="37776" cy="32380"/>
                <a:chOff x="3750870" y="3418650"/>
                <a:chExt cx="37776" cy="32380"/>
              </a:xfrm>
            </p:grpSpPr>
            <p:sp>
              <p:nvSpPr>
                <p:cNvPr id="4110" name="Google Shape;4110;p81"/>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1"/>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2" name="Google Shape;4112;p81"/>
              <p:cNvGrpSpPr/>
              <p:nvPr/>
            </p:nvGrpSpPr>
            <p:grpSpPr>
              <a:xfrm>
                <a:off x="3632509" y="3274438"/>
                <a:ext cx="37783" cy="32357"/>
                <a:chOff x="3632509" y="3274438"/>
                <a:chExt cx="37783" cy="32357"/>
              </a:xfrm>
            </p:grpSpPr>
            <p:sp>
              <p:nvSpPr>
                <p:cNvPr id="4113" name="Google Shape;4113;p81"/>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1"/>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5" name="Google Shape;4115;p81"/>
              <p:cNvGrpSpPr/>
              <p:nvPr/>
            </p:nvGrpSpPr>
            <p:grpSpPr>
              <a:xfrm>
                <a:off x="3906424" y="3297561"/>
                <a:ext cx="37776" cy="32451"/>
                <a:chOff x="3906424" y="3297561"/>
                <a:chExt cx="37776" cy="32451"/>
              </a:xfrm>
            </p:grpSpPr>
            <p:sp>
              <p:nvSpPr>
                <p:cNvPr id="4116" name="Google Shape;4116;p81"/>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1"/>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8" name="Google Shape;4118;p81"/>
              <p:cNvGrpSpPr/>
              <p:nvPr/>
            </p:nvGrpSpPr>
            <p:grpSpPr>
              <a:xfrm>
                <a:off x="3866084" y="3412107"/>
                <a:ext cx="37776" cy="32357"/>
                <a:chOff x="3866084" y="3412107"/>
                <a:chExt cx="37776" cy="32357"/>
              </a:xfrm>
            </p:grpSpPr>
            <p:sp>
              <p:nvSpPr>
                <p:cNvPr id="4119" name="Google Shape;4119;p81"/>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1"/>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1" name="Google Shape;4121;p81"/>
              <p:cNvGrpSpPr/>
              <p:nvPr/>
            </p:nvGrpSpPr>
            <p:grpSpPr>
              <a:xfrm>
                <a:off x="4023919" y="3766409"/>
                <a:ext cx="37783" cy="32357"/>
                <a:chOff x="4023919" y="3766409"/>
                <a:chExt cx="37783" cy="32357"/>
              </a:xfrm>
            </p:grpSpPr>
            <p:sp>
              <p:nvSpPr>
                <p:cNvPr id="4122" name="Google Shape;4122;p81"/>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1"/>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4" name="Google Shape;4124;p81"/>
              <p:cNvGrpSpPr/>
              <p:nvPr/>
            </p:nvGrpSpPr>
            <p:grpSpPr>
              <a:xfrm>
                <a:off x="3973882" y="3779449"/>
                <a:ext cx="37776" cy="32357"/>
                <a:chOff x="3973882" y="3779449"/>
                <a:chExt cx="37776" cy="32357"/>
              </a:xfrm>
            </p:grpSpPr>
            <p:sp>
              <p:nvSpPr>
                <p:cNvPr id="4125" name="Google Shape;4125;p81"/>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1"/>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7" name="Google Shape;4127;p81"/>
              <p:cNvGrpSpPr/>
              <p:nvPr/>
            </p:nvGrpSpPr>
            <p:grpSpPr>
              <a:xfrm>
                <a:off x="4073398" y="3838028"/>
                <a:ext cx="37776" cy="32380"/>
                <a:chOff x="4073398" y="3838028"/>
                <a:chExt cx="37776" cy="32380"/>
              </a:xfrm>
            </p:grpSpPr>
            <p:sp>
              <p:nvSpPr>
                <p:cNvPr id="4128" name="Google Shape;4128;p81"/>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1"/>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0" name="Google Shape;4130;p81"/>
              <p:cNvGrpSpPr/>
              <p:nvPr/>
            </p:nvGrpSpPr>
            <p:grpSpPr>
              <a:xfrm>
                <a:off x="4342672" y="4144496"/>
                <a:ext cx="37752" cy="32364"/>
                <a:chOff x="4342672" y="4144496"/>
                <a:chExt cx="37752" cy="32364"/>
              </a:xfrm>
            </p:grpSpPr>
            <p:sp>
              <p:nvSpPr>
                <p:cNvPr id="4131" name="Google Shape;4131;p81"/>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1"/>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3" name="Google Shape;4133;p81"/>
              <p:cNvGrpSpPr/>
              <p:nvPr/>
            </p:nvGrpSpPr>
            <p:grpSpPr>
              <a:xfrm>
                <a:off x="4406386" y="4056872"/>
                <a:ext cx="37783" cy="32364"/>
                <a:chOff x="4406386" y="4056872"/>
                <a:chExt cx="37783" cy="32364"/>
              </a:xfrm>
            </p:grpSpPr>
            <p:sp>
              <p:nvSpPr>
                <p:cNvPr id="4134" name="Google Shape;4134;p81"/>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1"/>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6" name="Google Shape;4136;p81"/>
              <p:cNvGrpSpPr/>
              <p:nvPr/>
            </p:nvGrpSpPr>
            <p:grpSpPr>
              <a:xfrm>
                <a:off x="4284416" y="4245254"/>
                <a:ext cx="37783" cy="32357"/>
                <a:chOff x="4284416" y="4245254"/>
                <a:chExt cx="37783" cy="32357"/>
              </a:xfrm>
            </p:grpSpPr>
            <p:sp>
              <p:nvSpPr>
                <p:cNvPr id="4137" name="Google Shape;4137;p81"/>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1"/>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9" name="Google Shape;4139;p81"/>
              <p:cNvGrpSpPr/>
              <p:nvPr/>
            </p:nvGrpSpPr>
            <p:grpSpPr>
              <a:xfrm>
                <a:off x="4219057" y="4331258"/>
                <a:ext cx="37776" cy="32364"/>
                <a:chOff x="4219057" y="4331258"/>
                <a:chExt cx="37776" cy="32364"/>
              </a:xfrm>
            </p:grpSpPr>
            <p:sp>
              <p:nvSpPr>
                <p:cNvPr id="4140" name="Google Shape;4140;p81"/>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1"/>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2" name="Google Shape;4142;p81"/>
              <p:cNvGrpSpPr/>
              <p:nvPr/>
            </p:nvGrpSpPr>
            <p:grpSpPr>
              <a:xfrm>
                <a:off x="4204122" y="4141688"/>
                <a:ext cx="33497" cy="28699"/>
                <a:chOff x="4204122" y="4141688"/>
                <a:chExt cx="33497" cy="28699"/>
              </a:xfrm>
            </p:grpSpPr>
            <p:sp>
              <p:nvSpPr>
                <p:cNvPr id="4143" name="Google Shape;4143;p81"/>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1"/>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5" name="Google Shape;4145;p81"/>
              <p:cNvGrpSpPr/>
              <p:nvPr/>
            </p:nvGrpSpPr>
            <p:grpSpPr>
              <a:xfrm>
                <a:off x="4301546" y="4003869"/>
                <a:ext cx="38916" cy="33324"/>
                <a:chOff x="4301546" y="4003869"/>
                <a:chExt cx="38916" cy="33324"/>
              </a:xfrm>
            </p:grpSpPr>
            <p:sp>
              <p:nvSpPr>
                <p:cNvPr id="4146" name="Google Shape;4146;p81"/>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1"/>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8" name="Google Shape;4148;p81"/>
              <p:cNvGrpSpPr/>
              <p:nvPr/>
            </p:nvGrpSpPr>
            <p:grpSpPr>
              <a:xfrm>
                <a:off x="4210681" y="3924669"/>
                <a:ext cx="36549" cy="31366"/>
                <a:chOff x="4210681" y="3924669"/>
                <a:chExt cx="36549" cy="31366"/>
              </a:xfrm>
            </p:grpSpPr>
            <p:sp>
              <p:nvSpPr>
                <p:cNvPr id="4149" name="Google Shape;4149;p81"/>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1"/>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1" name="Google Shape;4151;p81"/>
              <p:cNvGrpSpPr/>
              <p:nvPr/>
            </p:nvGrpSpPr>
            <p:grpSpPr>
              <a:xfrm>
                <a:off x="3987771" y="3628874"/>
                <a:ext cx="31499" cy="26993"/>
                <a:chOff x="3987771" y="3628874"/>
                <a:chExt cx="31499" cy="26993"/>
              </a:xfrm>
            </p:grpSpPr>
            <p:sp>
              <p:nvSpPr>
                <p:cNvPr id="4152" name="Google Shape;4152;p81"/>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1"/>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4" name="Google Shape;4154;p81"/>
              <p:cNvGrpSpPr/>
              <p:nvPr/>
            </p:nvGrpSpPr>
            <p:grpSpPr>
              <a:xfrm>
                <a:off x="4087382" y="3775674"/>
                <a:ext cx="31405" cy="26898"/>
                <a:chOff x="4087382" y="3775674"/>
                <a:chExt cx="31405" cy="26898"/>
              </a:xfrm>
            </p:grpSpPr>
            <p:sp>
              <p:nvSpPr>
                <p:cNvPr id="4155" name="Google Shape;4155;p81"/>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1"/>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7" name="Google Shape;4157;p81"/>
              <p:cNvGrpSpPr/>
              <p:nvPr/>
            </p:nvGrpSpPr>
            <p:grpSpPr>
              <a:xfrm>
                <a:off x="4118873" y="3856637"/>
                <a:ext cx="31405" cy="26906"/>
                <a:chOff x="4118873" y="3856637"/>
                <a:chExt cx="31405" cy="26906"/>
              </a:xfrm>
            </p:grpSpPr>
            <p:sp>
              <p:nvSpPr>
                <p:cNvPr id="4158" name="Google Shape;4158;p81"/>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1"/>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81"/>
              <p:cNvGrpSpPr/>
              <p:nvPr/>
            </p:nvGrpSpPr>
            <p:grpSpPr>
              <a:xfrm>
                <a:off x="4168541" y="3639523"/>
                <a:ext cx="31499" cy="26906"/>
                <a:chOff x="4168541" y="3639523"/>
                <a:chExt cx="31499" cy="26906"/>
              </a:xfrm>
            </p:grpSpPr>
            <p:sp>
              <p:nvSpPr>
                <p:cNvPr id="4161" name="Google Shape;4161;p81"/>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1"/>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3" name="Google Shape;4163;p81"/>
              <p:cNvGrpSpPr/>
              <p:nvPr/>
            </p:nvGrpSpPr>
            <p:grpSpPr>
              <a:xfrm>
                <a:off x="3965789" y="3393545"/>
                <a:ext cx="31405" cy="26945"/>
                <a:chOff x="3965789" y="3393545"/>
                <a:chExt cx="31405" cy="26945"/>
              </a:xfrm>
            </p:grpSpPr>
            <p:sp>
              <p:nvSpPr>
                <p:cNvPr id="4164" name="Google Shape;4164;p81"/>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1"/>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6" name="Google Shape;4166;p81"/>
              <p:cNvGrpSpPr/>
              <p:nvPr/>
            </p:nvGrpSpPr>
            <p:grpSpPr>
              <a:xfrm>
                <a:off x="3925166" y="3491008"/>
                <a:ext cx="31405" cy="27001"/>
                <a:chOff x="3925166" y="3491008"/>
                <a:chExt cx="31405" cy="27001"/>
              </a:xfrm>
            </p:grpSpPr>
            <p:sp>
              <p:nvSpPr>
                <p:cNvPr id="4167" name="Google Shape;4167;p81"/>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1"/>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9" name="Google Shape;4169;p81"/>
              <p:cNvGrpSpPr/>
              <p:nvPr/>
            </p:nvGrpSpPr>
            <p:grpSpPr>
              <a:xfrm>
                <a:off x="3682845" y="3340976"/>
                <a:ext cx="31397" cy="26898"/>
                <a:chOff x="3682845" y="3340976"/>
                <a:chExt cx="31397" cy="26898"/>
              </a:xfrm>
            </p:grpSpPr>
            <p:sp>
              <p:nvSpPr>
                <p:cNvPr id="4170" name="Google Shape;4170;p81"/>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1"/>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2" name="Google Shape;4172;p81"/>
              <p:cNvGrpSpPr/>
              <p:nvPr/>
            </p:nvGrpSpPr>
            <p:grpSpPr>
              <a:xfrm>
                <a:off x="3795393" y="3353725"/>
                <a:ext cx="31499" cy="26993"/>
                <a:chOff x="3795393" y="3353725"/>
                <a:chExt cx="31499" cy="26993"/>
              </a:xfrm>
            </p:grpSpPr>
            <p:sp>
              <p:nvSpPr>
                <p:cNvPr id="4173" name="Google Shape;4173;p81"/>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1"/>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5" name="Google Shape;4175;p81"/>
              <p:cNvGrpSpPr/>
              <p:nvPr/>
            </p:nvGrpSpPr>
            <p:grpSpPr>
              <a:xfrm>
                <a:off x="4176909" y="4363221"/>
                <a:ext cx="38924" cy="33316"/>
                <a:chOff x="4176909" y="4363221"/>
                <a:chExt cx="38924" cy="33316"/>
              </a:xfrm>
            </p:grpSpPr>
            <p:sp>
              <p:nvSpPr>
                <p:cNvPr id="4176" name="Google Shape;4176;p81"/>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1"/>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8" name="Google Shape;4178;p81"/>
              <p:cNvGrpSpPr/>
              <p:nvPr/>
            </p:nvGrpSpPr>
            <p:grpSpPr>
              <a:xfrm>
                <a:off x="4226191" y="4007660"/>
                <a:ext cx="33560" cy="28770"/>
                <a:chOff x="4226191" y="4007660"/>
                <a:chExt cx="33560" cy="28770"/>
              </a:xfrm>
            </p:grpSpPr>
            <p:sp>
              <p:nvSpPr>
                <p:cNvPr id="4179" name="Google Shape;4179;p81"/>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1"/>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1" name="Google Shape;4181;p81"/>
              <p:cNvGrpSpPr/>
              <p:nvPr/>
            </p:nvGrpSpPr>
            <p:grpSpPr>
              <a:xfrm>
                <a:off x="3597785" y="3377045"/>
                <a:ext cx="33591" cy="28699"/>
                <a:chOff x="3597785" y="3377045"/>
                <a:chExt cx="33591" cy="28699"/>
              </a:xfrm>
            </p:grpSpPr>
            <p:sp>
              <p:nvSpPr>
                <p:cNvPr id="4182" name="Google Shape;4182;p81"/>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1"/>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4" name="Google Shape;4184;p81"/>
              <p:cNvGrpSpPr/>
              <p:nvPr/>
            </p:nvGrpSpPr>
            <p:grpSpPr>
              <a:xfrm>
                <a:off x="3887870" y="3669796"/>
                <a:ext cx="33591" cy="28692"/>
                <a:chOff x="3887870" y="3669796"/>
                <a:chExt cx="33591" cy="28692"/>
              </a:xfrm>
            </p:grpSpPr>
            <p:sp>
              <p:nvSpPr>
                <p:cNvPr id="4185" name="Google Shape;4185;p81"/>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1"/>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81"/>
              <p:cNvGrpSpPr/>
              <p:nvPr/>
            </p:nvGrpSpPr>
            <p:grpSpPr>
              <a:xfrm>
                <a:off x="3818320" y="3481625"/>
                <a:ext cx="33497" cy="28770"/>
                <a:chOff x="3818320" y="3481625"/>
                <a:chExt cx="33497" cy="28770"/>
              </a:xfrm>
            </p:grpSpPr>
            <p:sp>
              <p:nvSpPr>
                <p:cNvPr id="4188" name="Google Shape;4188;p81"/>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1"/>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0" name="Google Shape;4190;p81"/>
              <p:cNvGrpSpPr/>
              <p:nvPr/>
            </p:nvGrpSpPr>
            <p:grpSpPr>
              <a:xfrm>
                <a:off x="4278139" y="4120948"/>
                <a:ext cx="37492" cy="32129"/>
                <a:chOff x="4278139" y="4120948"/>
                <a:chExt cx="37492" cy="32129"/>
              </a:xfrm>
            </p:grpSpPr>
            <p:sp>
              <p:nvSpPr>
                <p:cNvPr id="4191" name="Google Shape;4191;p81"/>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1"/>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3" name="Google Shape;4193;p81"/>
              <p:cNvGrpSpPr/>
              <p:nvPr/>
            </p:nvGrpSpPr>
            <p:grpSpPr>
              <a:xfrm>
                <a:off x="4419898" y="3977388"/>
                <a:ext cx="33497" cy="28692"/>
                <a:chOff x="4419898" y="3977388"/>
                <a:chExt cx="33497" cy="28692"/>
              </a:xfrm>
            </p:grpSpPr>
            <p:sp>
              <p:nvSpPr>
                <p:cNvPr id="4194" name="Google Shape;4194;p81"/>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1"/>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6" name="Google Shape;4196;p81"/>
              <p:cNvGrpSpPr/>
              <p:nvPr/>
            </p:nvGrpSpPr>
            <p:grpSpPr>
              <a:xfrm>
                <a:off x="4158930" y="4034684"/>
                <a:ext cx="33497" cy="28762"/>
                <a:chOff x="4158930" y="4034684"/>
                <a:chExt cx="33497" cy="28762"/>
              </a:xfrm>
            </p:grpSpPr>
            <p:sp>
              <p:nvSpPr>
                <p:cNvPr id="4197" name="Google Shape;4197;p81"/>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1"/>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9" name="Google Shape;4199;p81"/>
              <p:cNvGrpSpPr/>
              <p:nvPr/>
            </p:nvGrpSpPr>
            <p:grpSpPr>
              <a:xfrm>
                <a:off x="4134949" y="3957049"/>
                <a:ext cx="33497" cy="28770"/>
                <a:chOff x="4134949" y="3957049"/>
                <a:chExt cx="33497" cy="28770"/>
              </a:xfrm>
            </p:grpSpPr>
            <p:sp>
              <p:nvSpPr>
                <p:cNvPr id="4200" name="Google Shape;4200;p81"/>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1"/>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2" name="Google Shape;4202;p81"/>
              <p:cNvGrpSpPr/>
              <p:nvPr/>
            </p:nvGrpSpPr>
            <p:grpSpPr>
              <a:xfrm>
                <a:off x="4193653" y="4184403"/>
                <a:ext cx="43580" cy="37264"/>
                <a:chOff x="4193653" y="4184403"/>
                <a:chExt cx="43580" cy="37264"/>
              </a:xfrm>
            </p:grpSpPr>
            <p:sp>
              <p:nvSpPr>
                <p:cNvPr id="4203" name="Google Shape;4203;p81"/>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1"/>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5" name="Google Shape;4205;p81"/>
              <p:cNvGrpSpPr/>
              <p:nvPr/>
            </p:nvGrpSpPr>
            <p:grpSpPr>
              <a:xfrm>
                <a:off x="4343600" y="3943844"/>
                <a:ext cx="43580" cy="37312"/>
                <a:chOff x="4343600" y="3943844"/>
                <a:chExt cx="43580" cy="37312"/>
              </a:xfrm>
            </p:grpSpPr>
            <p:sp>
              <p:nvSpPr>
                <p:cNvPr id="4206" name="Google Shape;4206;p81"/>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1"/>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81"/>
              <p:cNvGrpSpPr/>
              <p:nvPr/>
            </p:nvGrpSpPr>
            <p:grpSpPr>
              <a:xfrm>
                <a:off x="4172339" y="3381693"/>
                <a:ext cx="31499" cy="27001"/>
                <a:chOff x="4172339" y="3381693"/>
                <a:chExt cx="31499" cy="27001"/>
              </a:xfrm>
            </p:grpSpPr>
            <p:sp>
              <p:nvSpPr>
                <p:cNvPr id="4209" name="Google Shape;4209;p81"/>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1"/>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211" name="Google Shape;4211;p81"/>
          <p:cNvGrpSpPr/>
          <p:nvPr/>
        </p:nvGrpSpPr>
        <p:grpSpPr>
          <a:xfrm>
            <a:off x="6647587" y="3567393"/>
            <a:ext cx="560636" cy="516497"/>
            <a:chOff x="6652051" y="3714143"/>
            <a:chExt cx="560636" cy="516497"/>
          </a:xfrm>
        </p:grpSpPr>
        <p:grpSp>
          <p:nvGrpSpPr>
            <p:cNvPr id="4212" name="Google Shape;4212;p81"/>
            <p:cNvGrpSpPr/>
            <p:nvPr/>
          </p:nvGrpSpPr>
          <p:grpSpPr>
            <a:xfrm>
              <a:off x="6669657" y="3716715"/>
              <a:ext cx="466768" cy="464314"/>
              <a:chOff x="3139766" y="765669"/>
              <a:chExt cx="886380" cy="881888"/>
            </a:xfrm>
          </p:grpSpPr>
          <p:grpSp>
            <p:nvGrpSpPr>
              <p:cNvPr id="4213" name="Google Shape;4213;p81"/>
              <p:cNvGrpSpPr/>
              <p:nvPr/>
            </p:nvGrpSpPr>
            <p:grpSpPr>
              <a:xfrm>
                <a:off x="3139766" y="765669"/>
                <a:ext cx="886380" cy="881888"/>
                <a:chOff x="3139766" y="765669"/>
                <a:chExt cx="886380" cy="881888"/>
              </a:xfrm>
            </p:grpSpPr>
            <p:sp>
              <p:nvSpPr>
                <p:cNvPr id="4214" name="Google Shape;4214;p81"/>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1"/>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1"/>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1"/>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1"/>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1"/>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1"/>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1"/>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1"/>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3" name="Google Shape;4223;p81"/>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1"/>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1"/>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1"/>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7" name="Google Shape;4227;p81"/>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8" name="Google Shape;4228;p81"/>
          <p:cNvGrpSpPr/>
          <p:nvPr/>
        </p:nvGrpSpPr>
        <p:grpSpPr>
          <a:xfrm>
            <a:off x="7646296" y="3047976"/>
            <a:ext cx="104231" cy="320340"/>
            <a:chOff x="7564426" y="3224343"/>
            <a:chExt cx="119985" cy="368801"/>
          </a:xfrm>
        </p:grpSpPr>
        <p:sp>
          <p:nvSpPr>
            <p:cNvPr id="4229" name="Google Shape;4229;p8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1" name="Google Shape;4231;p81"/>
          <p:cNvGrpSpPr/>
          <p:nvPr/>
        </p:nvGrpSpPr>
        <p:grpSpPr>
          <a:xfrm>
            <a:off x="7345785" y="3042077"/>
            <a:ext cx="189489" cy="332132"/>
            <a:chOff x="8370831" y="3202002"/>
            <a:chExt cx="218129" cy="382376"/>
          </a:xfrm>
        </p:grpSpPr>
        <p:sp>
          <p:nvSpPr>
            <p:cNvPr id="4232" name="Google Shape;4232;p8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4" name="Google Shape;4234;p81"/>
          <p:cNvGrpSpPr/>
          <p:nvPr/>
        </p:nvGrpSpPr>
        <p:grpSpPr>
          <a:xfrm>
            <a:off x="8069174" y="3453209"/>
            <a:ext cx="309429" cy="267000"/>
            <a:chOff x="6742064" y="3750480"/>
            <a:chExt cx="399315" cy="344560"/>
          </a:xfrm>
        </p:grpSpPr>
        <p:sp>
          <p:nvSpPr>
            <p:cNvPr id="4235" name="Google Shape;4235;p8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7" name="Google Shape;4237;p81"/>
          <p:cNvGrpSpPr/>
          <p:nvPr/>
        </p:nvGrpSpPr>
        <p:grpSpPr>
          <a:xfrm>
            <a:off x="7608193" y="3804257"/>
            <a:ext cx="180437" cy="281608"/>
            <a:chOff x="7248525" y="3739696"/>
            <a:chExt cx="230531" cy="359790"/>
          </a:xfrm>
        </p:grpSpPr>
        <p:sp>
          <p:nvSpPr>
            <p:cNvPr id="4238" name="Google Shape;4238;p8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0" name="Google Shape;4240;p81"/>
          <p:cNvGrpSpPr/>
          <p:nvPr/>
        </p:nvGrpSpPr>
        <p:grpSpPr>
          <a:xfrm>
            <a:off x="7854113" y="3447481"/>
            <a:ext cx="162896" cy="278710"/>
            <a:chOff x="7601242" y="3729267"/>
            <a:chExt cx="222566" cy="380803"/>
          </a:xfrm>
        </p:grpSpPr>
        <p:sp>
          <p:nvSpPr>
            <p:cNvPr id="4241" name="Google Shape;4241;p8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3" name="Google Shape;4243;p81"/>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4" name="Google Shape;4244;p81"/>
          <p:cNvGrpSpPr/>
          <p:nvPr/>
        </p:nvGrpSpPr>
        <p:grpSpPr>
          <a:xfrm>
            <a:off x="7343758" y="3448622"/>
            <a:ext cx="193543" cy="275990"/>
            <a:chOff x="8304647" y="3738687"/>
            <a:chExt cx="225076" cy="320956"/>
          </a:xfrm>
        </p:grpSpPr>
        <p:sp>
          <p:nvSpPr>
            <p:cNvPr id="4245" name="Google Shape;4245;p81"/>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8" name="Google Shape;4248;p81"/>
          <p:cNvGrpSpPr/>
          <p:nvPr/>
        </p:nvGrpSpPr>
        <p:grpSpPr>
          <a:xfrm>
            <a:off x="7616251" y="3448622"/>
            <a:ext cx="178492" cy="275990"/>
            <a:chOff x="8615101" y="3738687"/>
            <a:chExt cx="207573" cy="320956"/>
          </a:xfrm>
        </p:grpSpPr>
        <p:sp>
          <p:nvSpPr>
            <p:cNvPr id="4249" name="Google Shape;4249;p81"/>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2" name="Google Shape;4252;p81"/>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3" name="Google Shape;4253;p81"/>
          <p:cNvGrpSpPr/>
          <p:nvPr/>
        </p:nvGrpSpPr>
        <p:grpSpPr>
          <a:xfrm>
            <a:off x="7841782" y="3851282"/>
            <a:ext cx="187557" cy="187557"/>
            <a:chOff x="8565775" y="671075"/>
            <a:chExt cx="441000" cy="441000"/>
          </a:xfrm>
        </p:grpSpPr>
        <p:sp>
          <p:nvSpPr>
            <p:cNvPr id="4254" name="Google Shape;4254;p81"/>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1"/>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6" name="Google Shape;4256;p81"/>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1"/>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8" name="Google Shape;4258;p81"/>
          <p:cNvGrpSpPr/>
          <p:nvPr/>
        </p:nvGrpSpPr>
        <p:grpSpPr>
          <a:xfrm>
            <a:off x="5996254" y="2923808"/>
            <a:ext cx="587865" cy="517731"/>
            <a:chOff x="6000718" y="3070557"/>
            <a:chExt cx="587865" cy="517731"/>
          </a:xfrm>
        </p:grpSpPr>
        <p:sp>
          <p:nvSpPr>
            <p:cNvPr id="4259" name="Google Shape;4259;p81"/>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1"/>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1"/>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1"/>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1"/>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1"/>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1"/>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1"/>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1"/>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1"/>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9" name="Google Shape;4269;p81"/>
          <p:cNvGrpSpPr/>
          <p:nvPr/>
        </p:nvGrpSpPr>
        <p:grpSpPr>
          <a:xfrm>
            <a:off x="6011059" y="3567468"/>
            <a:ext cx="557665" cy="516387"/>
            <a:chOff x="6015523" y="3714217"/>
            <a:chExt cx="557665" cy="516387"/>
          </a:xfrm>
        </p:grpSpPr>
        <p:grpSp>
          <p:nvGrpSpPr>
            <p:cNvPr id="4270" name="Google Shape;4270;p81"/>
            <p:cNvGrpSpPr/>
            <p:nvPr/>
          </p:nvGrpSpPr>
          <p:grpSpPr>
            <a:xfrm>
              <a:off x="6036094" y="3716980"/>
              <a:ext cx="529822" cy="510480"/>
              <a:chOff x="3148311" y="-545634"/>
              <a:chExt cx="1006118" cy="969572"/>
            </a:xfrm>
          </p:grpSpPr>
          <p:sp>
            <p:nvSpPr>
              <p:cNvPr id="4271" name="Google Shape;4271;p81"/>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1"/>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1"/>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1"/>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1"/>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1"/>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1"/>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1"/>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1"/>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1"/>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1" name="Google Shape;4281;p81"/>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2" name="Google Shape;4282;p81"/>
          <p:cNvGrpSpPr/>
          <p:nvPr/>
        </p:nvGrpSpPr>
        <p:grpSpPr>
          <a:xfrm>
            <a:off x="6639841" y="2926879"/>
            <a:ext cx="576302" cy="511871"/>
            <a:chOff x="6644304" y="3073628"/>
            <a:chExt cx="576302" cy="511871"/>
          </a:xfrm>
        </p:grpSpPr>
        <p:grpSp>
          <p:nvGrpSpPr>
            <p:cNvPr id="4283" name="Google Shape;4283;p81"/>
            <p:cNvGrpSpPr/>
            <p:nvPr/>
          </p:nvGrpSpPr>
          <p:grpSpPr>
            <a:xfrm>
              <a:off x="6712169" y="3073651"/>
              <a:ext cx="481611" cy="506713"/>
              <a:chOff x="1833536" y="-546641"/>
              <a:chExt cx="914567" cy="962419"/>
            </a:xfrm>
          </p:grpSpPr>
          <p:grpSp>
            <p:nvGrpSpPr>
              <p:cNvPr id="4284" name="Google Shape;4284;p81"/>
              <p:cNvGrpSpPr/>
              <p:nvPr/>
            </p:nvGrpSpPr>
            <p:grpSpPr>
              <a:xfrm>
                <a:off x="1833536" y="-524249"/>
                <a:ext cx="914567" cy="940027"/>
                <a:chOff x="1833536" y="-524249"/>
                <a:chExt cx="914567" cy="940027"/>
              </a:xfrm>
            </p:grpSpPr>
            <p:sp>
              <p:nvSpPr>
                <p:cNvPr id="4285" name="Google Shape;4285;p81"/>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1"/>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1"/>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1"/>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1"/>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0" name="Google Shape;4290;p81"/>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1"/>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1"/>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1"/>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4" name="Google Shape;4294;p8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5" name="Google Shape;4295;p81"/>
          <p:cNvGrpSpPr/>
          <p:nvPr/>
        </p:nvGrpSpPr>
        <p:grpSpPr>
          <a:xfrm>
            <a:off x="5904877" y="1016248"/>
            <a:ext cx="2435960" cy="1297725"/>
            <a:chOff x="233350" y="949250"/>
            <a:chExt cx="7137300" cy="3802300"/>
          </a:xfrm>
        </p:grpSpPr>
        <p:sp>
          <p:nvSpPr>
            <p:cNvPr id="4296" name="Google Shape;4296;p8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7" name="Google Shape;4347;p81"/>
          <p:cNvGrpSpPr/>
          <p:nvPr/>
        </p:nvGrpSpPr>
        <p:grpSpPr>
          <a:xfrm>
            <a:off x="3530626" y="1013128"/>
            <a:ext cx="2078182" cy="1366558"/>
            <a:chOff x="235800" y="830650"/>
            <a:chExt cx="6978450" cy="4588844"/>
          </a:xfrm>
        </p:grpSpPr>
        <p:sp>
          <p:nvSpPr>
            <p:cNvPr id="4348" name="Google Shape;4348;p81"/>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1"/>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1"/>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1"/>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1"/>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1"/>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4" name="Google Shape;4354;p81"/>
          <p:cNvGrpSpPr/>
          <p:nvPr/>
        </p:nvGrpSpPr>
        <p:grpSpPr>
          <a:xfrm>
            <a:off x="698034" y="977939"/>
            <a:ext cx="2665073" cy="1317140"/>
            <a:chOff x="793334" y="1192826"/>
            <a:chExt cx="2665073" cy="1317140"/>
          </a:xfrm>
        </p:grpSpPr>
        <p:sp>
          <p:nvSpPr>
            <p:cNvPr id="4355" name="Google Shape;4355;p81"/>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1"/>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1"/>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1"/>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1"/>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1"/>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1"/>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1"/>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1"/>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1"/>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1"/>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1"/>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1"/>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1"/>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1"/>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1"/>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1"/>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1"/>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1"/>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1"/>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1"/>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1"/>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1"/>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1"/>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1"/>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1"/>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1"/>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1"/>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1"/>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1"/>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1"/>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1"/>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1"/>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1"/>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1"/>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1"/>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1"/>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1"/>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1"/>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1"/>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1"/>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1"/>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1"/>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1"/>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1"/>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1"/>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1"/>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1"/>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1"/>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1"/>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1"/>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1"/>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1"/>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1"/>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1"/>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1"/>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1"/>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1"/>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1"/>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1"/>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1"/>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1"/>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1"/>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1"/>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1"/>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1"/>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1"/>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1"/>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1"/>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1"/>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1"/>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1"/>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1"/>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1"/>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1"/>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1"/>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1"/>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1"/>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1"/>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1"/>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1"/>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1"/>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1"/>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1"/>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1"/>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1"/>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1"/>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1"/>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1"/>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1"/>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1"/>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1"/>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1"/>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1"/>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1"/>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1"/>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1"/>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1"/>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1"/>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1"/>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1"/>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1"/>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1"/>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1"/>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1"/>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1"/>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1"/>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1"/>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1"/>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1"/>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1"/>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1"/>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1"/>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1"/>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1"/>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1"/>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1"/>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1"/>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1"/>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1"/>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1"/>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1"/>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1"/>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1"/>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1"/>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1"/>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1"/>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1"/>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1"/>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1"/>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1"/>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1"/>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1"/>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1"/>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1"/>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1"/>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1"/>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1"/>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1"/>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1"/>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1"/>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1"/>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1"/>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1"/>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1"/>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1"/>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1"/>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1"/>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1"/>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1"/>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1"/>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1"/>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1"/>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1"/>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1"/>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1"/>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1"/>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1"/>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1"/>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1"/>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1"/>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1"/>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1"/>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1"/>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1"/>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1"/>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1"/>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1"/>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1"/>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1"/>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1"/>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1"/>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1"/>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1"/>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1"/>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1"/>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1"/>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1"/>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1"/>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1"/>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1"/>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1"/>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1"/>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1"/>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1"/>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1"/>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1"/>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1"/>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1"/>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1"/>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1"/>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1"/>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1"/>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1"/>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1"/>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1"/>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1"/>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1"/>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1"/>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1"/>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1"/>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1"/>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1"/>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1"/>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1"/>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1"/>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1"/>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1"/>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1"/>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1"/>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1"/>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1"/>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1"/>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1"/>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1"/>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1"/>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1"/>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1"/>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1"/>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1"/>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1"/>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1"/>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1"/>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1"/>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1"/>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1"/>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1"/>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1"/>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1"/>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1"/>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1"/>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1"/>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1"/>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1"/>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1"/>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1"/>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1"/>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1"/>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1"/>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1"/>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1"/>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1"/>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1"/>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1"/>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1"/>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1"/>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1"/>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1"/>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1"/>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1"/>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1"/>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1"/>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1"/>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1"/>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1"/>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1"/>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1"/>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1"/>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1"/>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1"/>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1"/>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1"/>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1"/>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1"/>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1"/>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1"/>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1"/>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1"/>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1"/>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1"/>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1"/>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1"/>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1"/>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1"/>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1"/>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1"/>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1"/>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1"/>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1"/>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1"/>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1"/>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1"/>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1"/>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1"/>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1"/>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1"/>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1"/>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1"/>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1"/>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1"/>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1"/>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1"/>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1"/>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1"/>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1"/>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1"/>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1"/>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1"/>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1"/>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1"/>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1"/>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1"/>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1"/>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1"/>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1"/>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1"/>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1"/>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1"/>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1"/>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1"/>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1"/>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1"/>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1"/>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1"/>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1"/>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1"/>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1"/>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1"/>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1"/>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1"/>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1"/>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1"/>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1"/>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1"/>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1"/>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1"/>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1"/>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1"/>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1"/>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1"/>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1"/>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1"/>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1"/>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1"/>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1"/>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1"/>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1"/>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1"/>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1"/>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1"/>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1"/>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1"/>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1"/>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1"/>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1"/>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1"/>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1"/>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1"/>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1"/>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1"/>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1"/>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1"/>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1"/>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1"/>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1"/>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1"/>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1"/>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1"/>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1"/>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1"/>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1"/>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1"/>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1"/>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1"/>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1"/>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1"/>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1"/>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1"/>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1"/>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1"/>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1"/>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1"/>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1"/>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1"/>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1"/>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1"/>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1"/>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1"/>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1"/>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1"/>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1"/>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1"/>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1"/>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1"/>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1"/>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1"/>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1"/>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1"/>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1"/>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1"/>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1"/>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1"/>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1"/>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1"/>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1"/>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1"/>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1"/>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1"/>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1"/>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1"/>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1"/>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1"/>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1"/>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1"/>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1"/>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1"/>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1"/>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1"/>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1"/>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1"/>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1"/>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1"/>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1"/>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1"/>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1"/>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1"/>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1"/>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1"/>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1"/>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1"/>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1"/>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1"/>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1"/>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1"/>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1"/>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1"/>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1"/>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1"/>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1"/>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1"/>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1"/>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1"/>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1"/>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1"/>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1"/>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1"/>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1"/>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1"/>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1"/>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1"/>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1"/>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1"/>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1"/>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1"/>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1"/>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1"/>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1"/>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1"/>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1"/>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1"/>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1"/>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1"/>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1"/>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1"/>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1"/>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1"/>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1"/>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1"/>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1"/>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1"/>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1"/>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1"/>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1"/>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1"/>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1"/>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1"/>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1"/>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1"/>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1"/>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1"/>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1"/>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1"/>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1"/>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1"/>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1"/>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1"/>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1"/>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1"/>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1"/>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1"/>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1"/>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1"/>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1"/>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1"/>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1"/>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1"/>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1"/>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1"/>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1"/>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1"/>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1"/>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1"/>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1"/>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1"/>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1"/>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1"/>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1"/>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1"/>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1"/>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1"/>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1"/>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1"/>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1"/>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1"/>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1"/>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1"/>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1"/>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1"/>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1"/>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1"/>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1"/>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1"/>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1"/>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1"/>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1"/>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1"/>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1"/>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1"/>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1"/>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1"/>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1"/>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1"/>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1"/>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1"/>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1"/>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1"/>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1"/>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1"/>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1"/>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1"/>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1"/>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1"/>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1"/>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1"/>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1"/>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1"/>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1"/>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1"/>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1"/>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1"/>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1"/>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1"/>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1"/>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1"/>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1"/>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1"/>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1"/>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1"/>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1"/>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1"/>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1"/>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1"/>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1"/>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1"/>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1"/>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1"/>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1"/>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1"/>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1"/>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1"/>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1"/>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1"/>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1"/>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1"/>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1"/>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1"/>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1"/>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1"/>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1"/>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1"/>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1"/>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1"/>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1"/>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1"/>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1"/>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1"/>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1"/>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1"/>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1"/>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1"/>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1"/>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1"/>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1"/>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1"/>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1"/>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1"/>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1"/>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1"/>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1"/>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1"/>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1"/>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1"/>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1"/>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1"/>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1"/>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1"/>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1"/>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1"/>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1"/>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1"/>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1"/>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1"/>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1"/>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1"/>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1"/>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1"/>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1"/>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1"/>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1"/>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1"/>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1"/>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1"/>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1"/>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1"/>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1"/>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1"/>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1"/>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1"/>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1"/>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1"/>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1"/>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1"/>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1"/>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1"/>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1"/>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1"/>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1"/>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1"/>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1"/>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1"/>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1"/>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1"/>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1"/>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1"/>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1"/>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1"/>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1"/>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1"/>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1"/>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1"/>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1"/>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1"/>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1"/>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1"/>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1"/>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1"/>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1"/>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1"/>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1"/>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1"/>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1"/>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1"/>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1"/>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1"/>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1"/>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1"/>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1"/>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1"/>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1"/>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1"/>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1"/>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1"/>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1"/>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1"/>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1"/>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1"/>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1"/>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1"/>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1"/>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1"/>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1"/>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1"/>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1"/>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1"/>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1"/>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1"/>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1"/>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1"/>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1"/>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1"/>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1"/>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1"/>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1"/>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1"/>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1"/>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1"/>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1"/>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1"/>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1"/>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1"/>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1"/>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1"/>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1"/>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1"/>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1"/>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1"/>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1"/>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1"/>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1"/>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1"/>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1"/>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1"/>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1"/>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1"/>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1"/>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1"/>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1"/>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1"/>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1"/>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1"/>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1"/>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1"/>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1"/>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1"/>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1"/>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1"/>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1"/>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1"/>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1"/>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1"/>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1"/>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1"/>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1"/>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1"/>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1"/>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1"/>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1"/>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1"/>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1"/>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1"/>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1"/>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1"/>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1"/>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1"/>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1"/>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1"/>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1"/>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1"/>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1"/>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1"/>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1"/>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1"/>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1"/>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1"/>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1"/>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1"/>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1"/>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1"/>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1"/>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1"/>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1"/>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1"/>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1"/>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1"/>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1"/>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1"/>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1"/>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1"/>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1"/>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1"/>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1"/>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1"/>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1"/>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1"/>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1"/>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1"/>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1"/>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1"/>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1"/>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1"/>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1"/>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1"/>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1"/>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1"/>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1"/>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1"/>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1"/>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1"/>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1"/>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1"/>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1"/>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1"/>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1"/>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1"/>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1"/>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1"/>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1"/>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1"/>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1"/>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1"/>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1"/>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1"/>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1"/>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1"/>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1"/>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1"/>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1"/>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1"/>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1"/>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1"/>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1"/>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1"/>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1"/>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1"/>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1"/>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1"/>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1"/>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1"/>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1"/>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1"/>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1"/>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1"/>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1"/>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1"/>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1"/>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1"/>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1"/>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1"/>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1"/>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1"/>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1"/>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1"/>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1"/>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1"/>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1"/>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1"/>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1"/>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1"/>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1"/>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1"/>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1"/>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1"/>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1"/>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1"/>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1"/>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1"/>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1"/>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1"/>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1"/>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1"/>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1"/>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1"/>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1"/>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1"/>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1"/>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1"/>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1"/>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1"/>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1"/>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1"/>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1"/>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1"/>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1"/>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1"/>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1"/>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1"/>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1"/>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1"/>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1"/>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1"/>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1"/>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1"/>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1"/>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1"/>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1"/>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1"/>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1"/>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1"/>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1"/>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1"/>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1"/>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1"/>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1"/>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1"/>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1"/>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1"/>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1"/>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1"/>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1"/>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1"/>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1"/>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1"/>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1"/>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1"/>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1"/>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1"/>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1"/>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1"/>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1"/>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1"/>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1"/>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1"/>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1"/>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1"/>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1"/>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1"/>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1"/>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1"/>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1"/>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1"/>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1"/>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1"/>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1"/>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1"/>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1"/>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1"/>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1"/>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1"/>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1"/>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1"/>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1"/>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1"/>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1"/>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1"/>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1"/>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1"/>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1"/>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1"/>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1"/>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1"/>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1"/>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1"/>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1"/>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1"/>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1"/>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1"/>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1"/>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1"/>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1"/>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1"/>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1"/>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1"/>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1"/>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1"/>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1"/>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1"/>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1"/>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1"/>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1"/>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1"/>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1"/>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1"/>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1"/>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1"/>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1"/>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1"/>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1"/>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1"/>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1"/>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1"/>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1"/>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1"/>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1"/>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1"/>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1"/>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1"/>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1"/>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1"/>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1"/>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1"/>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1"/>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1"/>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1"/>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1"/>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1"/>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1"/>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1"/>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1"/>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1"/>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1"/>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1"/>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1"/>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1"/>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1"/>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1"/>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1"/>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1"/>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1"/>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1"/>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1"/>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1"/>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1"/>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1"/>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1"/>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1"/>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1"/>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1"/>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1"/>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1"/>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1"/>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1"/>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1"/>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1"/>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1"/>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1"/>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1"/>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1"/>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1"/>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1"/>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1"/>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1"/>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1"/>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1"/>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1"/>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1"/>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1"/>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1"/>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1"/>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1"/>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1"/>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1"/>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1"/>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1"/>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1"/>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1"/>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1"/>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1"/>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1"/>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1"/>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1"/>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1"/>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1"/>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1"/>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1"/>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1"/>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1"/>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1"/>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1"/>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1"/>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1"/>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1"/>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1"/>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1"/>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1"/>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1"/>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1"/>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1"/>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1"/>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1"/>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1"/>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1"/>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1"/>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1"/>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1"/>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1"/>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1"/>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1"/>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1"/>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1"/>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1"/>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1"/>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1"/>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1"/>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1"/>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1"/>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1"/>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1"/>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1"/>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1"/>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1"/>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1"/>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1"/>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1"/>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1"/>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1"/>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1"/>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1"/>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1"/>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1"/>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1"/>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1"/>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1"/>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1"/>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1"/>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1"/>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1"/>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1"/>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1"/>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1"/>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1"/>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1"/>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1"/>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1"/>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1"/>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1"/>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1"/>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1"/>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1"/>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1"/>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1"/>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1"/>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1"/>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1"/>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1"/>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1"/>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1"/>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1"/>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1"/>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1"/>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1"/>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1"/>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1"/>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1"/>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1"/>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1"/>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1"/>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1"/>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1"/>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1"/>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1"/>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1"/>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1"/>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1"/>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1"/>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1"/>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1"/>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1"/>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1"/>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1"/>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1"/>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1"/>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1"/>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1"/>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1"/>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1"/>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1"/>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1"/>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1"/>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1"/>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1"/>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1"/>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1"/>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1"/>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1"/>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1"/>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1"/>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1"/>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1"/>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1"/>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1"/>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1"/>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1"/>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1"/>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1"/>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1"/>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1"/>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1"/>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1"/>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1"/>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1"/>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1"/>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1"/>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1"/>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1"/>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1"/>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1"/>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1"/>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1"/>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1"/>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1"/>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1"/>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1"/>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1"/>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1"/>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1"/>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1"/>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1"/>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1"/>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1"/>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1"/>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1"/>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1"/>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1"/>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1"/>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1"/>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1"/>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1"/>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1"/>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1"/>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1"/>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1"/>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1"/>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1"/>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1"/>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1"/>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1"/>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1"/>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1"/>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1"/>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1"/>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1"/>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1"/>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1"/>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1"/>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1"/>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1"/>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1"/>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1"/>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1"/>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1"/>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1"/>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1"/>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1"/>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1"/>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1"/>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1"/>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1"/>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1"/>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1"/>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1"/>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1"/>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1"/>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1"/>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1"/>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1"/>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1"/>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1"/>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1"/>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1"/>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1"/>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1"/>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1"/>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1"/>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1"/>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1"/>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1"/>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1"/>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1"/>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1"/>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1"/>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1"/>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1"/>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1"/>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1"/>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1"/>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1"/>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1"/>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1"/>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1"/>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1"/>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1"/>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1"/>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1"/>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1"/>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1"/>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1"/>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1"/>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1"/>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1"/>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1"/>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1"/>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1"/>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1"/>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1"/>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1"/>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1"/>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1"/>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1"/>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1"/>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1"/>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1"/>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1"/>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1"/>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1"/>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1"/>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1"/>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1"/>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1"/>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1"/>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1"/>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1"/>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1"/>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1"/>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1"/>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1"/>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1"/>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1"/>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1"/>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1"/>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1"/>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1"/>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1"/>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1"/>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1"/>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1"/>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1"/>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1"/>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1"/>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1"/>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1"/>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1"/>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1"/>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1"/>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1"/>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1"/>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1"/>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1"/>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1"/>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1"/>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1"/>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1"/>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1"/>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1"/>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1"/>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1"/>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1"/>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1"/>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1"/>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1"/>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1"/>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1"/>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1"/>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1"/>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1"/>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1"/>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1"/>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1"/>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1"/>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1"/>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1"/>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1"/>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1"/>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1"/>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1"/>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1"/>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1"/>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1"/>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1"/>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1"/>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1"/>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1"/>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1"/>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1"/>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1"/>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1"/>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1"/>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1"/>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1"/>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1"/>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1"/>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1"/>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1"/>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1"/>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1"/>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1"/>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1"/>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1"/>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1"/>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1"/>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1"/>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1"/>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1"/>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1"/>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1"/>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1"/>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1"/>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1"/>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1"/>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1"/>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1"/>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1"/>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1"/>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1"/>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1"/>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1"/>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1"/>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1"/>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1"/>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1"/>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1"/>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1"/>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1"/>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1"/>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1"/>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1"/>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1"/>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1"/>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1"/>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1"/>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1"/>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1"/>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1"/>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1"/>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1"/>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1"/>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1"/>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1"/>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1"/>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1"/>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1"/>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1"/>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1"/>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1"/>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1"/>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1"/>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1"/>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1"/>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1"/>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1"/>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1"/>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1"/>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1"/>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1"/>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1"/>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1"/>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1"/>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1"/>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1"/>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1"/>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1"/>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1"/>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1"/>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1"/>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1"/>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1"/>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1"/>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1"/>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1"/>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1"/>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1"/>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1"/>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1"/>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1"/>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1"/>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1"/>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1"/>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1"/>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1"/>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1"/>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1"/>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1"/>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1"/>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1"/>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1"/>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1"/>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1"/>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1"/>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1"/>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1"/>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1"/>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1"/>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1"/>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1"/>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1"/>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1"/>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1"/>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1"/>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1"/>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1"/>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1"/>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1"/>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1"/>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1"/>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1"/>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1"/>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1"/>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1"/>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1"/>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1"/>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1"/>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1"/>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1"/>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1"/>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1"/>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1"/>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1"/>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1"/>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1"/>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1"/>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1"/>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1"/>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1"/>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1"/>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1"/>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1"/>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1"/>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1"/>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1"/>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1"/>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1"/>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1"/>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1"/>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1"/>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1"/>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1"/>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1"/>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1"/>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1"/>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1"/>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1"/>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1"/>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1"/>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1"/>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1"/>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1"/>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1"/>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1"/>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1"/>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1"/>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1"/>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1"/>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1"/>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1"/>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1"/>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1"/>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1"/>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1"/>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1"/>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1"/>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1"/>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1"/>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1"/>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1"/>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1"/>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1"/>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1"/>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1"/>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1"/>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1"/>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1"/>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1"/>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1"/>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1"/>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1"/>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1"/>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1"/>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1"/>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1"/>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1"/>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1"/>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1"/>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1"/>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1"/>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1"/>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1"/>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1"/>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1"/>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1"/>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1"/>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1"/>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1"/>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1"/>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1"/>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1"/>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1"/>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1"/>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1"/>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1"/>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1"/>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1"/>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1"/>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1"/>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1"/>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1"/>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1"/>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1"/>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1"/>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1"/>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1"/>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1"/>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1"/>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1"/>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1"/>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1"/>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1"/>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1"/>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1"/>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1"/>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1"/>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1"/>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1"/>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1"/>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1"/>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1"/>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1"/>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1"/>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1"/>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1"/>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1"/>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1"/>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1"/>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1"/>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1"/>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1"/>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1"/>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1"/>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1"/>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1"/>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1"/>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1"/>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1"/>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1"/>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1"/>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1"/>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1"/>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1"/>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1"/>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1"/>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1"/>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1"/>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1"/>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1"/>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1"/>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1"/>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1"/>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1"/>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1"/>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1"/>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1"/>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1"/>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1"/>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1"/>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1"/>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1"/>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1"/>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1"/>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1"/>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1"/>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1"/>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1"/>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1"/>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1"/>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1"/>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1"/>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1"/>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1"/>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1"/>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1"/>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1"/>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1"/>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1"/>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1"/>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1"/>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1"/>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1"/>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1"/>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1"/>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1"/>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1"/>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1"/>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1"/>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1"/>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1"/>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1"/>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1"/>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1"/>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1"/>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1"/>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1"/>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1"/>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1"/>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1"/>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1"/>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1"/>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1"/>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1"/>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1"/>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1"/>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1"/>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1"/>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1"/>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1"/>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1"/>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1"/>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1"/>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1"/>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1"/>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1"/>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1"/>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1"/>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1"/>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1"/>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1"/>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1"/>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1"/>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1"/>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1"/>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1"/>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1"/>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1"/>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1"/>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1"/>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1"/>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1"/>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1"/>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1"/>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1"/>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1"/>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1"/>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1"/>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1"/>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1"/>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1"/>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1"/>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1"/>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1"/>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1"/>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1"/>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1"/>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1"/>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1"/>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1"/>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1"/>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1"/>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1"/>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1"/>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1"/>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1"/>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1"/>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1"/>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1"/>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1"/>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1"/>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1"/>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1"/>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1"/>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1"/>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1"/>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1"/>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1"/>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1"/>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1"/>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1"/>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1"/>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1"/>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1"/>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1"/>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1"/>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1"/>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1"/>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1"/>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1"/>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1"/>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1"/>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1"/>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1"/>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1"/>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1"/>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1"/>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1"/>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1"/>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1"/>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1"/>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1"/>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1"/>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1"/>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1"/>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1"/>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1"/>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1"/>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1"/>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1"/>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1"/>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1"/>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1"/>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1"/>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1"/>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1"/>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1"/>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1"/>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1"/>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1"/>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1"/>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1"/>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1"/>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1"/>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1"/>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1"/>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1"/>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1"/>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1"/>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1"/>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1"/>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1"/>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1"/>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1"/>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1"/>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1"/>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1"/>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1"/>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1"/>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1"/>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1"/>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1"/>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1"/>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1"/>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1"/>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1"/>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1"/>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1"/>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1"/>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1"/>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1"/>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1"/>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1"/>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1"/>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1"/>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1"/>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1"/>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1"/>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1"/>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1"/>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1"/>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1"/>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1"/>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1"/>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1"/>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1"/>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1"/>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1"/>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1"/>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1"/>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1"/>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1"/>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1"/>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1"/>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1"/>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1"/>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1"/>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1"/>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1"/>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1"/>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1"/>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1"/>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1"/>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1"/>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1"/>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1"/>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1"/>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1"/>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1"/>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1"/>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1"/>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1"/>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1"/>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1"/>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1"/>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1"/>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1"/>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1"/>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1"/>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1"/>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1"/>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1"/>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1"/>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1"/>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1"/>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1"/>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1"/>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1"/>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1"/>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1"/>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1"/>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1"/>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1"/>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1"/>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1"/>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1"/>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1"/>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1"/>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1"/>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1"/>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1"/>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1"/>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1"/>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1"/>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1"/>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1"/>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1"/>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1"/>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1"/>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1"/>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1"/>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1"/>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1"/>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1"/>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1"/>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1"/>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1"/>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1"/>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1"/>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1"/>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1"/>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1"/>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1"/>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1"/>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1"/>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1"/>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1"/>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1"/>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1"/>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1"/>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1"/>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1"/>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1"/>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1"/>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1"/>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1"/>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1"/>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1"/>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1"/>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1"/>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1"/>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1"/>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1"/>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1"/>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1"/>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1"/>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1"/>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1"/>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1"/>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1"/>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1"/>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1"/>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1"/>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1"/>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1"/>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1"/>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1"/>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1"/>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1"/>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1"/>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1"/>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1"/>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1"/>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1"/>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1"/>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1"/>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1"/>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1"/>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1"/>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1"/>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1"/>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1"/>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1"/>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1"/>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1"/>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1"/>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1"/>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1"/>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1"/>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1"/>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1"/>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1"/>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1"/>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1"/>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1"/>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1"/>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1"/>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1"/>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1"/>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1"/>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1"/>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1"/>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1"/>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1"/>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1"/>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1"/>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1"/>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1"/>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1"/>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1"/>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1"/>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1"/>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1"/>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1"/>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1"/>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1"/>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1"/>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1"/>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1"/>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1"/>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1"/>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1"/>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1"/>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1"/>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1"/>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1"/>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1"/>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1"/>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1"/>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1"/>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1"/>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1"/>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1"/>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1"/>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1"/>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1"/>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1"/>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1"/>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1"/>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1"/>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1"/>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1"/>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1"/>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1"/>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1"/>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1"/>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1"/>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1"/>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1"/>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1"/>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1"/>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1"/>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1"/>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1"/>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1"/>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1"/>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1"/>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1"/>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1"/>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1"/>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1"/>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1"/>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1"/>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1"/>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1"/>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1"/>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1"/>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1"/>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1"/>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1"/>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1"/>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1"/>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1"/>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1"/>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1"/>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1"/>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1"/>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1"/>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1"/>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1"/>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1"/>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1"/>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1"/>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1"/>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1"/>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1"/>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1"/>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1"/>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1"/>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1"/>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1"/>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1"/>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1"/>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1"/>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1"/>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1"/>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1"/>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1"/>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1"/>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1"/>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1"/>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1"/>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1"/>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1"/>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1"/>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1"/>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1"/>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1"/>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1"/>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1"/>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1"/>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1"/>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1"/>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1"/>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1"/>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1"/>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1"/>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1"/>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1"/>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1"/>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1"/>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1"/>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1"/>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1"/>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1"/>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1"/>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1"/>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1"/>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1"/>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1"/>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1"/>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1"/>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1"/>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1"/>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1"/>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1"/>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1"/>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1"/>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1"/>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1"/>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1"/>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1"/>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1"/>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1"/>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1"/>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1"/>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1"/>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1"/>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1"/>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1"/>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1"/>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1"/>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1"/>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1"/>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1"/>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1"/>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1"/>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1"/>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1"/>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1"/>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1"/>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1"/>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1"/>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1"/>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1"/>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1"/>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1"/>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1"/>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1"/>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1"/>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1"/>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1"/>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1"/>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1"/>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1"/>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1"/>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1"/>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1"/>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1"/>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1"/>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1"/>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1"/>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1"/>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1"/>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1"/>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1"/>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1"/>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1"/>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1"/>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1"/>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1"/>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1"/>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1"/>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1"/>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1"/>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1"/>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1"/>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1"/>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1"/>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1"/>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1"/>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1"/>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1"/>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1"/>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1"/>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1"/>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1"/>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1"/>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1"/>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1"/>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1"/>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1"/>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1"/>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1"/>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1"/>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1"/>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1"/>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1"/>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1"/>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1"/>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1"/>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1"/>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1"/>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1"/>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1"/>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1"/>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1"/>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1"/>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1"/>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1"/>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1"/>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1"/>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1"/>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1"/>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1"/>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1"/>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1"/>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1"/>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1"/>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1"/>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1"/>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1"/>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1"/>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1"/>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1"/>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1"/>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1"/>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1"/>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1"/>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1"/>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1"/>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1"/>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1"/>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1"/>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1"/>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1"/>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1"/>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1"/>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1"/>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1"/>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1"/>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1"/>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1"/>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1"/>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1"/>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1"/>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1"/>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1"/>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1"/>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1"/>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1"/>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1"/>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1"/>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1"/>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1"/>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1"/>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1"/>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1"/>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1"/>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1"/>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1"/>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1"/>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1"/>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1"/>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1"/>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1"/>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1"/>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1"/>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1"/>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1"/>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1"/>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1"/>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1"/>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1"/>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1"/>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1"/>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1"/>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1"/>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1"/>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1"/>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1"/>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1"/>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1"/>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1"/>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1"/>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1"/>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1"/>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1"/>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1"/>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1"/>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1"/>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1"/>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1"/>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1"/>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1"/>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1"/>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1"/>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1"/>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1"/>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1"/>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1"/>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1"/>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1"/>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1"/>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1"/>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1"/>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1"/>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1"/>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1"/>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1"/>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1"/>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1"/>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1"/>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1"/>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1"/>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1"/>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1"/>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1"/>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1"/>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1"/>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1"/>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1"/>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1"/>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1"/>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1"/>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1"/>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1"/>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1"/>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1"/>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1"/>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1"/>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1"/>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1"/>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1"/>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1"/>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1"/>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1"/>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1"/>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1"/>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1"/>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1"/>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1"/>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1"/>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1"/>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1"/>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1"/>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1"/>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1"/>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1"/>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1"/>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1"/>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1"/>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1"/>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1"/>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1"/>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1"/>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1"/>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1"/>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1"/>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1"/>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1"/>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1"/>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1"/>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1"/>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1"/>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1"/>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1"/>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1"/>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1"/>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1"/>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1"/>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1"/>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1"/>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1"/>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1"/>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1"/>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1"/>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1"/>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1"/>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1"/>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1"/>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1"/>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1"/>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1"/>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1"/>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1"/>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1"/>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1"/>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1"/>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1"/>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1"/>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1"/>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1"/>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1"/>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1"/>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1"/>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1"/>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1"/>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1"/>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1"/>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1"/>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1"/>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1"/>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1"/>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1"/>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1"/>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1"/>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1"/>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1"/>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1"/>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1"/>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1"/>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1"/>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1"/>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1"/>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1"/>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1"/>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1"/>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1"/>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1"/>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1"/>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1"/>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1"/>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1"/>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1"/>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1"/>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1"/>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1"/>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1"/>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1"/>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1"/>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1"/>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1"/>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1"/>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1"/>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1"/>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1"/>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1"/>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1"/>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1"/>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1"/>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1"/>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1"/>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1"/>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1"/>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1"/>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1"/>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1"/>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1"/>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1"/>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1"/>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1"/>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1"/>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1"/>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1"/>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1"/>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1"/>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1"/>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1"/>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1"/>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1"/>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1"/>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1"/>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1"/>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1"/>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1"/>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1"/>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1"/>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1"/>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1"/>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1"/>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1"/>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1"/>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1"/>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1"/>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1"/>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1"/>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1"/>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1"/>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1"/>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1"/>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1"/>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1"/>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1"/>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1"/>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1"/>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1"/>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1"/>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1"/>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1"/>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1"/>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1"/>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1"/>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1"/>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1"/>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1"/>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1"/>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1"/>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1"/>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1"/>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1"/>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1"/>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1"/>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1"/>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1"/>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1"/>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1"/>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1"/>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1"/>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1"/>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1"/>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1"/>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1"/>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1"/>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1"/>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1"/>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1"/>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1"/>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1"/>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1"/>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1"/>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1"/>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1"/>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1"/>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1"/>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1"/>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1"/>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1"/>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1"/>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1"/>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1"/>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1"/>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1"/>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1"/>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1"/>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1"/>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1"/>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1"/>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1"/>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1"/>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1"/>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1"/>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1"/>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1"/>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1"/>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1"/>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1"/>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1"/>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1"/>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1"/>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1"/>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1"/>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1"/>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1"/>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1"/>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1"/>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1"/>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1"/>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1"/>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1"/>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1"/>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1"/>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1"/>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1"/>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1"/>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1"/>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1"/>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1"/>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1"/>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1"/>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1"/>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1"/>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1"/>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1"/>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1"/>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1"/>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1"/>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1"/>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1"/>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1"/>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1"/>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1"/>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1"/>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1"/>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1"/>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1"/>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1"/>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1"/>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1"/>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1"/>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1"/>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1"/>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1"/>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1"/>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1"/>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1"/>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1"/>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1"/>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1"/>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1"/>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1"/>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1"/>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1"/>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1"/>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1"/>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1"/>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1"/>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1"/>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1"/>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1"/>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1"/>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1"/>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1"/>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1"/>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1"/>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1"/>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1"/>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1"/>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1"/>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1"/>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1"/>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1"/>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1"/>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1"/>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1"/>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1"/>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1"/>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1"/>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1"/>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1"/>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1"/>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1"/>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1"/>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1"/>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1"/>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1"/>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1"/>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1"/>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1"/>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1"/>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1"/>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1"/>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1"/>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1"/>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1"/>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1"/>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1"/>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1"/>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1"/>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1"/>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1"/>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1"/>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1"/>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1"/>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1"/>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1"/>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1"/>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1"/>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1"/>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1"/>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1"/>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1"/>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1"/>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1"/>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1"/>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1"/>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1"/>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1"/>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1"/>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1"/>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1"/>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1"/>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1"/>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1"/>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1"/>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1"/>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1"/>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1"/>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1"/>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1"/>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1"/>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1"/>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1"/>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1"/>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1"/>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1"/>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1"/>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1"/>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1"/>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1"/>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1"/>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1"/>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1"/>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1"/>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1"/>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1"/>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1"/>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1"/>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1"/>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1"/>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1"/>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1"/>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1"/>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1"/>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1"/>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1"/>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1"/>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1"/>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1"/>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1"/>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1"/>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1"/>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1"/>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1"/>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1"/>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1"/>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1"/>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1"/>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1"/>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1"/>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1"/>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1"/>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1"/>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1"/>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1"/>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1"/>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1"/>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1"/>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1"/>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1"/>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1"/>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1"/>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1"/>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1"/>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1"/>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1"/>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1"/>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1"/>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1"/>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1"/>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1"/>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1"/>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1"/>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1"/>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1"/>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1"/>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1"/>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1"/>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1"/>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1"/>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1"/>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1"/>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1"/>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1"/>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1"/>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1"/>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1"/>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1"/>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1"/>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1"/>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1"/>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1"/>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1"/>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1"/>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1"/>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1"/>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1"/>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1"/>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1"/>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1"/>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1"/>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1"/>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1"/>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1"/>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1"/>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1"/>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1"/>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1"/>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1"/>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1"/>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1"/>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1"/>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1"/>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1"/>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1"/>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1"/>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1"/>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1"/>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1"/>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1"/>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1"/>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1"/>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1"/>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1"/>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1"/>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1"/>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1"/>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1"/>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1"/>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1"/>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1"/>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1"/>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1"/>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1"/>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1"/>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1"/>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1"/>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1"/>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1"/>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1"/>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1"/>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1"/>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1"/>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1"/>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1"/>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1"/>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1"/>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1"/>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1"/>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1"/>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1"/>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1"/>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1"/>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1"/>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1"/>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1"/>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1"/>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1"/>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1"/>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1"/>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1"/>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1"/>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1"/>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1"/>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1"/>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1"/>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1"/>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1"/>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1"/>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1"/>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1"/>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1"/>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1"/>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1"/>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1"/>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1"/>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1"/>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1"/>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1"/>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1"/>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1"/>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1"/>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1"/>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1"/>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1"/>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1"/>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1"/>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1"/>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1"/>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1"/>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1"/>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1"/>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1"/>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1"/>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1"/>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1"/>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1"/>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1"/>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1"/>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1"/>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1"/>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1"/>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1"/>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1"/>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1"/>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1"/>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1"/>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1"/>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1"/>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1"/>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1"/>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1"/>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1"/>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1"/>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1"/>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1"/>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1"/>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1"/>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1"/>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1"/>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1"/>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1"/>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1"/>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1"/>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1"/>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1"/>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1"/>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1"/>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1"/>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1"/>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1"/>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1"/>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1"/>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1"/>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1"/>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1"/>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1"/>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1"/>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1"/>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1"/>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1"/>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1"/>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1"/>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1"/>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1"/>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1"/>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1"/>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1"/>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1"/>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1"/>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1"/>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1"/>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1"/>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1"/>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1"/>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1"/>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1"/>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1"/>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1"/>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1"/>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1"/>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1"/>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1"/>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1"/>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1"/>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1"/>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1"/>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1"/>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1"/>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1"/>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1"/>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1"/>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1"/>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1"/>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1"/>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1"/>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1"/>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1"/>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1"/>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1"/>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1"/>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1"/>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1"/>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1"/>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1"/>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1"/>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1"/>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1"/>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1"/>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1"/>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1"/>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1"/>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1"/>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1"/>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1"/>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1"/>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1"/>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1"/>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1"/>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1"/>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1"/>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1"/>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1"/>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1"/>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1"/>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1"/>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1"/>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1"/>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1"/>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1"/>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1"/>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1"/>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1"/>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1"/>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1"/>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1"/>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1"/>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1"/>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1"/>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1"/>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1"/>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1"/>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1"/>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1"/>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1"/>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1"/>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1"/>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1"/>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1"/>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1"/>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1"/>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1"/>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1"/>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1"/>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1"/>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1"/>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1"/>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1"/>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1"/>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1"/>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1"/>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1"/>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1"/>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1"/>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1"/>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1"/>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1"/>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1"/>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1"/>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1"/>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1"/>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1"/>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1"/>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1"/>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1"/>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1"/>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1"/>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1"/>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1"/>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1"/>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1"/>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1"/>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1"/>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1"/>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1"/>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1"/>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1"/>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1"/>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1"/>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1"/>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1"/>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1"/>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1"/>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1"/>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1"/>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1"/>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1"/>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1"/>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1"/>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1"/>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1"/>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1"/>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1"/>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1"/>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1"/>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1"/>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1"/>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1"/>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1"/>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1"/>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1"/>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1"/>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1"/>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1"/>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1"/>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1"/>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1"/>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1"/>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1"/>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1"/>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1"/>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1"/>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1"/>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1"/>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1"/>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1"/>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1"/>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1"/>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1"/>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1"/>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1"/>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1"/>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1"/>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1"/>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1"/>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1"/>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1"/>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1"/>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1"/>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1"/>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1"/>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1"/>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1"/>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1"/>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1"/>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1"/>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1"/>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1"/>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1"/>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1"/>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1"/>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1"/>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1"/>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1"/>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1"/>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1"/>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1"/>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1"/>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1"/>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1"/>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1"/>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1"/>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1"/>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1"/>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1"/>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1"/>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1"/>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1"/>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1"/>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1"/>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1"/>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1"/>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1"/>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1"/>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1"/>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1"/>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1"/>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1"/>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1"/>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1"/>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1"/>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1"/>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1"/>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1"/>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1"/>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1"/>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1"/>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1"/>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1"/>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1"/>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1"/>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1"/>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1"/>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1"/>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1"/>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1"/>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1"/>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1"/>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1"/>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1"/>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1"/>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1"/>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1"/>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1"/>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1"/>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1"/>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1"/>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1"/>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1"/>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1"/>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1"/>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1"/>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1"/>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1"/>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1"/>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1"/>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1"/>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1"/>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1"/>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1"/>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1"/>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1"/>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1"/>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1"/>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1"/>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1"/>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1"/>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1"/>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1"/>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1"/>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1"/>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1"/>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1"/>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1"/>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1"/>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1"/>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1"/>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1"/>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1"/>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1"/>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1"/>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1"/>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1"/>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1"/>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1"/>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1"/>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1"/>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1"/>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1"/>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1"/>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1"/>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1"/>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1"/>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1"/>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1"/>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1"/>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1"/>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1"/>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1"/>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1"/>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1"/>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1"/>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1"/>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1"/>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1"/>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1"/>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1"/>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1"/>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1"/>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1"/>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1"/>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1"/>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1"/>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1"/>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1"/>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1"/>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1"/>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1"/>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1"/>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1"/>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1"/>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1"/>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1"/>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1"/>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1"/>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1"/>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1"/>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1"/>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1"/>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1"/>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1"/>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1"/>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1"/>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1"/>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1"/>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1"/>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1"/>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1"/>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1"/>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1"/>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1"/>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1"/>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1"/>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1"/>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1"/>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1"/>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1"/>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1"/>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1"/>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1"/>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1"/>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1"/>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1"/>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1"/>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1"/>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1"/>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1"/>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1"/>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1"/>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1"/>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1"/>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1"/>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1"/>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1"/>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1"/>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1"/>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1"/>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1"/>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1"/>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1"/>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1"/>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1"/>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1"/>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1"/>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1"/>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1"/>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1"/>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1"/>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1"/>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1"/>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1"/>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1"/>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1"/>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1"/>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1"/>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1"/>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1"/>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1"/>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1"/>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1"/>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1"/>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1"/>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1"/>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1"/>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1"/>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1"/>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1"/>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1"/>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1"/>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1"/>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1"/>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1"/>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1"/>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1"/>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1"/>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1"/>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1"/>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1"/>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1"/>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1"/>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1"/>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1"/>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1"/>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1"/>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1"/>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1"/>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1"/>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1"/>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1"/>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1"/>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1"/>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1"/>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1"/>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1"/>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1"/>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1"/>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1"/>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1"/>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1"/>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1"/>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1"/>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1"/>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1"/>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1"/>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1"/>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1"/>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1"/>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1"/>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1"/>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1"/>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1"/>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1"/>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1"/>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1"/>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1"/>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1"/>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1"/>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1"/>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1"/>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1"/>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1"/>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1"/>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1"/>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1"/>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1"/>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1"/>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1"/>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1"/>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1"/>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1"/>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1"/>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1"/>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1"/>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1"/>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1"/>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1"/>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1"/>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1"/>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1"/>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1"/>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1"/>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1"/>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1"/>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1"/>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1"/>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1"/>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1"/>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1"/>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1"/>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1"/>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1"/>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1"/>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1"/>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1"/>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1"/>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1"/>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1"/>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1"/>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1"/>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1"/>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1"/>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1"/>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1"/>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1"/>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1"/>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1"/>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1"/>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1"/>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1"/>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1"/>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1"/>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1"/>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1"/>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1"/>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1"/>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1"/>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1"/>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1"/>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1"/>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1"/>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1"/>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1"/>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1"/>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1"/>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1"/>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1"/>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1"/>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1"/>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1"/>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1"/>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1"/>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1"/>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1"/>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1"/>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1"/>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1"/>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1"/>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1"/>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1"/>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1"/>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1"/>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1"/>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1"/>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1"/>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1"/>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1"/>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1"/>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1"/>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1"/>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1"/>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1"/>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1"/>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1"/>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1"/>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1"/>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1"/>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1"/>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1"/>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1"/>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1"/>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1"/>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1"/>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1"/>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1"/>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1"/>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1"/>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1"/>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1"/>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1"/>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1"/>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1"/>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1"/>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1"/>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1"/>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1"/>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1"/>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1"/>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1"/>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1"/>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1"/>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1"/>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1"/>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1"/>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1"/>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1"/>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1"/>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1"/>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1"/>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1"/>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1"/>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1"/>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1"/>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1"/>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1"/>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1"/>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1"/>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1"/>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1"/>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1"/>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1"/>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1"/>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1"/>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1"/>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1"/>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1"/>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1"/>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1"/>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1"/>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1"/>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1"/>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1"/>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1"/>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1"/>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1"/>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1"/>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1"/>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1"/>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1"/>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1"/>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1"/>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1"/>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1"/>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1"/>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1"/>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1"/>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1"/>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1"/>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1"/>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1"/>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1"/>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1"/>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1"/>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1"/>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1"/>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1"/>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1"/>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1"/>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1"/>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1"/>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1"/>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1"/>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1"/>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1"/>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1"/>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1"/>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1"/>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1"/>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1"/>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1"/>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1"/>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1"/>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1"/>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1"/>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1"/>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1"/>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1"/>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1"/>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1"/>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1"/>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1"/>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1"/>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1"/>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1"/>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1"/>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1"/>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1"/>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1"/>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1"/>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1"/>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1"/>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1"/>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1"/>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1"/>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1"/>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1"/>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1"/>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1"/>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1"/>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1"/>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1"/>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1"/>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1"/>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1"/>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1"/>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1"/>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1"/>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1"/>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1"/>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1"/>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1"/>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1"/>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1"/>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1"/>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1"/>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1"/>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1"/>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1"/>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1"/>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1"/>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1"/>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1"/>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1"/>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1"/>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1"/>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1"/>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1"/>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1"/>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1"/>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1"/>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1"/>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1"/>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1"/>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1"/>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1"/>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1"/>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1"/>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1"/>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1"/>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1"/>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1"/>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1"/>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1"/>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1"/>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1"/>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1"/>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1"/>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1"/>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1"/>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1"/>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1"/>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1"/>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1"/>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1"/>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1"/>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1"/>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1"/>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1"/>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1"/>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1"/>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1"/>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1"/>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1"/>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1"/>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1"/>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1"/>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1"/>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1"/>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1"/>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1"/>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1"/>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1"/>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1"/>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1"/>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1"/>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1"/>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1"/>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1"/>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1"/>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1"/>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1"/>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1"/>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1"/>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1"/>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1"/>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1"/>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1"/>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1"/>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1"/>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1"/>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1"/>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1"/>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1"/>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1"/>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1"/>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1"/>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1"/>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1"/>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1"/>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1"/>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1"/>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1"/>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1"/>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1"/>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1"/>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1"/>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1"/>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1"/>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1"/>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1"/>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1"/>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1"/>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1"/>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1"/>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1"/>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1"/>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1"/>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1"/>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1"/>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1"/>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1"/>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1"/>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1"/>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1"/>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1"/>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1"/>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1"/>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1"/>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1"/>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1"/>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1"/>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1"/>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1"/>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1"/>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1"/>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1"/>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1"/>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1"/>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1"/>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1"/>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1"/>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1"/>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1"/>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1"/>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1"/>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1"/>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1"/>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1"/>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1"/>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1"/>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1"/>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1"/>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1"/>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1"/>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1"/>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1"/>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1"/>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1"/>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1"/>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1"/>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1"/>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1"/>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1"/>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1"/>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1"/>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1"/>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1"/>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1"/>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1"/>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1"/>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1"/>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1"/>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1"/>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1"/>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1"/>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1"/>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1"/>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1"/>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1"/>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1"/>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1"/>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1"/>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1"/>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1"/>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1"/>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1"/>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1"/>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1"/>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1"/>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1"/>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1"/>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1"/>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1"/>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1"/>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1"/>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1"/>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1"/>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1"/>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1"/>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1"/>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1"/>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1"/>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1"/>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1"/>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1"/>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1"/>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1"/>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1"/>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1"/>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1"/>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1"/>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1"/>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1"/>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1"/>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1"/>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1"/>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1"/>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1"/>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1"/>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1"/>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1"/>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1"/>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1"/>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1"/>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1"/>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1"/>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1"/>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1"/>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1"/>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1"/>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1"/>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1"/>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1"/>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1"/>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1"/>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1"/>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1"/>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1"/>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1"/>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1"/>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1"/>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1"/>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1"/>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1"/>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1"/>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1"/>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1"/>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1"/>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1"/>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1"/>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1"/>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1"/>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1"/>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1"/>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1"/>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1"/>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1"/>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1"/>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1"/>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1"/>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1"/>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1"/>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1"/>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1"/>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1"/>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1"/>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1"/>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1"/>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1"/>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1"/>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1"/>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1"/>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1"/>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1"/>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1"/>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1"/>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1"/>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1"/>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1"/>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1"/>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1"/>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1"/>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1"/>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1"/>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1"/>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1"/>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1"/>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1"/>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1"/>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1"/>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1"/>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1"/>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1"/>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1"/>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1"/>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1"/>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1"/>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1"/>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1"/>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1"/>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1"/>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1"/>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1"/>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1"/>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1"/>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1"/>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1"/>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1"/>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1"/>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1"/>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1"/>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1"/>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1"/>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1"/>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1"/>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1"/>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1"/>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1"/>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1"/>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1"/>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1"/>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1"/>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1"/>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1"/>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1"/>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1"/>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1"/>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1"/>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1"/>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1"/>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1"/>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1"/>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1"/>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1"/>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1"/>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1"/>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1"/>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1"/>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1"/>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1"/>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1"/>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1"/>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1"/>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1"/>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1"/>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1"/>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1"/>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1"/>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1"/>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1"/>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1"/>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1"/>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1"/>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1"/>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1"/>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1"/>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1"/>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1"/>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1"/>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1"/>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1"/>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1"/>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1"/>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1"/>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1"/>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1"/>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1"/>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1"/>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1"/>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1"/>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1"/>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1"/>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1"/>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1"/>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1"/>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1"/>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1"/>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1"/>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1"/>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1"/>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1"/>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1"/>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1"/>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1"/>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1"/>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1"/>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1"/>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1"/>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1"/>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1"/>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1"/>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1"/>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1"/>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1"/>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1"/>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1"/>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1"/>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1"/>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1"/>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1"/>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1"/>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1"/>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1"/>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1"/>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1"/>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1"/>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1"/>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1"/>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1"/>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1"/>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1"/>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1"/>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25" name="Shape 8325"/>
        <p:cNvGrpSpPr/>
        <p:nvPr/>
      </p:nvGrpSpPr>
      <p:grpSpPr>
        <a:xfrm>
          <a:off x="0" y="0"/>
          <a:ext cx="0" cy="0"/>
          <a:chOff x="0" y="0"/>
          <a:chExt cx="0" cy="0"/>
        </a:xfrm>
      </p:grpSpPr>
      <p:grpSp>
        <p:nvGrpSpPr>
          <p:cNvPr id="8326" name="Google Shape;8326;p82"/>
          <p:cNvGrpSpPr/>
          <p:nvPr/>
        </p:nvGrpSpPr>
        <p:grpSpPr>
          <a:xfrm>
            <a:off x="2100561" y="3398658"/>
            <a:ext cx="1102891" cy="760337"/>
            <a:chOff x="4967783" y="2151471"/>
            <a:chExt cx="3920692" cy="2702940"/>
          </a:xfrm>
        </p:grpSpPr>
        <p:grpSp>
          <p:nvGrpSpPr>
            <p:cNvPr id="8327" name="Google Shape;8327;p82"/>
            <p:cNvGrpSpPr/>
            <p:nvPr/>
          </p:nvGrpSpPr>
          <p:grpSpPr>
            <a:xfrm>
              <a:off x="5045709" y="2252109"/>
              <a:ext cx="3761071" cy="2501708"/>
              <a:chOff x="2691784" y="1805334"/>
              <a:chExt cx="3761071" cy="2501708"/>
            </a:xfrm>
          </p:grpSpPr>
          <p:sp>
            <p:nvSpPr>
              <p:cNvPr id="8328" name="Google Shape;8328;p82"/>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2"/>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2"/>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2"/>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2"/>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2"/>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2"/>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82"/>
            <p:cNvGrpSpPr/>
            <p:nvPr/>
          </p:nvGrpSpPr>
          <p:grpSpPr>
            <a:xfrm>
              <a:off x="4967783" y="2151471"/>
              <a:ext cx="3920692" cy="2702940"/>
              <a:chOff x="2613858" y="1704696"/>
              <a:chExt cx="3920692" cy="2702940"/>
            </a:xfrm>
          </p:grpSpPr>
          <p:sp>
            <p:nvSpPr>
              <p:cNvPr id="8336" name="Google Shape;8336;p82"/>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2"/>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2"/>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2"/>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2"/>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1" name="Google Shape;8341;p82"/>
          <p:cNvGrpSpPr/>
          <p:nvPr/>
        </p:nvGrpSpPr>
        <p:grpSpPr>
          <a:xfrm>
            <a:off x="3504470" y="1286935"/>
            <a:ext cx="1561911" cy="708580"/>
            <a:chOff x="3530532" y="1496185"/>
            <a:chExt cx="1561911" cy="708580"/>
          </a:xfrm>
        </p:grpSpPr>
        <p:grpSp>
          <p:nvGrpSpPr>
            <p:cNvPr id="8342" name="Google Shape;8342;p82"/>
            <p:cNvGrpSpPr/>
            <p:nvPr/>
          </p:nvGrpSpPr>
          <p:grpSpPr>
            <a:xfrm>
              <a:off x="3720318" y="1857562"/>
              <a:ext cx="1372125" cy="54"/>
              <a:chOff x="3720318" y="1857562"/>
              <a:chExt cx="1372125" cy="54"/>
            </a:xfrm>
          </p:grpSpPr>
          <p:cxnSp>
            <p:nvCxnSpPr>
              <p:cNvPr id="8343" name="Google Shape;8343;p82"/>
              <p:cNvCxnSpPr>
                <a:endCxn id="8344"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345" name="Google Shape;8345;p82"/>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346" name="Google Shape;8346;p82"/>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347" name="Google Shape;8347;p82"/>
              <p:cNvCxnSpPr>
                <a:stCxn id="8344"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348" name="Google Shape;8348;p82"/>
            <p:cNvGrpSpPr/>
            <p:nvPr/>
          </p:nvGrpSpPr>
          <p:grpSpPr>
            <a:xfrm>
              <a:off x="3567462" y="1496185"/>
              <a:ext cx="286500" cy="272914"/>
              <a:chOff x="3567462" y="1496185"/>
              <a:chExt cx="286500" cy="272914"/>
            </a:xfrm>
          </p:grpSpPr>
          <p:cxnSp>
            <p:nvCxnSpPr>
              <p:cNvPr id="8349" name="Google Shape;8349;p82"/>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350" name="Google Shape;8350;p82"/>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1" name="Google Shape;8351;p82"/>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2"/>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3" name="Google Shape;8353;p82"/>
            <p:cNvGrpSpPr/>
            <p:nvPr/>
          </p:nvGrpSpPr>
          <p:grpSpPr>
            <a:xfrm>
              <a:off x="3929014" y="1960574"/>
              <a:ext cx="286500" cy="242342"/>
              <a:chOff x="3929014" y="1960574"/>
              <a:chExt cx="286500" cy="242342"/>
            </a:xfrm>
          </p:grpSpPr>
          <p:cxnSp>
            <p:nvCxnSpPr>
              <p:cNvPr id="8354" name="Google Shape;8354;p82"/>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355" name="Google Shape;8355;p82"/>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82"/>
            <p:cNvGrpSpPr/>
            <p:nvPr/>
          </p:nvGrpSpPr>
          <p:grpSpPr>
            <a:xfrm>
              <a:off x="4290828" y="1496185"/>
              <a:ext cx="286500" cy="272914"/>
              <a:chOff x="4290828" y="1496185"/>
              <a:chExt cx="286500" cy="272914"/>
            </a:xfrm>
          </p:grpSpPr>
          <p:cxnSp>
            <p:nvCxnSpPr>
              <p:cNvPr id="8357" name="Google Shape;8357;p82"/>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358" name="Google Shape;8358;p82"/>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9" name="Google Shape;8359;p82"/>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2"/>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0" name="Google Shape;8360;p82"/>
            <p:cNvGrpSpPr/>
            <p:nvPr/>
          </p:nvGrpSpPr>
          <p:grpSpPr>
            <a:xfrm>
              <a:off x="4657726" y="1959674"/>
              <a:ext cx="286500" cy="245092"/>
              <a:chOff x="4657726" y="1959674"/>
              <a:chExt cx="286500" cy="245092"/>
            </a:xfrm>
          </p:grpSpPr>
          <p:cxnSp>
            <p:nvCxnSpPr>
              <p:cNvPr id="8361" name="Google Shape;8361;p82"/>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362" name="Google Shape;8362;p82"/>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3" name="Google Shape;8363;p82"/>
          <p:cNvGrpSpPr/>
          <p:nvPr/>
        </p:nvGrpSpPr>
        <p:grpSpPr>
          <a:xfrm>
            <a:off x="3486489" y="2149032"/>
            <a:ext cx="1597032" cy="378649"/>
            <a:chOff x="3512551" y="2358282"/>
            <a:chExt cx="1597032" cy="378649"/>
          </a:xfrm>
        </p:grpSpPr>
        <p:grpSp>
          <p:nvGrpSpPr>
            <p:cNvPr id="8364" name="Google Shape;8364;p82"/>
            <p:cNvGrpSpPr/>
            <p:nvPr/>
          </p:nvGrpSpPr>
          <p:grpSpPr>
            <a:xfrm>
              <a:off x="3738198" y="2553002"/>
              <a:ext cx="1145834" cy="117"/>
              <a:chOff x="3738198" y="2553002"/>
              <a:chExt cx="1145834" cy="117"/>
            </a:xfrm>
          </p:grpSpPr>
          <p:cxnSp>
            <p:nvCxnSpPr>
              <p:cNvPr id="8365" name="Google Shape;8365;p82"/>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366" name="Google Shape;8366;p82"/>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367" name="Google Shape;8367;p82"/>
              <p:cNvCxnSpPr>
                <a:stCxn id="8368" idx="6"/>
                <a:endCxn id="8369"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370" name="Google Shape;8370;p82"/>
            <p:cNvGrpSpPr/>
            <p:nvPr/>
          </p:nvGrpSpPr>
          <p:grpSpPr>
            <a:xfrm>
              <a:off x="3969644" y="2440153"/>
              <a:ext cx="225900" cy="296779"/>
              <a:chOff x="3969644" y="2440153"/>
              <a:chExt cx="225900" cy="296779"/>
            </a:xfrm>
          </p:grpSpPr>
          <p:cxnSp>
            <p:nvCxnSpPr>
              <p:cNvPr id="8371" name="Google Shape;8371;p82"/>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369" name="Google Shape;8369;p82"/>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2"/>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3" name="Google Shape;8373;p82"/>
            <p:cNvGrpSpPr/>
            <p:nvPr/>
          </p:nvGrpSpPr>
          <p:grpSpPr>
            <a:xfrm>
              <a:off x="4426818" y="2358282"/>
              <a:ext cx="225600" cy="307471"/>
              <a:chOff x="4426818" y="2358282"/>
              <a:chExt cx="225600" cy="307471"/>
            </a:xfrm>
          </p:grpSpPr>
          <p:cxnSp>
            <p:nvCxnSpPr>
              <p:cNvPr id="8374" name="Google Shape;8374;p82"/>
              <p:cNvCxnSpPr>
                <a:stCxn id="8375"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376" name="Google Shape;8376;p82"/>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2"/>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7" name="Google Shape;8377;p82"/>
            <p:cNvGrpSpPr/>
            <p:nvPr/>
          </p:nvGrpSpPr>
          <p:grpSpPr>
            <a:xfrm>
              <a:off x="4883984" y="2440153"/>
              <a:ext cx="225600" cy="296479"/>
              <a:chOff x="4883984" y="2440153"/>
              <a:chExt cx="225600" cy="296479"/>
            </a:xfrm>
          </p:grpSpPr>
          <p:cxnSp>
            <p:nvCxnSpPr>
              <p:cNvPr id="8378" name="Google Shape;8378;p82"/>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379" name="Google Shape;8379;p82"/>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2"/>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82"/>
            <p:cNvGrpSpPr/>
            <p:nvPr/>
          </p:nvGrpSpPr>
          <p:grpSpPr>
            <a:xfrm>
              <a:off x="3512551" y="2358356"/>
              <a:ext cx="225647" cy="307629"/>
              <a:chOff x="2182679" y="2005014"/>
              <a:chExt cx="792300" cy="1080158"/>
            </a:xfrm>
          </p:grpSpPr>
          <p:cxnSp>
            <p:nvCxnSpPr>
              <p:cNvPr id="8382" name="Google Shape;8382;p82"/>
              <p:cNvCxnSpPr>
                <a:stCxn id="8383"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368" name="Google Shape;8368;p82"/>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2"/>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84" name="Google Shape;8384;p82"/>
          <p:cNvGrpSpPr/>
          <p:nvPr/>
        </p:nvGrpSpPr>
        <p:grpSpPr>
          <a:xfrm>
            <a:off x="6846571" y="972829"/>
            <a:ext cx="1559809" cy="722610"/>
            <a:chOff x="634175" y="2986275"/>
            <a:chExt cx="3147949" cy="1458344"/>
          </a:xfrm>
        </p:grpSpPr>
        <p:cxnSp>
          <p:nvCxnSpPr>
            <p:cNvPr id="8385" name="Google Shape;8385;p82"/>
            <p:cNvCxnSpPr>
              <a:stCxn id="8386" idx="4"/>
              <a:endCxn id="8387"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388" name="Google Shape;8388;p82"/>
            <p:cNvCxnSpPr>
              <a:stCxn id="8387" idx="0"/>
              <a:endCxn id="8389"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390" name="Google Shape;8390;p82"/>
            <p:cNvCxnSpPr>
              <a:stCxn id="8389" idx="4"/>
              <a:endCxn id="8391"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392" name="Google Shape;8392;p82"/>
            <p:cNvCxnSpPr>
              <a:stCxn id="8391" idx="0"/>
              <a:endCxn id="8393"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393" name="Google Shape;8393;p82"/>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89" name="Google Shape;8389;p82"/>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86" name="Google Shape;8386;p82"/>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91" name="Google Shape;8391;p82"/>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87" name="Google Shape;8387;p82"/>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394" name="Google Shape;8394;p82"/>
          <p:cNvGrpSpPr/>
          <p:nvPr/>
        </p:nvGrpSpPr>
        <p:grpSpPr>
          <a:xfrm>
            <a:off x="3500361" y="2682737"/>
            <a:ext cx="1570719" cy="294123"/>
            <a:chOff x="998425" y="1182125"/>
            <a:chExt cx="1065400" cy="199500"/>
          </a:xfrm>
        </p:grpSpPr>
        <p:sp>
          <p:nvSpPr>
            <p:cNvPr id="8395" name="Google Shape;8395;p8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82"/>
          <p:cNvGrpSpPr/>
          <p:nvPr/>
        </p:nvGrpSpPr>
        <p:grpSpPr>
          <a:xfrm>
            <a:off x="6843617" y="1800224"/>
            <a:ext cx="1565716" cy="366729"/>
            <a:chOff x="1247650" y="2075423"/>
            <a:chExt cx="6648477" cy="1557238"/>
          </a:xfrm>
        </p:grpSpPr>
        <p:sp>
          <p:nvSpPr>
            <p:cNvPr id="8401" name="Google Shape;8401;p8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7" name="Google Shape;8407;p82"/>
          <p:cNvGrpSpPr/>
          <p:nvPr/>
        </p:nvGrpSpPr>
        <p:grpSpPr>
          <a:xfrm>
            <a:off x="6827929" y="2949039"/>
            <a:ext cx="1597061" cy="663440"/>
            <a:chOff x="6796238" y="3158297"/>
            <a:chExt cx="1630319" cy="677257"/>
          </a:xfrm>
        </p:grpSpPr>
        <p:cxnSp>
          <p:nvCxnSpPr>
            <p:cNvPr id="8408" name="Google Shape;8408;p82"/>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409" name="Google Shape;8409;p82"/>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410" name="Google Shape;8410;p82"/>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411" name="Google Shape;8411;p82"/>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412" name="Google Shape;8412;p82"/>
            <p:cNvGrpSpPr/>
            <p:nvPr/>
          </p:nvGrpSpPr>
          <p:grpSpPr>
            <a:xfrm>
              <a:off x="6796238" y="3311904"/>
              <a:ext cx="1630319" cy="377697"/>
              <a:chOff x="6796238" y="3311904"/>
              <a:chExt cx="1630319" cy="377697"/>
            </a:xfrm>
          </p:grpSpPr>
          <p:sp>
            <p:nvSpPr>
              <p:cNvPr id="8413" name="Google Shape;8413;p82"/>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2"/>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2"/>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6" name="Google Shape;8416;p82"/>
          <p:cNvGrpSpPr/>
          <p:nvPr/>
        </p:nvGrpSpPr>
        <p:grpSpPr>
          <a:xfrm>
            <a:off x="5349067" y="970431"/>
            <a:ext cx="1368606" cy="1593805"/>
            <a:chOff x="1839112" y="2209163"/>
            <a:chExt cx="1918159" cy="2233784"/>
          </a:xfrm>
        </p:grpSpPr>
        <p:sp>
          <p:nvSpPr>
            <p:cNvPr id="8417" name="Google Shape;8417;p82"/>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2"/>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2"/>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20" name="Google Shape;8420;p82"/>
            <p:cNvCxnSpPr>
              <a:stCxn id="8417" idx="6"/>
              <a:endCxn id="8418"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421" name="Google Shape;8421;p82"/>
            <p:cNvCxnSpPr>
              <a:stCxn id="8418" idx="4"/>
              <a:endCxn id="8422"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423" name="Google Shape;8423;p82"/>
            <p:cNvCxnSpPr>
              <a:stCxn id="8422" idx="6"/>
              <a:endCxn id="8419"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424" name="Google Shape;8424;p82"/>
            <p:cNvCxnSpPr>
              <a:stCxn id="8419" idx="4"/>
              <a:endCxn id="8425"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422" name="Google Shape;8422;p82"/>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2"/>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2"/>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27" name="Google Shape;8427;p82"/>
            <p:cNvCxnSpPr>
              <a:endCxn id="8426"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428" name="Google Shape;8428;p82"/>
          <p:cNvGrpSpPr/>
          <p:nvPr/>
        </p:nvGrpSpPr>
        <p:grpSpPr>
          <a:xfrm>
            <a:off x="3481440" y="976667"/>
            <a:ext cx="1637968" cy="154942"/>
            <a:chOff x="238125" y="2506075"/>
            <a:chExt cx="7115411" cy="673075"/>
          </a:xfrm>
        </p:grpSpPr>
        <p:sp>
          <p:nvSpPr>
            <p:cNvPr id="8429" name="Google Shape;8429;p8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82"/>
          <p:cNvGrpSpPr/>
          <p:nvPr/>
        </p:nvGrpSpPr>
        <p:grpSpPr>
          <a:xfrm>
            <a:off x="720125" y="1298264"/>
            <a:ext cx="2476762" cy="91743"/>
            <a:chOff x="1464850" y="436376"/>
            <a:chExt cx="6001362" cy="222300"/>
          </a:xfrm>
        </p:grpSpPr>
        <p:sp>
          <p:nvSpPr>
            <p:cNvPr id="8435" name="Google Shape;8435;p82"/>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2"/>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2"/>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2"/>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2"/>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40" name="Google Shape;8440;p82"/>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441" name="Google Shape;8441;p82"/>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442" name="Google Shape;8442;p82"/>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443" name="Google Shape;8443;p82"/>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444" name="Google Shape;8444;p82"/>
          <p:cNvGrpSpPr/>
          <p:nvPr/>
        </p:nvGrpSpPr>
        <p:grpSpPr>
          <a:xfrm>
            <a:off x="706392" y="2533730"/>
            <a:ext cx="1452710" cy="651923"/>
            <a:chOff x="803162" y="2667727"/>
            <a:chExt cx="1411906" cy="633611"/>
          </a:xfrm>
        </p:grpSpPr>
        <p:cxnSp>
          <p:nvCxnSpPr>
            <p:cNvPr id="8445" name="Google Shape;8445;p82"/>
            <p:cNvCxnSpPr>
              <a:stCxn id="8446" idx="2"/>
              <a:endCxn id="8447"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48" name="Google Shape;8448;p82"/>
            <p:cNvCxnSpPr>
              <a:stCxn id="8449" idx="0"/>
              <a:endCxn id="8446"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50" name="Google Shape;8450;p82"/>
            <p:cNvCxnSpPr>
              <a:stCxn id="8449" idx="2"/>
              <a:endCxn id="8451"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52" name="Google Shape;8452;p82"/>
            <p:cNvCxnSpPr>
              <a:stCxn id="8453" idx="0"/>
              <a:endCxn id="8449"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54" name="Google Shape;8454;p82"/>
            <p:cNvCxnSpPr>
              <a:stCxn id="8447" idx="2"/>
              <a:endCxn id="8455"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56" name="Google Shape;8456;p82"/>
            <p:cNvCxnSpPr>
              <a:stCxn id="8457" idx="0"/>
              <a:endCxn id="8447"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453" name="Google Shape;8453;p82"/>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51" name="Google Shape;8451;p82"/>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57" name="Google Shape;8457;p82"/>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55" name="Google Shape;8455;p82"/>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47" name="Google Shape;8447;p82"/>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49" name="Google Shape;8449;p82"/>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46" name="Google Shape;8446;p82"/>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458" name="Google Shape;8458;p82"/>
          <p:cNvGrpSpPr/>
          <p:nvPr/>
        </p:nvGrpSpPr>
        <p:grpSpPr>
          <a:xfrm>
            <a:off x="706394" y="969268"/>
            <a:ext cx="2518541" cy="209309"/>
            <a:chOff x="803163" y="1111966"/>
            <a:chExt cx="2447800" cy="203430"/>
          </a:xfrm>
        </p:grpSpPr>
        <p:grpSp>
          <p:nvGrpSpPr>
            <p:cNvPr id="8459" name="Google Shape;8459;p82"/>
            <p:cNvGrpSpPr/>
            <p:nvPr/>
          </p:nvGrpSpPr>
          <p:grpSpPr>
            <a:xfrm>
              <a:off x="1958180" y="1111966"/>
              <a:ext cx="588019" cy="121396"/>
              <a:chOff x="4808316" y="2800065"/>
              <a:chExt cx="1999386" cy="412910"/>
            </a:xfrm>
          </p:grpSpPr>
          <p:sp>
            <p:nvSpPr>
              <p:cNvPr id="8460" name="Google Shape;8460;p82"/>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1" name="Google Shape;8461;p82"/>
              <p:cNvGrpSpPr/>
              <p:nvPr/>
            </p:nvGrpSpPr>
            <p:grpSpPr>
              <a:xfrm>
                <a:off x="4808316" y="2800065"/>
                <a:ext cx="92400" cy="411825"/>
                <a:chOff x="845575" y="2563700"/>
                <a:chExt cx="92400" cy="411825"/>
              </a:xfrm>
            </p:grpSpPr>
            <p:cxnSp>
              <p:nvCxnSpPr>
                <p:cNvPr id="8462" name="Google Shape;8462;p8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463" name="Google Shape;8463;p8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464" name="Google Shape;8464;p82"/>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465" name="Google Shape;8465;p82"/>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6" name="Google Shape;8466;p82"/>
            <p:cNvGrpSpPr/>
            <p:nvPr/>
          </p:nvGrpSpPr>
          <p:grpSpPr>
            <a:xfrm>
              <a:off x="803163" y="1111974"/>
              <a:ext cx="591158" cy="121545"/>
              <a:chOff x="803163" y="1111974"/>
              <a:chExt cx="591158" cy="121545"/>
            </a:xfrm>
          </p:grpSpPr>
          <p:grpSp>
            <p:nvGrpSpPr>
              <p:cNvPr id="8467" name="Google Shape;8467;p82"/>
              <p:cNvGrpSpPr/>
              <p:nvPr/>
            </p:nvGrpSpPr>
            <p:grpSpPr>
              <a:xfrm>
                <a:off x="803163" y="1111974"/>
                <a:ext cx="27175" cy="121077"/>
                <a:chOff x="845575" y="2563700"/>
                <a:chExt cx="92400" cy="411825"/>
              </a:xfrm>
            </p:grpSpPr>
            <p:cxnSp>
              <p:nvCxnSpPr>
                <p:cNvPr id="8468" name="Google Shape;8468;p8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469" name="Google Shape;8469;p8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0" name="Google Shape;8470;p82"/>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82"/>
            <p:cNvGrpSpPr/>
            <p:nvPr/>
          </p:nvGrpSpPr>
          <p:grpSpPr>
            <a:xfrm>
              <a:off x="1381910" y="1194219"/>
              <a:ext cx="588341" cy="121177"/>
              <a:chOff x="1381910" y="1194219"/>
              <a:chExt cx="588341" cy="121177"/>
            </a:xfrm>
          </p:grpSpPr>
          <p:grpSp>
            <p:nvGrpSpPr>
              <p:cNvPr id="8472" name="Google Shape;8472;p82"/>
              <p:cNvGrpSpPr/>
              <p:nvPr/>
            </p:nvGrpSpPr>
            <p:grpSpPr>
              <a:xfrm rot="10800000">
                <a:off x="1381910" y="1194319"/>
                <a:ext cx="27175" cy="121077"/>
                <a:chOff x="2070100" y="2563700"/>
                <a:chExt cx="92400" cy="411825"/>
              </a:xfrm>
            </p:grpSpPr>
            <p:cxnSp>
              <p:nvCxnSpPr>
                <p:cNvPr id="8473" name="Google Shape;8473;p8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474" name="Google Shape;8474;p8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5" name="Google Shape;8475;p82"/>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82"/>
            <p:cNvGrpSpPr/>
            <p:nvPr/>
          </p:nvGrpSpPr>
          <p:grpSpPr>
            <a:xfrm>
              <a:off x="2532079" y="1194219"/>
              <a:ext cx="704927" cy="121177"/>
              <a:chOff x="2532079" y="1194219"/>
              <a:chExt cx="704927" cy="121177"/>
            </a:xfrm>
          </p:grpSpPr>
          <p:grpSp>
            <p:nvGrpSpPr>
              <p:cNvPr id="8477" name="Google Shape;8477;p82"/>
              <p:cNvGrpSpPr/>
              <p:nvPr/>
            </p:nvGrpSpPr>
            <p:grpSpPr>
              <a:xfrm rot="10800000">
                <a:off x="2532079" y="1194319"/>
                <a:ext cx="27175" cy="121077"/>
                <a:chOff x="2070100" y="2563700"/>
                <a:chExt cx="92400" cy="411825"/>
              </a:xfrm>
            </p:grpSpPr>
            <p:cxnSp>
              <p:nvCxnSpPr>
                <p:cNvPr id="8478" name="Google Shape;8478;p8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479" name="Google Shape;8479;p8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0" name="Google Shape;8480;p82"/>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1" name="Google Shape;8481;p82"/>
          <p:cNvGrpSpPr/>
          <p:nvPr/>
        </p:nvGrpSpPr>
        <p:grpSpPr>
          <a:xfrm>
            <a:off x="3499404" y="3665900"/>
            <a:ext cx="1567778" cy="491677"/>
            <a:chOff x="5194708" y="3484366"/>
            <a:chExt cx="3148148" cy="987304"/>
          </a:xfrm>
        </p:grpSpPr>
        <p:grpSp>
          <p:nvGrpSpPr>
            <p:cNvPr id="8482" name="Google Shape;8482;p82"/>
            <p:cNvGrpSpPr/>
            <p:nvPr/>
          </p:nvGrpSpPr>
          <p:grpSpPr>
            <a:xfrm>
              <a:off x="7531521" y="3484366"/>
              <a:ext cx="811335" cy="987304"/>
              <a:chOff x="3379425" y="1617275"/>
              <a:chExt cx="1090650" cy="1327200"/>
            </a:xfrm>
          </p:grpSpPr>
          <p:sp>
            <p:nvSpPr>
              <p:cNvPr id="8483" name="Google Shape;8483;p8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82"/>
            <p:cNvGrpSpPr/>
            <p:nvPr/>
          </p:nvGrpSpPr>
          <p:grpSpPr>
            <a:xfrm>
              <a:off x="6752546" y="3484366"/>
              <a:ext cx="811428" cy="987304"/>
              <a:chOff x="2332275" y="1617275"/>
              <a:chExt cx="1090775" cy="1327200"/>
            </a:xfrm>
          </p:grpSpPr>
          <p:sp>
            <p:nvSpPr>
              <p:cNvPr id="8487" name="Google Shape;8487;p8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82"/>
            <p:cNvGrpSpPr/>
            <p:nvPr/>
          </p:nvGrpSpPr>
          <p:grpSpPr>
            <a:xfrm>
              <a:off x="5973664" y="3484366"/>
              <a:ext cx="811335" cy="987304"/>
              <a:chOff x="1285250" y="1617275"/>
              <a:chExt cx="1090650" cy="1327200"/>
            </a:xfrm>
          </p:grpSpPr>
          <p:sp>
            <p:nvSpPr>
              <p:cNvPr id="8491" name="Google Shape;8491;p8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82"/>
            <p:cNvGrpSpPr/>
            <p:nvPr/>
          </p:nvGrpSpPr>
          <p:grpSpPr>
            <a:xfrm>
              <a:off x="5194708" y="3484366"/>
              <a:ext cx="811409" cy="987304"/>
              <a:chOff x="238125" y="1617275"/>
              <a:chExt cx="1090750" cy="1327200"/>
            </a:xfrm>
          </p:grpSpPr>
          <p:sp>
            <p:nvSpPr>
              <p:cNvPr id="8495" name="Google Shape;8495;p8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98" name="Google Shape;8498;p82"/>
          <p:cNvGrpSpPr/>
          <p:nvPr/>
        </p:nvGrpSpPr>
        <p:grpSpPr>
          <a:xfrm>
            <a:off x="3460013" y="3146311"/>
            <a:ext cx="1616964" cy="346256"/>
            <a:chOff x="1808063" y="4294338"/>
            <a:chExt cx="3370782" cy="721817"/>
          </a:xfrm>
        </p:grpSpPr>
        <p:sp>
          <p:nvSpPr>
            <p:cNvPr id="8499" name="Google Shape;8499;p8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82"/>
          <p:cNvGrpSpPr/>
          <p:nvPr/>
        </p:nvGrpSpPr>
        <p:grpSpPr>
          <a:xfrm>
            <a:off x="738225" y="3432340"/>
            <a:ext cx="1295882" cy="646587"/>
            <a:chOff x="834100" y="3642869"/>
            <a:chExt cx="1259483" cy="628426"/>
          </a:xfrm>
        </p:grpSpPr>
        <p:sp>
          <p:nvSpPr>
            <p:cNvPr id="8510" name="Google Shape;8510;p82"/>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2"/>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2"/>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2"/>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2"/>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2"/>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2"/>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2"/>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2"/>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2"/>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2"/>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2"/>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2"/>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2"/>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2"/>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2"/>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2"/>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2"/>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2"/>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2"/>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2"/>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2"/>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2"/>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2"/>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2"/>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5" name="Google Shape;8535;p82"/>
            <p:cNvGrpSpPr/>
            <p:nvPr/>
          </p:nvGrpSpPr>
          <p:grpSpPr>
            <a:xfrm>
              <a:off x="1360364" y="3847835"/>
              <a:ext cx="208119" cy="224359"/>
              <a:chOff x="1360769" y="3847100"/>
              <a:chExt cx="208119" cy="224359"/>
            </a:xfrm>
          </p:grpSpPr>
          <p:sp>
            <p:nvSpPr>
              <p:cNvPr id="8536" name="Google Shape;8536;p82"/>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2"/>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2"/>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2"/>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2"/>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2"/>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2"/>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2"/>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2"/>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2"/>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2"/>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2"/>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2"/>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2"/>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2"/>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2"/>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2"/>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2"/>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2"/>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2"/>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6" name="Google Shape;8556;p82"/>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2"/>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2"/>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2"/>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2"/>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2"/>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2"/>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2"/>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2"/>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2"/>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2"/>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2"/>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2"/>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2"/>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82"/>
          <p:cNvGrpSpPr/>
          <p:nvPr/>
        </p:nvGrpSpPr>
        <p:grpSpPr>
          <a:xfrm rot="5400000">
            <a:off x="5951338" y="3228837"/>
            <a:ext cx="164064" cy="1414916"/>
            <a:chOff x="4428249" y="1369375"/>
            <a:chExt cx="36905" cy="429569"/>
          </a:xfrm>
        </p:grpSpPr>
        <p:sp>
          <p:nvSpPr>
            <p:cNvPr id="8571" name="Google Shape;8571;p82"/>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2"/>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2"/>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2"/>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2"/>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2"/>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2"/>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2"/>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2"/>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2"/>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2"/>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2"/>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2"/>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2"/>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2"/>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2"/>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2"/>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2"/>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2"/>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2"/>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2"/>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2"/>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2"/>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2"/>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2"/>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2"/>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2"/>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2"/>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2"/>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2"/>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2"/>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2"/>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82"/>
          <p:cNvGrpSpPr/>
          <p:nvPr/>
        </p:nvGrpSpPr>
        <p:grpSpPr>
          <a:xfrm flipH="1" rot="10800000">
            <a:off x="5323767" y="2817380"/>
            <a:ext cx="1419207" cy="24808"/>
            <a:chOff x="219558" y="4738465"/>
            <a:chExt cx="5852400" cy="102300"/>
          </a:xfrm>
        </p:grpSpPr>
        <p:cxnSp>
          <p:nvCxnSpPr>
            <p:cNvPr id="8604" name="Google Shape;8604;p82"/>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605" name="Google Shape;8605;p82"/>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2"/>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2"/>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2"/>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2"/>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82"/>
          <p:cNvGrpSpPr/>
          <p:nvPr/>
        </p:nvGrpSpPr>
        <p:grpSpPr>
          <a:xfrm>
            <a:off x="5335086" y="3190444"/>
            <a:ext cx="1396570" cy="385016"/>
            <a:chOff x="5286284" y="2966544"/>
            <a:chExt cx="1396570" cy="385016"/>
          </a:xfrm>
        </p:grpSpPr>
        <p:cxnSp>
          <p:nvCxnSpPr>
            <p:cNvPr id="8611" name="Google Shape;8611;p82"/>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612" name="Google Shape;8612;p82"/>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613" name="Google Shape;8613;p82"/>
            <p:cNvGrpSpPr/>
            <p:nvPr/>
          </p:nvGrpSpPr>
          <p:grpSpPr>
            <a:xfrm>
              <a:off x="5287688" y="3173364"/>
              <a:ext cx="1395166" cy="74100"/>
              <a:chOff x="5287688" y="3173364"/>
              <a:chExt cx="1395166" cy="74100"/>
            </a:xfrm>
          </p:grpSpPr>
          <p:cxnSp>
            <p:nvCxnSpPr>
              <p:cNvPr id="8614" name="Google Shape;8614;p82"/>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615" name="Google Shape;8615;p82"/>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616" name="Google Shape;8616;p82"/>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617" name="Google Shape;8617;p82"/>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618" name="Google Shape;8618;p82"/>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619" name="Google Shape;8619;p82"/>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620" name="Google Shape;8620;p82"/>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621" name="Google Shape;8621;p82"/>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622" name="Google Shape;8622;p82"/>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623" name="Google Shape;8623;p82"/>
          <p:cNvGrpSpPr/>
          <p:nvPr/>
        </p:nvGrpSpPr>
        <p:grpSpPr>
          <a:xfrm>
            <a:off x="2021151" y="1609220"/>
            <a:ext cx="1182276" cy="662027"/>
            <a:chOff x="2029517" y="1732295"/>
            <a:chExt cx="1149068" cy="643432"/>
          </a:xfrm>
        </p:grpSpPr>
        <p:grpSp>
          <p:nvGrpSpPr>
            <p:cNvPr id="8624" name="Google Shape;8624;p82"/>
            <p:cNvGrpSpPr/>
            <p:nvPr/>
          </p:nvGrpSpPr>
          <p:grpSpPr>
            <a:xfrm>
              <a:off x="2708660" y="1746937"/>
              <a:ext cx="455427" cy="244429"/>
              <a:chOff x="2700693" y="1746937"/>
              <a:chExt cx="455427" cy="244429"/>
            </a:xfrm>
          </p:grpSpPr>
          <p:grpSp>
            <p:nvGrpSpPr>
              <p:cNvPr id="8625" name="Google Shape;8625;p82"/>
              <p:cNvGrpSpPr/>
              <p:nvPr/>
            </p:nvGrpSpPr>
            <p:grpSpPr>
              <a:xfrm>
                <a:off x="2905682" y="1782817"/>
                <a:ext cx="250438" cy="208549"/>
                <a:chOff x="2905682" y="1782817"/>
                <a:chExt cx="250438" cy="208549"/>
              </a:xfrm>
            </p:grpSpPr>
            <p:cxnSp>
              <p:nvCxnSpPr>
                <p:cNvPr id="8626" name="Google Shape;8626;p82"/>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627" name="Google Shape;8627;p82"/>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82"/>
              <p:cNvGrpSpPr/>
              <p:nvPr/>
            </p:nvGrpSpPr>
            <p:grpSpPr>
              <a:xfrm>
                <a:off x="2700693" y="1746937"/>
                <a:ext cx="449967" cy="72374"/>
                <a:chOff x="2700693" y="1746937"/>
                <a:chExt cx="449967" cy="72374"/>
              </a:xfrm>
            </p:grpSpPr>
            <p:cxnSp>
              <p:nvCxnSpPr>
                <p:cNvPr id="8629" name="Google Shape;8629;p82"/>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630" name="Google Shape;8630;p82"/>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31" name="Google Shape;8631;p82"/>
            <p:cNvGrpSpPr/>
            <p:nvPr/>
          </p:nvGrpSpPr>
          <p:grpSpPr>
            <a:xfrm>
              <a:off x="2029517" y="1732295"/>
              <a:ext cx="1149068" cy="643432"/>
              <a:chOff x="2029517" y="1732295"/>
              <a:chExt cx="1149068" cy="643432"/>
            </a:xfrm>
          </p:grpSpPr>
          <p:grpSp>
            <p:nvGrpSpPr>
              <p:cNvPr id="8632" name="Google Shape;8632;p82"/>
              <p:cNvGrpSpPr/>
              <p:nvPr/>
            </p:nvGrpSpPr>
            <p:grpSpPr>
              <a:xfrm>
                <a:off x="2703618" y="2103152"/>
                <a:ext cx="474966" cy="260017"/>
                <a:chOff x="2703618" y="2103152"/>
                <a:chExt cx="474966" cy="260017"/>
              </a:xfrm>
            </p:grpSpPr>
            <p:grpSp>
              <p:nvGrpSpPr>
                <p:cNvPr id="8633" name="Google Shape;8633;p82"/>
                <p:cNvGrpSpPr/>
                <p:nvPr/>
              </p:nvGrpSpPr>
              <p:grpSpPr>
                <a:xfrm>
                  <a:off x="2703618" y="2290640"/>
                  <a:ext cx="450291" cy="72529"/>
                  <a:chOff x="2703618" y="2290640"/>
                  <a:chExt cx="450291" cy="72529"/>
                </a:xfrm>
              </p:grpSpPr>
              <p:cxnSp>
                <p:nvCxnSpPr>
                  <p:cNvPr id="8634" name="Google Shape;8634;p82"/>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635" name="Google Shape;8635;p82"/>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82"/>
                <p:cNvGrpSpPr/>
                <p:nvPr/>
              </p:nvGrpSpPr>
              <p:grpSpPr>
                <a:xfrm>
                  <a:off x="2908607" y="2103152"/>
                  <a:ext cx="269977" cy="223538"/>
                  <a:chOff x="2908607" y="2103152"/>
                  <a:chExt cx="269977" cy="223538"/>
                </a:xfrm>
              </p:grpSpPr>
              <p:cxnSp>
                <p:nvCxnSpPr>
                  <p:cNvPr id="8637" name="Google Shape;8637;p82"/>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638" name="Google Shape;8638;p82"/>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39" name="Google Shape;8639;p82"/>
              <p:cNvGrpSpPr/>
              <p:nvPr/>
            </p:nvGrpSpPr>
            <p:grpSpPr>
              <a:xfrm>
                <a:off x="2029517" y="1732295"/>
                <a:ext cx="685827" cy="643432"/>
                <a:chOff x="2029517" y="1732295"/>
                <a:chExt cx="685827" cy="643432"/>
              </a:xfrm>
            </p:grpSpPr>
            <p:sp>
              <p:nvSpPr>
                <p:cNvPr id="8640" name="Google Shape;8640;p82"/>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1" name="Google Shape;8641;p82"/>
                <p:cNvGrpSpPr/>
                <p:nvPr/>
              </p:nvGrpSpPr>
              <p:grpSpPr>
                <a:xfrm>
                  <a:off x="2158948" y="1732295"/>
                  <a:ext cx="556396" cy="333108"/>
                  <a:chOff x="2158948" y="1732295"/>
                  <a:chExt cx="556396" cy="333108"/>
                </a:xfrm>
              </p:grpSpPr>
              <p:cxnSp>
                <p:nvCxnSpPr>
                  <p:cNvPr id="8642" name="Google Shape;8642;p82"/>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643" name="Google Shape;8643;p82"/>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82"/>
                <p:cNvGrpSpPr/>
                <p:nvPr/>
              </p:nvGrpSpPr>
              <p:grpSpPr>
                <a:xfrm>
                  <a:off x="2159908" y="2065057"/>
                  <a:ext cx="550884" cy="310670"/>
                  <a:chOff x="2159908" y="2065057"/>
                  <a:chExt cx="550884" cy="310670"/>
                </a:xfrm>
              </p:grpSpPr>
              <p:cxnSp>
                <p:nvCxnSpPr>
                  <p:cNvPr id="8645" name="Google Shape;8645;p82"/>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646" name="Google Shape;8646;p82"/>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647" name="Google Shape;8647;p82"/>
          <p:cNvGrpSpPr/>
          <p:nvPr/>
        </p:nvGrpSpPr>
        <p:grpSpPr>
          <a:xfrm>
            <a:off x="706400" y="1556833"/>
            <a:ext cx="962651" cy="810058"/>
            <a:chOff x="732462" y="1766083"/>
            <a:chExt cx="962651" cy="810058"/>
          </a:xfrm>
        </p:grpSpPr>
        <p:grpSp>
          <p:nvGrpSpPr>
            <p:cNvPr id="8648" name="Google Shape;8648;p82"/>
            <p:cNvGrpSpPr/>
            <p:nvPr/>
          </p:nvGrpSpPr>
          <p:grpSpPr>
            <a:xfrm>
              <a:off x="732462" y="1908333"/>
              <a:ext cx="339369" cy="524756"/>
              <a:chOff x="844912" y="1819635"/>
              <a:chExt cx="329836" cy="510016"/>
            </a:xfrm>
          </p:grpSpPr>
          <p:sp>
            <p:nvSpPr>
              <p:cNvPr id="8649" name="Google Shape;8649;p82"/>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2"/>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2"/>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2"/>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2"/>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2"/>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5" name="Google Shape;8655;p82"/>
            <p:cNvGrpSpPr/>
            <p:nvPr/>
          </p:nvGrpSpPr>
          <p:grpSpPr>
            <a:xfrm>
              <a:off x="1184858" y="2256650"/>
              <a:ext cx="510255" cy="319491"/>
              <a:chOff x="1284601" y="2158168"/>
              <a:chExt cx="495923" cy="310517"/>
            </a:xfrm>
          </p:grpSpPr>
          <p:sp>
            <p:nvSpPr>
              <p:cNvPr id="8656" name="Google Shape;8656;p82"/>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7" name="Google Shape;8657;p82"/>
              <p:cNvGrpSpPr/>
              <p:nvPr/>
            </p:nvGrpSpPr>
            <p:grpSpPr>
              <a:xfrm>
                <a:off x="1507666" y="2158168"/>
                <a:ext cx="272858" cy="310517"/>
                <a:chOff x="1507666" y="2158168"/>
                <a:chExt cx="272858" cy="310517"/>
              </a:xfrm>
            </p:grpSpPr>
            <p:grpSp>
              <p:nvGrpSpPr>
                <p:cNvPr id="8658" name="Google Shape;8658;p82"/>
                <p:cNvGrpSpPr/>
                <p:nvPr/>
              </p:nvGrpSpPr>
              <p:grpSpPr>
                <a:xfrm>
                  <a:off x="1507666" y="2176104"/>
                  <a:ext cx="166395" cy="273149"/>
                  <a:chOff x="1507666" y="2176104"/>
                  <a:chExt cx="166395" cy="273149"/>
                </a:xfrm>
              </p:grpSpPr>
              <p:sp>
                <p:nvSpPr>
                  <p:cNvPr id="8659" name="Google Shape;8659;p82"/>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2"/>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2"/>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2"/>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2"/>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2"/>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2"/>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6" name="Google Shape;8666;p82"/>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2"/>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68" name="Google Shape;8668;p82"/>
            <p:cNvGrpSpPr/>
            <p:nvPr/>
          </p:nvGrpSpPr>
          <p:grpSpPr>
            <a:xfrm>
              <a:off x="1184858" y="1766083"/>
              <a:ext cx="510255" cy="319491"/>
              <a:chOff x="1284601" y="1681380"/>
              <a:chExt cx="495923" cy="310517"/>
            </a:xfrm>
          </p:grpSpPr>
          <p:sp>
            <p:nvSpPr>
              <p:cNvPr id="8669" name="Google Shape;8669;p82"/>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0" name="Google Shape;8670;p82"/>
              <p:cNvGrpSpPr/>
              <p:nvPr/>
            </p:nvGrpSpPr>
            <p:grpSpPr>
              <a:xfrm>
                <a:off x="1507666" y="1681380"/>
                <a:ext cx="272858" cy="310517"/>
                <a:chOff x="1507666" y="1681380"/>
                <a:chExt cx="272858" cy="310517"/>
              </a:xfrm>
            </p:grpSpPr>
            <p:grpSp>
              <p:nvGrpSpPr>
                <p:cNvPr id="8671" name="Google Shape;8671;p82"/>
                <p:cNvGrpSpPr/>
                <p:nvPr/>
              </p:nvGrpSpPr>
              <p:grpSpPr>
                <a:xfrm>
                  <a:off x="1507666" y="1700120"/>
                  <a:ext cx="166395" cy="272984"/>
                  <a:chOff x="1507666" y="1700120"/>
                  <a:chExt cx="166395" cy="272984"/>
                </a:xfrm>
              </p:grpSpPr>
              <p:sp>
                <p:nvSpPr>
                  <p:cNvPr id="8672" name="Google Shape;8672;p82"/>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2"/>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2"/>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2"/>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2"/>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2"/>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2"/>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9" name="Google Shape;8679;p82"/>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2"/>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81" name="Google Shape;8681;p82"/>
          <p:cNvGrpSpPr/>
          <p:nvPr/>
        </p:nvGrpSpPr>
        <p:grpSpPr>
          <a:xfrm>
            <a:off x="6815341" y="2324262"/>
            <a:ext cx="1622269" cy="552443"/>
            <a:chOff x="6894650" y="2574740"/>
            <a:chExt cx="1445100" cy="492111"/>
          </a:xfrm>
        </p:grpSpPr>
        <p:sp>
          <p:nvSpPr>
            <p:cNvPr id="8682" name="Google Shape;8682;p82"/>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2"/>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2"/>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2"/>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2"/>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7" name="Google Shape;8687;p82"/>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688" name="Google Shape;8688;p82"/>
          <p:cNvGrpSpPr/>
          <p:nvPr/>
        </p:nvGrpSpPr>
        <p:grpSpPr>
          <a:xfrm>
            <a:off x="6834884" y="3698518"/>
            <a:ext cx="1583206" cy="475705"/>
            <a:chOff x="6953919" y="3907920"/>
            <a:chExt cx="1377300" cy="475705"/>
          </a:xfrm>
        </p:grpSpPr>
        <p:cxnSp>
          <p:nvCxnSpPr>
            <p:cNvPr id="8689" name="Google Shape;8689;p82"/>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690" name="Google Shape;8690;p82"/>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691" name="Google Shape;8691;p82"/>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692" name="Google Shape;8692;p82"/>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693" name="Google Shape;8693;p82"/>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694" name="Google Shape;8694;p82"/>
          <p:cNvGrpSpPr/>
          <p:nvPr/>
        </p:nvGrpSpPr>
        <p:grpSpPr>
          <a:xfrm>
            <a:off x="2338472" y="2459663"/>
            <a:ext cx="836286" cy="824529"/>
            <a:chOff x="2389399" y="2595741"/>
            <a:chExt cx="812796" cy="801369"/>
          </a:xfrm>
        </p:grpSpPr>
        <p:grpSp>
          <p:nvGrpSpPr>
            <p:cNvPr id="8695" name="Google Shape;8695;p82"/>
            <p:cNvGrpSpPr/>
            <p:nvPr/>
          </p:nvGrpSpPr>
          <p:grpSpPr>
            <a:xfrm>
              <a:off x="2492145" y="2881565"/>
              <a:ext cx="607300" cy="229751"/>
              <a:chOff x="2492145" y="2881565"/>
              <a:chExt cx="607300" cy="229751"/>
            </a:xfrm>
          </p:grpSpPr>
          <p:sp>
            <p:nvSpPr>
              <p:cNvPr id="8696" name="Google Shape;8696;p82"/>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2"/>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2"/>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82"/>
            <p:cNvGrpSpPr/>
            <p:nvPr/>
          </p:nvGrpSpPr>
          <p:grpSpPr>
            <a:xfrm>
              <a:off x="2389399" y="2595741"/>
              <a:ext cx="812796" cy="296825"/>
              <a:chOff x="2389399" y="2595741"/>
              <a:chExt cx="812796" cy="296825"/>
            </a:xfrm>
          </p:grpSpPr>
          <p:grpSp>
            <p:nvGrpSpPr>
              <p:cNvPr id="8700" name="Google Shape;8700;p82"/>
              <p:cNvGrpSpPr/>
              <p:nvPr/>
            </p:nvGrpSpPr>
            <p:grpSpPr>
              <a:xfrm>
                <a:off x="2389399" y="2595741"/>
                <a:ext cx="363638" cy="296825"/>
                <a:chOff x="2389399" y="2595741"/>
                <a:chExt cx="363638" cy="296825"/>
              </a:xfrm>
            </p:grpSpPr>
            <p:grpSp>
              <p:nvGrpSpPr>
                <p:cNvPr id="8701" name="Google Shape;8701;p82"/>
                <p:cNvGrpSpPr/>
                <p:nvPr/>
              </p:nvGrpSpPr>
              <p:grpSpPr>
                <a:xfrm>
                  <a:off x="2493852" y="2794333"/>
                  <a:ext cx="259185" cy="98232"/>
                  <a:chOff x="2493852" y="2794333"/>
                  <a:chExt cx="259185" cy="98232"/>
                </a:xfrm>
              </p:grpSpPr>
              <p:sp>
                <p:nvSpPr>
                  <p:cNvPr id="8702" name="Google Shape;8702;p82"/>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2"/>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2"/>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82"/>
                <p:cNvGrpSpPr/>
                <p:nvPr/>
              </p:nvGrpSpPr>
              <p:grpSpPr>
                <a:xfrm>
                  <a:off x="2389399" y="2595741"/>
                  <a:ext cx="224343" cy="182054"/>
                  <a:chOff x="2389399" y="2595741"/>
                  <a:chExt cx="224343" cy="182054"/>
                </a:xfrm>
              </p:grpSpPr>
              <p:sp>
                <p:nvSpPr>
                  <p:cNvPr id="8706" name="Google Shape;8706;p82"/>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2"/>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08" name="Google Shape;8708;p82"/>
              <p:cNvGrpSpPr/>
              <p:nvPr/>
            </p:nvGrpSpPr>
            <p:grpSpPr>
              <a:xfrm>
                <a:off x="2683630" y="2595741"/>
                <a:ext cx="224334" cy="296825"/>
                <a:chOff x="2683630" y="2595741"/>
                <a:chExt cx="224334" cy="296825"/>
              </a:xfrm>
            </p:grpSpPr>
            <p:grpSp>
              <p:nvGrpSpPr>
                <p:cNvPr id="8709" name="Google Shape;8709;p82"/>
                <p:cNvGrpSpPr/>
                <p:nvPr/>
              </p:nvGrpSpPr>
              <p:grpSpPr>
                <a:xfrm>
                  <a:off x="2788083" y="2794333"/>
                  <a:ext cx="15356" cy="98232"/>
                  <a:chOff x="2788083" y="2794333"/>
                  <a:chExt cx="15356" cy="98232"/>
                </a:xfrm>
              </p:grpSpPr>
              <p:sp>
                <p:nvSpPr>
                  <p:cNvPr id="8710" name="Google Shape;8710;p82"/>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2"/>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2"/>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82"/>
                <p:cNvGrpSpPr/>
                <p:nvPr/>
              </p:nvGrpSpPr>
              <p:grpSpPr>
                <a:xfrm>
                  <a:off x="2683630" y="2595741"/>
                  <a:ext cx="224334" cy="182054"/>
                  <a:chOff x="2683630" y="2595741"/>
                  <a:chExt cx="224334" cy="182054"/>
                </a:xfrm>
              </p:grpSpPr>
              <p:sp>
                <p:nvSpPr>
                  <p:cNvPr id="8714" name="Google Shape;8714;p82"/>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2"/>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16" name="Google Shape;8716;p82"/>
              <p:cNvGrpSpPr/>
              <p:nvPr/>
            </p:nvGrpSpPr>
            <p:grpSpPr>
              <a:xfrm>
                <a:off x="2838475" y="2595741"/>
                <a:ext cx="363719" cy="296825"/>
                <a:chOff x="2838475" y="2595741"/>
                <a:chExt cx="363719" cy="296825"/>
              </a:xfrm>
            </p:grpSpPr>
            <p:grpSp>
              <p:nvGrpSpPr>
                <p:cNvPr id="8717" name="Google Shape;8717;p82"/>
                <p:cNvGrpSpPr/>
                <p:nvPr/>
              </p:nvGrpSpPr>
              <p:grpSpPr>
                <a:xfrm>
                  <a:off x="2838475" y="2794333"/>
                  <a:ext cx="259185" cy="98232"/>
                  <a:chOff x="2838475" y="2794333"/>
                  <a:chExt cx="259185" cy="98232"/>
                </a:xfrm>
              </p:grpSpPr>
              <p:sp>
                <p:nvSpPr>
                  <p:cNvPr id="8718" name="Google Shape;8718;p82"/>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2"/>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2"/>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82"/>
                <p:cNvGrpSpPr/>
                <p:nvPr/>
              </p:nvGrpSpPr>
              <p:grpSpPr>
                <a:xfrm>
                  <a:off x="2977852" y="2595741"/>
                  <a:ext cx="224343" cy="182054"/>
                  <a:chOff x="2977852" y="2595741"/>
                  <a:chExt cx="224343" cy="182054"/>
                </a:xfrm>
              </p:grpSpPr>
              <p:sp>
                <p:nvSpPr>
                  <p:cNvPr id="8722" name="Google Shape;8722;p82"/>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2"/>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24" name="Google Shape;8724;p82"/>
            <p:cNvGrpSpPr/>
            <p:nvPr/>
          </p:nvGrpSpPr>
          <p:grpSpPr>
            <a:xfrm>
              <a:off x="2389399" y="3100241"/>
              <a:ext cx="812796" cy="296869"/>
              <a:chOff x="2389399" y="3100241"/>
              <a:chExt cx="812796" cy="296869"/>
            </a:xfrm>
          </p:grpSpPr>
          <p:grpSp>
            <p:nvGrpSpPr>
              <p:cNvPr id="8725" name="Google Shape;8725;p82"/>
              <p:cNvGrpSpPr/>
              <p:nvPr/>
            </p:nvGrpSpPr>
            <p:grpSpPr>
              <a:xfrm>
                <a:off x="2683630" y="3100241"/>
                <a:ext cx="224334" cy="296869"/>
                <a:chOff x="2683630" y="3100241"/>
                <a:chExt cx="224334" cy="296869"/>
              </a:xfrm>
            </p:grpSpPr>
            <p:grpSp>
              <p:nvGrpSpPr>
                <p:cNvPr id="8726" name="Google Shape;8726;p82"/>
                <p:cNvGrpSpPr/>
                <p:nvPr/>
              </p:nvGrpSpPr>
              <p:grpSpPr>
                <a:xfrm>
                  <a:off x="2788083" y="3100241"/>
                  <a:ext cx="15356" cy="98237"/>
                  <a:chOff x="2788083" y="3100241"/>
                  <a:chExt cx="15356" cy="98237"/>
                </a:xfrm>
              </p:grpSpPr>
              <p:sp>
                <p:nvSpPr>
                  <p:cNvPr id="8727" name="Google Shape;8727;p82"/>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2"/>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2"/>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82"/>
                <p:cNvGrpSpPr/>
                <p:nvPr/>
              </p:nvGrpSpPr>
              <p:grpSpPr>
                <a:xfrm>
                  <a:off x="2683630" y="3215065"/>
                  <a:ext cx="224334" cy="182045"/>
                  <a:chOff x="2683630" y="3215065"/>
                  <a:chExt cx="224334" cy="182045"/>
                </a:xfrm>
              </p:grpSpPr>
              <p:sp>
                <p:nvSpPr>
                  <p:cNvPr id="8731" name="Google Shape;8731;p82"/>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2"/>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33" name="Google Shape;8733;p82"/>
              <p:cNvGrpSpPr/>
              <p:nvPr/>
            </p:nvGrpSpPr>
            <p:grpSpPr>
              <a:xfrm>
                <a:off x="2389399" y="3100241"/>
                <a:ext cx="363638" cy="296869"/>
                <a:chOff x="2389399" y="3100241"/>
                <a:chExt cx="363638" cy="296869"/>
              </a:xfrm>
            </p:grpSpPr>
            <p:grpSp>
              <p:nvGrpSpPr>
                <p:cNvPr id="8734" name="Google Shape;8734;p82"/>
                <p:cNvGrpSpPr/>
                <p:nvPr/>
              </p:nvGrpSpPr>
              <p:grpSpPr>
                <a:xfrm>
                  <a:off x="2493852" y="3100241"/>
                  <a:ext cx="259185" cy="98237"/>
                  <a:chOff x="2493852" y="3100241"/>
                  <a:chExt cx="259185" cy="98237"/>
                </a:xfrm>
              </p:grpSpPr>
              <p:sp>
                <p:nvSpPr>
                  <p:cNvPr id="8735" name="Google Shape;8735;p82"/>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2"/>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2"/>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82"/>
                <p:cNvGrpSpPr/>
                <p:nvPr/>
              </p:nvGrpSpPr>
              <p:grpSpPr>
                <a:xfrm>
                  <a:off x="2389399" y="3215065"/>
                  <a:ext cx="224343" cy="182045"/>
                  <a:chOff x="2389399" y="3215065"/>
                  <a:chExt cx="224343" cy="182045"/>
                </a:xfrm>
              </p:grpSpPr>
              <p:sp>
                <p:nvSpPr>
                  <p:cNvPr id="8739" name="Google Shape;8739;p82"/>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2"/>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41" name="Google Shape;8741;p82"/>
              <p:cNvGrpSpPr/>
              <p:nvPr/>
            </p:nvGrpSpPr>
            <p:grpSpPr>
              <a:xfrm>
                <a:off x="2838475" y="3100241"/>
                <a:ext cx="363719" cy="296869"/>
                <a:chOff x="2838475" y="3100241"/>
                <a:chExt cx="363719" cy="296869"/>
              </a:xfrm>
            </p:grpSpPr>
            <p:grpSp>
              <p:nvGrpSpPr>
                <p:cNvPr id="8742" name="Google Shape;8742;p82"/>
                <p:cNvGrpSpPr/>
                <p:nvPr/>
              </p:nvGrpSpPr>
              <p:grpSpPr>
                <a:xfrm>
                  <a:off x="2838475" y="3100241"/>
                  <a:ext cx="259185" cy="98237"/>
                  <a:chOff x="2838475" y="3100241"/>
                  <a:chExt cx="259185" cy="98237"/>
                </a:xfrm>
              </p:grpSpPr>
              <p:sp>
                <p:nvSpPr>
                  <p:cNvPr id="8743" name="Google Shape;8743;p82"/>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2"/>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2"/>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82"/>
                <p:cNvGrpSpPr/>
                <p:nvPr/>
              </p:nvGrpSpPr>
              <p:grpSpPr>
                <a:xfrm>
                  <a:off x="2977852" y="3215065"/>
                  <a:ext cx="224343" cy="182045"/>
                  <a:chOff x="2977852" y="3215065"/>
                  <a:chExt cx="224343" cy="182045"/>
                </a:xfrm>
              </p:grpSpPr>
              <p:sp>
                <p:nvSpPr>
                  <p:cNvPr id="8747" name="Google Shape;8747;p82"/>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2"/>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52" name="Shape 8752"/>
        <p:cNvGrpSpPr/>
        <p:nvPr/>
      </p:nvGrpSpPr>
      <p:grpSpPr>
        <a:xfrm>
          <a:off x="0" y="0"/>
          <a:ext cx="0" cy="0"/>
          <a:chOff x="0" y="0"/>
          <a:chExt cx="0" cy="0"/>
        </a:xfrm>
      </p:grpSpPr>
      <p:grpSp>
        <p:nvGrpSpPr>
          <p:cNvPr id="8753" name="Google Shape;8753;p83"/>
          <p:cNvGrpSpPr/>
          <p:nvPr/>
        </p:nvGrpSpPr>
        <p:grpSpPr>
          <a:xfrm>
            <a:off x="702075" y="3155925"/>
            <a:ext cx="2390414" cy="1024800"/>
            <a:chOff x="728925" y="3296613"/>
            <a:chExt cx="2390414" cy="1024800"/>
          </a:xfrm>
        </p:grpSpPr>
        <p:grpSp>
          <p:nvGrpSpPr>
            <p:cNvPr id="8754" name="Google Shape;8754;p83"/>
            <p:cNvGrpSpPr/>
            <p:nvPr/>
          </p:nvGrpSpPr>
          <p:grpSpPr>
            <a:xfrm>
              <a:off x="728925" y="3619800"/>
              <a:ext cx="2390414" cy="500893"/>
              <a:chOff x="728925" y="3619800"/>
              <a:chExt cx="2390414" cy="500893"/>
            </a:xfrm>
          </p:grpSpPr>
          <p:sp>
            <p:nvSpPr>
              <p:cNvPr id="8755" name="Google Shape;8755;p83"/>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56" name="Google Shape;8756;p83"/>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757" name="Google Shape;8757;p83"/>
            <p:cNvGrpSpPr/>
            <p:nvPr/>
          </p:nvGrpSpPr>
          <p:grpSpPr>
            <a:xfrm>
              <a:off x="1348050" y="3296613"/>
              <a:ext cx="1706152" cy="1024800"/>
              <a:chOff x="1348050" y="3296613"/>
              <a:chExt cx="1706152" cy="1024800"/>
            </a:xfrm>
          </p:grpSpPr>
          <p:sp>
            <p:nvSpPr>
              <p:cNvPr id="8758" name="Google Shape;8758;p83"/>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59" name="Google Shape;8759;p83"/>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60" name="Google Shape;8760;p83"/>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61" name="Google Shape;8761;p83"/>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62" name="Google Shape;8762;p83"/>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763" name="Google Shape;8763;p83"/>
            <p:cNvGrpSpPr/>
            <p:nvPr/>
          </p:nvGrpSpPr>
          <p:grpSpPr>
            <a:xfrm>
              <a:off x="1455707" y="3654858"/>
              <a:ext cx="1491150" cy="417657"/>
              <a:chOff x="1455707" y="3654858"/>
              <a:chExt cx="1491150" cy="417657"/>
            </a:xfrm>
          </p:grpSpPr>
          <p:sp>
            <p:nvSpPr>
              <p:cNvPr id="8764" name="Google Shape;8764;p83"/>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3"/>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3"/>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3"/>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3"/>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3"/>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3"/>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3"/>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3"/>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3"/>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3"/>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3"/>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3"/>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3"/>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3"/>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3"/>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3"/>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3"/>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3"/>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3"/>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784" name="Google Shape;8784;p83"/>
          <p:cNvGraphicFramePr/>
          <p:nvPr/>
        </p:nvGraphicFramePr>
        <p:xfrm>
          <a:off x="5937775" y="2153837"/>
          <a:ext cx="3000000" cy="3000000"/>
        </p:xfrm>
        <a:graphic>
          <a:graphicData uri="http://schemas.openxmlformats.org/drawingml/2006/table">
            <a:tbl>
              <a:tblPr>
                <a:noFill/>
                <a:tableStyleId>{DD61489F-13D1-4E5F-8757-272B2C28602A}</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785" name="Google Shape;8785;p83"/>
          <p:cNvGrpSpPr/>
          <p:nvPr/>
        </p:nvGrpSpPr>
        <p:grpSpPr>
          <a:xfrm>
            <a:off x="710451" y="981601"/>
            <a:ext cx="2396505" cy="976502"/>
            <a:chOff x="749309" y="1112739"/>
            <a:chExt cx="2371603" cy="976502"/>
          </a:xfrm>
        </p:grpSpPr>
        <p:grpSp>
          <p:nvGrpSpPr>
            <p:cNvPr id="8786" name="Google Shape;8786;p83"/>
            <p:cNvGrpSpPr/>
            <p:nvPr/>
          </p:nvGrpSpPr>
          <p:grpSpPr>
            <a:xfrm>
              <a:off x="1092126" y="1112739"/>
              <a:ext cx="2028786" cy="975464"/>
              <a:chOff x="1092126" y="1112739"/>
              <a:chExt cx="2028786" cy="975464"/>
            </a:xfrm>
          </p:grpSpPr>
          <p:sp>
            <p:nvSpPr>
              <p:cNvPr id="8787" name="Google Shape;8787;p83"/>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3"/>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3"/>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3"/>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3"/>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3"/>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3"/>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3"/>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3"/>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3"/>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3"/>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3"/>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3"/>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3"/>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3"/>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3"/>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3"/>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3"/>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3"/>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3"/>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3"/>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3"/>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3"/>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3"/>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83"/>
            <p:cNvGrpSpPr/>
            <p:nvPr/>
          </p:nvGrpSpPr>
          <p:grpSpPr>
            <a:xfrm>
              <a:off x="749309" y="1112739"/>
              <a:ext cx="314700" cy="975464"/>
              <a:chOff x="749309" y="1112739"/>
              <a:chExt cx="314700" cy="975464"/>
            </a:xfrm>
          </p:grpSpPr>
          <p:sp>
            <p:nvSpPr>
              <p:cNvPr id="8812" name="Google Shape;8812;p83"/>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3"/>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3"/>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3"/>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6" name="Google Shape;8816;p8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820" name="Google Shape;8820;p83"/>
          <p:cNvGraphicFramePr/>
          <p:nvPr/>
        </p:nvGraphicFramePr>
        <p:xfrm>
          <a:off x="5937800" y="981587"/>
          <a:ext cx="3000000" cy="3000000"/>
        </p:xfrm>
        <a:graphic>
          <a:graphicData uri="http://schemas.openxmlformats.org/drawingml/2006/table">
            <a:tbl>
              <a:tblPr>
                <a:noFill/>
                <a:tableStyleId>{DD61489F-13D1-4E5F-8757-272B2C28602A}</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821" name="Google Shape;8821;p83"/>
          <p:cNvGraphicFramePr/>
          <p:nvPr/>
        </p:nvGraphicFramePr>
        <p:xfrm>
          <a:off x="3358663" y="2153837"/>
          <a:ext cx="3000000" cy="3000000"/>
        </p:xfrm>
        <a:graphic>
          <a:graphicData uri="http://schemas.openxmlformats.org/drawingml/2006/table">
            <a:tbl>
              <a:tblPr>
                <a:noFill/>
                <a:tableStyleId>{DD61489F-13D1-4E5F-8757-272B2C28602A}</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822" name="Google Shape;8822;p83"/>
          <p:cNvGrpSpPr/>
          <p:nvPr/>
        </p:nvGrpSpPr>
        <p:grpSpPr>
          <a:xfrm>
            <a:off x="3360649" y="3144798"/>
            <a:ext cx="2363377" cy="1047062"/>
            <a:chOff x="3358399" y="3285485"/>
            <a:chExt cx="2363377" cy="1047062"/>
          </a:xfrm>
        </p:grpSpPr>
        <p:grpSp>
          <p:nvGrpSpPr>
            <p:cNvPr id="8823" name="Google Shape;8823;p83"/>
            <p:cNvGrpSpPr/>
            <p:nvPr/>
          </p:nvGrpSpPr>
          <p:grpSpPr>
            <a:xfrm>
              <a:off x="3358412" y="3285485"/>
              <a:ext cx="2363244" cy="139500"/>
              <a:chOff x="3358412" y="3285485"/>
              <a:chExt cx="2363244" cy="139500"/>
            </a:xfrm>
          </p:grpSpPr>
          <p:sp>
            <p:nvSpPr>
              <p:cNvPr id="8824" name="Google Shape;8824;p83"/>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3"/>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3"/>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3"/>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3"/>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83"/>
            <p:cNvGrpSpPr/>
            <p:nvPr/>
          </p:nvGrpSpPr>
          <p:grpSpPr>
            <a:xfrm>
              <a:off x="3358412" y="3466996"/>
              <a:ext cx="2363244" cy="139500"/>
              <a:chOff x="3358412" y="3466996"/>
              <a:chExt cx="2363244" cy="139500"/>
            </a:xfrm>
          </p:grpSpPr>
          <p:sp>
            <p:nvSpPr>
              <p:cNvPr id="8830" name="Google Shape;8830;p83"/>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3"/>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3"/>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3"/>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3"/>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83"/>
            <p:cNvGrpSpPr/>
            <p:nvPr/>
          </p:nvGrpSpPr>
          <p:grpSpPr>
            <a:xfrm>
              <a:off x="3358412" y="3648507"/>
              <a:ext cx="2363244" cy="139500"/>
              <a:chOff x="3358412" y="3648507"/>
              <a:chExt cx="2363244" cy="139500"/>
            </a:xfrm>
          </p:grpSpPr>
          <p:sp>
            <p:nvSpPr>
              <p:cNvPr id="8836" name="Google Shape;8836;p83"/>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3"/>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3"/>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3"/>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3"/>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83"/>
            <p:cNvGrpSpPr/>
            <p:nvPr/>
          </p:nvGrpSpPr>
          <p:grpSpPr>
            <a:xfrm>
              <a:off x="3358412" y="3830018"/>
              <a:ext cx="2363244" cy="139500"/>
              <a:chOff x="3358412" y="3830018"/>
              <a:chExt cx="2363244" cy="139500"/>
            </a:xfrm>
          </p:grpSpPr>
          <p:sp>
            <p:nvSpPr>
              <p:cNvPr id="8842" name="Google Shape;8842;p83"/>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3"/>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3"/>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3"/>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3"/>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7" name="Google Shape;8847;p83"/>
            <p:cNvGrpSpPr/>
            <p:nvPr/>
          </p:nvGrpSpPr>
          <p:grpSpPr>
            <a:xfrm>
              <a:off x="3358399" y="4011514"/>
              <a:ext cx="2363377" cy="139537"/>
              <a:chOff x="3294800" y="4134603"/>
              <a:chExt cx="2638876" cy="152400"/>
            </a:xfrm>
          </p:grpSpPr>
          <p:sp>
            <p:nvSpPr>
              <p:cNvPr id="8848" name="Google Shape;8848;p8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83"/>
            <p:cNvGrpSpPr/>
            <p:nvPr/>
          </p:nvGrpSpPr>
          <p:grpSpPr>
            <a:xfrm>
              <a:off x="3358399" y="4193010"/>
              <a:ext cx="2363377" cy="139537"/>
              <a:chOff x="3294800" y="4134603"/>
              <a:chExt cx="2638876" cy="152400"/>
            </a:xfrm>
          </p:grpSpPr>
          <p:sp>
            <p:nvSpPr>
              <p:cNvPr id="8854" name="Google Shape;8854;p8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859" name="Google Shape;8859;p83"/>
          <p:cNvGraphicFramePr/>
          <p:nvPr/>
        </p:nvGraphicFramePr>
        <p:xfrm>
          <a:off x="711450" y="2153837"/>
          <a:ext cx="3000000" cy="3000000"/>
        </p:xfrm>
        <a:graphic>
          <a:graphicData uri="http://schemas.openxmlformats.org/drawingml/2006/table">
            <a:tbl>
              <a:tblPr>
                <a:noFill/>
                <a:tableStyleId>{DD61489F-13D1-4E5F-8757-272B2C28602A}</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860" name="Google Shape;8860;p83"/>
          <p:cNvGrpSpPr/>
          <p:nvPr/>
        </p:nvGrpSpPr>
        <p:grpSpPr>
          <a:xfrm>
            <a:off x="4161119" y="2557652"/>
            <a:ext cx="1302095" cy="60959"/>
            <a:chOff x="3558802" y="4011427"/>
            <a:chExt cx="1866000" cy="111300"/>
          </a:xfrm>
        </p:grpSpPr>
        <p:sp>
          <p:nvSpPr>
            <p:cNvPr id="8861" name="Google Shape;8861;p8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83"/>
          <p:cNvGrpSpPr/>
          <p:nvPr/>
        </p:nvGrpSpPr>
        <p:grpSpPr>
          <a:xfrm>
            <a:off x="4706607" y="2839811"/>
            <a:ext cx="914340" cy="60959"/>
            <a:chOff x="3558802" y="4011427"/>
            <a:chExt cx="1866000" cy="111300"/>
          </a:xfrm>
        </p:grpSpPr>
        <p:sp>
          <p:nvSpPr>
            <p:cNvPr id="8864" name="Google Shape;8864;p8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6" name="Google Shape;8866;p83"/>
          <p:cNvGrpSpPr/>
          <p:nvPr/>
        </p:nvGrpSpPr>
        <p:grpSpPr>
          <a:xfrm>
            <a:off x="5874449" y="3167609"/>
            <a:ext cx="2519825" cy="1001454"/>
            <a:chOff x="1906114" y="789980"/>
            <a:chExt cx="1487676" cy="606868"/>
          </a:xfrm>
        </p:grpSpPr>
        <p:cxnSp>
          <p:nvCxnSpPr>
            <p:cNvPr id="8867" name="Google Shape;8867;p8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868" name="Google Shape;8868;p8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869" name="Google Shape;8869;p8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870" name="Google Shape;8870;p83"/>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871" name="Google Shape;8871;p83"/>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872" name="Google Shape;8872;p83"/>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873" name="Google Shape;8873;p83"/>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874" name="Google Shape;8874;p8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3"/>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881" name="Google Shape;8881;p83"/>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882" name="Google Shape;8882;p83"/>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883" name="Google Shape;8883;p8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4" name="Google Shape;8884;p83"/>
          <p:cNvGrpSpPr/>
          <p:nvPr/>
        </p:nvGrpSpPr>
        <p:grpSpPr>
          <a:xfrm>
            <a:off x="3355812" y="951645"/>
            <a:ext cx="2363393" cy="1005865"/>
            <a:chOff x="3292400" y="1193188"/>
            <a:chExt cx="2615240" cy="1131075"/>
          </a:xfrm>
        </p:grpSpPr>
        <p:sp>
          <p:nvSpPr>
            <p:cNvPr id="8885" name="Google Shape;8885;p83"/>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86" name="Google Shape;8886;p83"/>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87" name="Google Shape;8887;p83"/>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888" name="Google Shape;8888;p83"/>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889" name="Google Shape;8889;p83"/>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890" name="Google Shape;8890;p83"/>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891" name="Google Shape;8891;p83"/>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892" name="Google Shape;8892;p83"/>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893" name="Google Shape;8893;p83"/>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894" name="Google Shape;8894;p83"/>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895" name="Google Shape;8895;p83"/>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896" name="Google Shape;8896;p83"/>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897" name="Google Shape;8897;p83"/>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898" name="Google Shape;8898;p83"/>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899" name="Google Shape;8899;p83"/>
            <p:cNvGrpSpPr/>
            <p:nvPr/>
          </p:nvGrpSpPr>
          <p:grpSpPr>
            <a:xfrm>
              <a:off x="3748438" y="1378608"/>
              <a:ext cx="2159202" cy="903971"/>
              <a:chOff x="1683525" y="2179850"/>
              <a:chExt cx="4519050" cy="2134525"/>
            </a:xfrm>
          </p:grpSpPr>
          <p:sp>
            <p:nvSpPr>
              <p:cNvPr id="8900" name="Google Shape;8900;p8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01" name="Google Shape;8901;p8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02" name="Google Shape;8902;p8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03" name="Google Shape;8903;p8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04" name="Google Shape;8904;p8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05" name="Google Shape;8905;p8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06" name="Google Shape;8906;p8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07" name="Google Shape;8907;p8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08" name="Google Shape;8908;p8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09" name="Google Shape;8909;p8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10" name="Google Shape;8910;p8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11" name="Google Shape;8911;p8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15" name="Shape 8915"/>
        <p:cNvGrpSpPr/>
        <p:nvPr/>
      </p:nvGrpSpPr>
      <p:grpSpPr>
        <a:xfrm>
          <a:off x="0" y="0"/>
          <a:ext cx="0" cy="0"/>
          <a:chOff x="0" y="0"/>
          <a:chExt cx="0" cy="0"/>
        </a:xfrm>
      </p:grpSpPr>
      <p:grpSp>
        <p:nvGrpSpPr>
          <p:cNvPr id="8916" name="Google Shape;8916;p84"/>
          <p:cNvGrpSpPr/>
          <p:nvPr/>
        </p:nvGrpSpPr>
        <p:grpSpPr>
          <a:xfrm>
            <a:off x="4796684" y="970929"/>
            <a:ext cx="745431" cy="718863"/>
            <a:chOff x="4249973" y="1201875"/>
            <a:chExt cx="1958568" cy="1888762"/>
          </a:xfrm>
        </p:grpSpPr>
        <p:sp>
          <p:nvSpPr>
            <p:cNvPr id="8917" name="Google Shape;8917;p84"/>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8" name="Google Shape;8918;p84"/>
            <p:cNvGrpSpPr/>
            <p:nvPr/>
          </p:nvGrpSpPr>
          <p:grpSpPr>
            <a:xfrm>
              <a:off x="5853086" y="1789142"/>
              <a:ext cx="355454" cy="1048099"/>
              <a:chOff x="5576108" y="2016725"/>
              <a:chExt cx="565200" cy="1666560"/>
            </a:xfrm>
          </p:grpSpPr>
          <p:sp>
            <p:nvSpPr>
              <p:cNvPr id="8919" name="Google Shape;8919;p84"/>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920" name="Google Shape;8920;p8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1" name="Google Shape;8921;p84"/>
            <p:cNvGrpSpPr/>
            <p:nvPr/>
          </p:nvGrpSpPr>
          <p:grpSpPr>
            <a:xfrm>
              <a:off x="4869455" y="2691676"/>
              <a:ext cx="1013897" cy="398961"/>
              <a:chOff x="4012057" y="3451825"/>
              <a:chExt cx="1612175" cy="634379"/>
            </a:xfrm>
          </p:grpSpPr>
          <p:sp>
            <p:nvSpPr>
              <p:cNvPr id="8922" name="Google Shape;8922;p84"/>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923" name="Google Shape;8923;p8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84"/>
            <p:cNvGrpSpPr/>
            <p:nvPr/>
          </p:nvGrpSpPr>
          <p:grpSpPr>
            <a:xfrm>
              <a:off x="4276937" y="2155961"/>
              <a:ext cx="651965" cy="891358"/>
              <a:chOff x="3069908" y="2599997"/>
              <a:chExt cx="1036675" cy="1417328"/>
            </a:xfrm>
          </p:grpSpPr>
          <p:sp>
            <p:nvSpPr>
              <p:cNvPr id="8925" name="Google Shape;8925;p84"/>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926" name="Google Shape;8926;p8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84"/>
            <p:cNvGrpSpPr/>
            <p:nvPr/>
          </p:nvGrpSpPr>
          <p:grpSpPr>
            <a:xfrm>
              <a:off x="5054918" y="1201875"/>
              <a:ext cx="999548" cy="602711"/>
              <a:chOff x="4306958" y="1082925"/>
              <a:chExt cx="1589359" cy="958358"/>
            </a:xfrm>
          </p:grpSpPr>
          <p:sp>
            <p:nvSpPr>
              <p:cNvPr id="8928" name="Google Shape;8928;p84"/>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929" name="Google Shape;8929;p8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84"/>
            <p:cNvGrpSpPr/>
            <p:nvPr/>
          </p:nvGrpSpPr>
          <p:grpSpPr>
            <a:xfrm>
              <a:off x="4249973" y="1303451"/>
              <a:ext cx="799317" cy="841334"/>
              <a:chOff x="3027033" y="1244439"/>
              <a:chExt cx="1270977" cy="1337786"/>
            </a:xfrm>
          </p:grpSpPr>
          <p:sp>
            <p:nvSpPr>
              <p:cNvPr id="8931" name="Google Shape;8931;p84"/>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932" name="Google Shape;8932;p8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33" name="Google Shape;8933;p84"/>
          <p:cNvGrpSpPr/>
          <p:nvPr/>
        </p:nvGrpSpPr>
        <p:grpSpPr>
          <a:xfrm>
            <a:off x="713057" y="1849378"/>
            <a:ext cx="761767" cy="729896"/>
            <a:chOff x="2657744" y="2337745"/>
            <a:chExt cx="832987" cy="798137"/>
          </a:xfrm>
        </p:grpSpPr>
        <p:sp>
          <p:nvSpPr>
            <p:cNvPr id="8934" name="Google Shape;8934;p84"/>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4"/>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4"/>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84"/>
          <p:cNvGrpSpPr/>
          <p:nvPr/>
        </p:nvGrpSpPr>
        <p:grpSpPr>
          <a:xfrm>
            <a:off x="3224022" y="1852584"/>
            <a:ext cx="685569" cy="723586"/>
            <a:chOff x="3398134" y="2057755"/>
            <a:chExt cx="704087" cy="743130"/>
          </a:xfrm>
        </p:grpSpPr>
        <p:grpSp>
          <p:nvGrpSpPr>
            <p:cNvPr id="8941" name="Google Shape;8941;p84"/>
            <p:cNvGrpSpPr/>
            <p:nvPr/>
          </p:nvGrpSpPr>
          <p:grpSpPr>
            <a:xfrm>
              <a:off x="3398134" y="2290183"/>
              <a:ext cx="315300" cy="219900"/>
              <a:chOff x="3398134" y="2290183"/>
              <a:chExt cx="315300" cy="219900"/>
            </a:xfrm>
          </p:grpSpPr>
          <p:sp>
            <p:nvSpPr>
              <p:cNvPr id="8942" name="Google Shape;8942;p84"/>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943" name="Google Shape;8943;p84"/>
              <p:cNvCxnSpPr>
                <a:stCxn id="8942"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944" name="Google Shape;8944;p84"/>
            <p:cNvGrpSpPr/>
            <p:nvPr/>
          </p:nvGrpSpPr>
          <p:grpSpPr>
            <a:xfrm>
              <a:off x="3547823" y="2467358"/>
              <a:ext cx="219900" cy="333527"/>
              <a:chOff x="3547823" y="2467358"/>
              <a:chExt cx="219900" cy="333527"/>
            </a:xfrm>
          </p:grpSpPr>
          <p:sp>
            <p:nvSpPr>
              <p:cNvPr id="8945" name="Google Shape;8945;p84"/>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946" name="Google Shape;8946;p84"/>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947" name="Google Shape;8947;p84"/>
            <p:cNvGrpSpPr/>
            <p:nvPr/>
          </p:nvGrpSpPr>
          <p:grpSpPr>
            <a:xfrm>
              <a:off x="3734138" y="2467358"/>
              <a:ext cx="219900" cy="333527"/>
              <a:chOff x="3734138" y="2467358"/>
              <a:chExt cx="219900" cy="333527"/>
            </a:xfrm>
          </p:grpSpPr>
          <p:sp>
            <p:nvSpPr>
              <p:cNvPr id="8948" name="Google Shape;8948;p84"/>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949" name="Google Shape;8949;p84"/>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950" name="Google Shape;8950;p84"/>
            <p:cNvGrpSpPr/>
            <p:nvPr/>
          </p:nvGrpSpPr>
          <p:grpSpPr>
            <a:xfrm>
              <a:off x="3787560" y="2288011"/>
              <a:ext cx="314661" cy="219900"/>
              <a:chOff x="3787560" y="2288011"/>
              <a:chExt cx="314661" cy="219900"/>
            </a:xfrm>
          </p:grpSpPr>
          <p:sp>
            <p:nvSpPr>
              <p:cNvPr id="8951" name="Google Shape;8951;p84"/>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952" name="Google Shape;8952;p84"/>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953" name="Google Shape;8953;p84"/>
            <p:cNvGrpSpPr/>
            <p:nvPr/>
          </p:nvGrpSpPr>
          <p:grpSpPr>
            <a:xfrm>
              <a:off x="3637290" y="2057755"/>
              <a:ext cx="219900" cy="335499"/>
              <a:chOff x="3637290" y="2057755"/>
              <a:chExt cx="219900" cy="335499"/>
            </a:xfrm>
          </p:grpSpPr>
          <p:sp>
            <p:nvSpPr>
              <p:cNvPr id="8954" name="Google Shape;8954;p84"/>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955" name="Google Shape;8955;p84"/>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956" name="Google Shape;8956;p84"/>
          <p:cNvGrpSpPr/>
          <p:nvPr/>
        </p:nvGrpSpPr>
        <p:grpSpPr>
          <a:xfrm>
            <a:off x="4899244" y="1859280"/>
            <a:ext cx="710153" cy="710153"/>
            <a:chOff x="5007123" y="2079403"/>
            <a:chExt cx="687600" cy="687600"/>
          </a:xfrm>
        </p:grpSpPr>
        <p:sp>
          <p:nvSpPr>
            <p:cNvPr id="8957" name="Google Shape;8957;p84"/>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4"/>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4"/>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4"/>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84"/>
          <p:cNvGrpSpPr/>
          <p:nvPr/>
        </p:nvGrpSpPr>
        <p:grpSpPr>
          <a:xfrm>
            <a:off x="5708681" y="1853787"/>
            <a:ext cx="720998" cy="721183"/>
            <a:chOff x="5797446" y="2063053"/>
            <a:chExt cx="698100" cy="698280"/>
          </a:xfrm>
        </p:grpSpPr>
        <p:sp>
          <p:nvSpPr>
            <p:cNvPr id="8962" name="Google Shape;8962;p84"/>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4"/>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4"/>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4"/>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6" name="Google Shape;8966;p84"/>
          <p:cNvGrpSpPr/>
          <p:nvPr/>
        </p:nvGrpSpPr>
        <p:grpSpPr>
          <a:xfrm>
            <a:off x="8153828" y="3499392"/>
            <a:ext cx="280585" cy="673164"/>
            <a:chOff x="8075075" y="3754290"/>
            <a:chExt cx="255612" cy="613194"/>
          </a:xfrm>
        </p:grpSpPr>
        <p:grpSp>
          <p:nvGrpSpPr>
            <p:cNvPr id="8967" name="Google Shape;8967;p84"/>
            <p:cNvGrpSpPr/>
            <p:nvPr/>
          </p:nvGrpSpPr>
          <p:grpSpPr>
            <a:xfrm>
              <a:off x="8075075" y="3754290"/>
              <a:ext cx="255612" cy="613194"/>
              <a:chOff x="8075075" y="3754290"/>
              <a:chExt cx="255612" cy="613194"/>
            </a:xfrm>
          </p:grpSpPr>
          <p:sp>
            <p:nvSpPr>
              <p:cNvPr id="8968" name="Google Shape;8968;p84"/>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4"/>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0" name="Google Shape;8970;p84"/>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84"/>
          <p:cNvGrpSpPr/>
          <p:nvPr/>
        </p:nvGrpSpPr>
        <p:grpSpPr>
          <a:xfrm>
            <a:off x="5270887" y="3488188"/>
            <a:ext cx="470352" cy="683745"/>
            <a:chOff x="1697726" y="3244179"/>
            <a:chExt cx="788124" cy="1146069"/>
          </a:xfrm>
        </p:grpSpPr>
        <p:sp>
          <p:nvSpPr>
            <p:cNvPr id="8972" name="Google Shape;8972;p8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4" name="Google Shape;8974;p84"/>
          <p:cNvSpPr/>
          <p:nvPr/>
        </p:nvSpPr>
        <p:spPr>
          <a:xfrm>
            <a:off x="8128351" y="340219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5" name="Google Shape;8975;p84"/>
          <p:cNvGrpSpPr/>
          <p:nvPr/>
        </p:nvGrpSpPr>
        <p:grpSpPr>
          <a:xfrm>
            <a:off x="5892037" y="3499390"/>
            <a:ext cx="293891" cy="293845"/>
            <a:chOff x="6134814" y="3754290"/>
            <a:chExt cx="293891" cy="293845"/>
          </a:xfrm>
        </p:grpSpPr>
        <p:sp>
          <p:nvSpPr>
            <p:cNvPr id="8976" name="Google Shape;8976;p84"/>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4"/>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84"/>
          <p:cNvGrpSpPr/>
          <p:nvPr/>
        </p:nvGrpSpPr>
        <p:grpSpPr>
          <a:xfrm>
            <a:off x="5892037" y="3878061"/>
            <a:ext cx="293891" cy="293891"/>
            <a:chOff x="6134814" y="4086186"/>
            <a:chExt cx="293891" cy="293891"/>
          </a:xfrm>
        </p:grpSpPr>
        <p:sp>
          <p:nvSpPr>
            <p:cNvPr id="8979" name="Google Shape;8979;p84"/>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4"/>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1" name="Google Shape;8981;p84"/>
          <p:cNvSpPr/>
          <p:nvPr/>
        </p:nvSpPr>
        <p:spPr>
          <a:xfrm>
            <a:off x="6930464" y="349858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4"/>
          <p:cNvSpPr/>
          <p:nvPr/>
        </p:nvSpPr>
        <p:spPr>
          <a:xfrm rot="10800000">
            <a:off x="6336727" y="349632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3" name="Google Shape;8983;p84"/>
          <p:cNvGrpSpPr/>
          <p:nvPr/>
        </p:nvGrpSpPr>
        <p:grpSpPr>
          <a:xfrm>
            <a:off x="7817013" y="2706754"/>
            <a:ext cx="622883" cy="621944"/>
            <a:chOff x="1187048" y="238125"/>
            <a:chExt cx="5256397" cy="5248476"/>
          </a:xfrm>
        </p:grpSpPr>
        <p:sp>
          <p:nvSpPr>
            <p:cNvPr id="8984" name="Google Shape;8984;p8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4"/>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4"/>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4"/>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8" name="Google Shape;8988;p84"/>
          <p:cNvGrpSpPr/>
          <p:nvPr/>
        </p:nvGrpSpPr>
        <p:grpSpPr>
          <a:xfrm>
            <a:off x="2274118" y="2716363"/>
            <a:ext cx="1310987" cy="612407"/>
            <a:chOff x="238125" y="1188750"/>
            <a:chExt cx="7140450" cy="3335550"/>
          </a:xfrm>
        </p:grpSpPr>
        <p:sp>
          <p:nvSpPr>
            <p:cNvPr id="8989" name="Google Shape;8989;p8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4" name="Google Shape;8994;p84"/>
          <p:cNvGrpSpPr/>
          <p:nvPr/>
        </p:nvGrpSpPr>
        <p:grpSpPr>
          <a:xfrm>
            <a:off x="6599990" y="2706917"/>
            <a:ext cx="1110299" cy="621702"/>
            <a:chOff x="238125" y="1335475"/>
            <a:chExt cx="5418735" cy="3034175"/>
          </a:xfrm>
        </p:grpSpPr>
        <p:sp>
          <p:nvSpPr>
            <p:cNvPr id="8995" name="Google Shape;8995;p8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84"/>
          <p:cNvGrpSpPr/>
          <p:nvPr/>
        </p:nvGrpSpPr>
        <p:grpSpPr>
          <a:xfrm>
            <a:off x="5417649" y="2703814"/>
            <a:ext cx="1074451" cy="627181"/>
            <a:chOff x="5359127" y="2910889"/>
            <a:chExt cx="1097723" cy="640831"/>
          </a:xfrm>
        </p:grpSpPr>
        <p:grpSp>
          <p:nvGrpSpPr>
            <p:cNvPr id="8999" name="Google Shape;8999;p84"/>
            <p:cNvGrpSpPr/>
            <p:nvPr/>
          </p:nvGrpSpPr>
          <p:grpSpPr>
            <a:xfrm>
              <a:off x="5929791" y="3263088"/>
              <a:ext cx="527060" cy="287097"/>
              <a:chOff x="5929791" y="3263088"/>
              <a:chExt cx="527060" cy="287097"/>
            </a:xfrm>
          </p:grpSpPr>
          <p:sp>
            <p:nvSpPr>
              <p:cNvPr id="9000" name="Google Shape;9000;p84"/>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001" name="Google Shape;9001;p84"/>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002" name="Google Shape;9002;p84"/>
            <p:cNvGrpSpPr/>
            <p:nvPr/>
          </p:nvGrpSpPr>
          <p:grpSpPr>
            <a:xfrm>
              <a:off x="5359127" y="3263089"/>
              <a:ext cx="526428" cy="288631"/>
              <a:chOff x="5359127" y="3263089"/>
              <a:chExt cx="526428" cy="288631"/>
            </a:xfrm>
          </p:grpSpPr>
          <p:sp>
            <p:nvSpPr>
              <p:cNvPr id="9003" name="Google Shape;9003;p84"/>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004" name="Google Shape;9004;p84"/>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005" name="Google Shape;9005;p84"/>
            <p:cNvGrpSpPr/>
            <p:nvPr/>
          </p:nvGrpSpPr>
          <p:grpSpPr>
            <a:xfrm>
              <a:off x="5551525" y="2910889"/>
              <a:ext cx="520901" cy="610283"/>
              <a:chOff x="5551525" y="2910889"/>
              <a:chExt cx="520901" cy="610283"/>
            </a:xfrm>
          </p:grpSpPr>
          <p:sp>
            <p:nvSpPr>
              <p:cNvPr id="9006" name="Google Shape;9006;p84"/>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007" name="Google Shape;9007;p84"/>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008" name="Google Shape;9008;p84"/>
            <p:cNvGrpSpPr/>
            <p:nvPr/>
          </p:nvGrpSpPr>
          <p:grpSpPr>
            <a:xfrm>
              <a:off x="5743962" y="2919100"/>
              <a:ext cx="623674" cy="284502"/>
              <a:chOff x="5743962" y="2919100"/>
              <a:chExt cx="623674" cy="284502"/>
            </a:xfrm>
          </p:grpSpPr>
          <p:sp>
            <p:nvSpPr>
              <p:cNvPr id="9009" name="Google Shape;9009;p84"/>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010" name="Google Shape;9010;p84"/>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011" name="Google Shape;9011;p84"/>
          <p:cNvGrpSpPr/>
          <p:nvPr/>
        </p:nvGrpSpPr>
        <p:grpSpPr>
          <a:xfrm>
            <a:off x="7568863" y="1854526"/>
            <a:ext cx="874976" cy="719600"/>
            <a:chOff x="7608988" y="2093194"/>
            <a:chExt cx="817276" cy="672147"/>
          </a:xfrm>
        </p:grpSpPr>
        <p:cxnSp>
          <p:nvCxnSpPr>
            <p:cNvPr id="9012" name="Google Shape;9012;p84"/>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013" name="Google Shape;9013;p84"/>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014" name="Google Shape;9014;p84"/>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015" name="Google Shape;9015;p84"/>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016" name="Google Shape;9016;p84"/>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017" name="Google Shape;9017;p84"/>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018" name="Google Shape;9018;p84"/>
            <p:cNvGrpSpPr/>
            <p:nvPr/>
          </p:nvGrpSpPr>
          <p:grpSpPr>
            <a:xfrm>
              <a:off x="7721175" y="2093194"/>
              <a:ext cx="599587" cy="623846"/>
              <a:chOff x="7721175" y="2093194"/>
              <a:chExt cx="599587" cy="623846"/>
            </a:xfrm>
          </p:grpSpPr>
          <p:grpSp>
            <p:nvGrpSpPr>
              <p:cNvPr id="9019" name="Google Shape;9019;p84"/>
              <p:cNvGrpSpPr/>
              <p:nvPr/>
            </p:nvGrpSpPr>
            <p:grpSpPr>
              <a:xfrm>
                <a:off x="7721175" y="2093194"/>
                <a:ext cx="291605" cy="623846"/>
                <a:chOff x="9405575" y="2061418"/>
                <a:chExt cx="291605" cy="623846"/>
              </a:xfrm>
            </p:grpSpPr>
            <p:sp>
              <p:nvSpPr>
                <p:cNvPr id="9020" name="Google Shape;9020;p8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84"/>
              <p:cNvGrpSpPr/>
              <p:nvPr/>
            </p:nvGrpSpPr>
            <p:grpSpPr>
              <a:xfrm flipH="1">
                <a:off x="8029157" y="2093194"/>
                <a:ext cx="291605" cy="623846"/>
                <a:chOff x="9405575" y="2061418"/>
                <a:chExt cx="291605" cy="623846"/>
              </a:xfrm>
            </p:grpSpPr>
            <p:sp>
              <p:nvSpPr>
                <p:cNvPr id="9028" name="Google Shape;9028;p8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035" name="Google Shape;9035;p84"/>
          <p:cNvGrpSpPr/>
          <p:nvPr/>
        </p:nvGrpSpPr>
        <p:grpSpPr>
          <a:xfrm>
            <a:off x="4013299" y="970929"/>
            <a:ext cx="712557" cy="785901"/>
            <a:chOff x="4206459" y="1191441"/>
            <a:chExt cx="712557" cy="785901"/>
          </a:xfrm>
        </p:grpSpPr>
        <p:sp>
          <p:nvSpPr>
            <p:cNvPr id="9036" name="Google Shape;9036;p84"/>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4"/>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4"/>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4"/>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0" name="Google Shape;9040;p84"/>
            <p:cNvGrpSpPr/>
            <p:nvPr/>
          </p:nvGrpSpPr>
          <p:grpSpPr>
            <a:xfrm>
              <a:off x="4644280" y="1290523"/>
              <a:ext cx="143716" cy="29463"/>
              <a:chOff x="4644280" y="1290523"/>
              <a:chExt cx="143716" cy="29463"/>
            </a:xfrm>
          </p:grpSpPr>
          <p:sp>
            <p:nvSpPr>
              <p:cNvPr id="9041" name="Google Shape;9041;p84"/>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4"/>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4"/>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4"/>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5" name="Google Shape;9045;p84"/>
            <p:cNvGrpSpPr/>
            <p:nvPr/>
          </p:nvGrpSpPr>
          <p:grpSpPr>
            <a:xfrm>
              <a:off x="4356567" y="1191441"/>
              <a:ext cx="143690" cy="29488"/>
              <a:chOff x="4356567" y="1191441"/>
              <a:chExt cx="143690" cy="29488"/>
            </a:xfrm>
          </p:grpSpPr>
          <p:sp>
            <p:nvSpPr>
              <p:cNvPr id="9046" name="Google Shape;9046;p84"/>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4"/>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4"/>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4"/>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0" name="Google Shape;9050;p84"/>
            <p:cNvGrpSpPr/>
            <p:nvPr/>
          </p:nvGrpSpPr>
          <p:grpSpPr>
            <a:xfrm>
              <a:off x="4339009" y="1863727"/>
              <a:ext cx="143703" cy="29476"/>
              <a:chOff x="4339009" y="1863727"/>
              <a:chExt cx="143703" cy="29476"/>
            </a:xfrm>
          </p:grpSpPr>
          <p:sp>
            <p:nvSpPr>
              <p:cNvPr id="9051" name="Google Shape;9051;p84"/>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4"/>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4"/>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4"/>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5" name="Google Shape;9055;p84"/>
            <p:cNvGrpSpPr/>
            <p:nvPr/>
          </p:nvGrpSpPr>
          <p:grpSpPr>
            <a:xfrm>
              <a:off x="4206459" y="1607315"/>
              <a:ext cx="29539" cy="142899"/>
              <a:chOff x="4206459" y="1607315"/>
              <a:chExt cx="29539" cy="142899"/>
            </a:xfrm>
          </p:grpSpPr>
          <p:sp>
            <p:nvSpPr>
              <p:cNvPr id="9056" name="Google Shape;9056;p84"/>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4"/>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4"/>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4"/>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0" name="Google Shape;9060;p84"/>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4"/>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4"/>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4"/>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4" name="Google Shape;9064;p84"/>
            <p:cNvGrpSpPr/>
            <p:nvPr/>
          </p:nvGrpSpPr>
          <p:grpSpPr>
            <a:xfrm>
              <a:off x="4889463" y="1423737"/>
              <a:ext cx="29552" cy="142899"/>
              <a:chOff x="4889463" y="1423737"/>
              <a:chExt cx="29552" cy="142899"/>
            </a:xfrm>
          </p:grpSpPr>
          <p:sp>
            <p:nvSpPr>
              <p:cNvPr id="9065" name="Google Shape;9065;p84"/>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4"/>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4"/>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4"/>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9" name="Google Shape;9069;p84"/>
            <p:cNvGrpSpPr/>
            <p:nvPr/>
          </p:nvGrpSpPr>
          <p:grpSpPr>
            <a:xfrm>
              <a:off x="4771663" y="1876896"/>
              <a:ext cx="108651" cy="100447"/>
              <a:chOff x="4771663" y="1876896"/>
              <a:chExt cx="108651" cy="100447"/>
            </a:xfrm>
          </p:grpSpPr>
          <p:sp>
            <p:nvSpPr>
              <p:cNvPr id="9070" name="Google Shape;9070;p84"/>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4"/>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4"/>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4"/>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74" name="Google Shape;9074;p84"/>
          <p:cNvGrpSpPr/>
          <p:nvPr/>
        </p:nvGrpSpPr>
        <p:grpSpPr>
          <a:xfrm>
            <a:off x="4008774" y="1854151"/>
            <a:ext cx="791287" cy="720350"/>
            <a:chOff x="267375" y="1071875"/>
            <a:chExt cx="470500" cy="428550"/>
          </a:xfrm>
        </p:grpSpPr>
        <p:sp>
          <p:nvSpPr>
            <p:cNvPr id="9075" name="Google Shape;9075;p84"/>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4"/>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4"/>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4"/>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4"/>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4"/>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4"/>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4"/>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3" name="Google Shape;9083;p84"/>
          <p:cNvGrpSpPr/>
          <p:nvPr/>
        </p:nvGrpSpPr>
        <p:grpSpPr>
          <a:xfrm>
            <a:off x="709269" y="3498781"/>
            <a:ext cx="1408444" cy="673166"/>
            <a:chOff x="712664" y="3693287"/>
            <a:chExt cx="1460738" cy="698160"/>
          </a:xfrm>
        </p:grpSpPr>
        <p:grpSp>
          <p:nvGrpSpPr>
            <p:cNvPr id="9084" name="Google Shape;9084;p84"/>
            <p:cNvGrpSpPr/>
            <p:nvPr/>
          </p:nvGrpSpPr>
          <p:grpSpPr>
            <a:xfrm>
              <a:off x="1380079" y="4133090"/>
              <a:ext cx="234048" cy="258099"/>
              <a:chOff x="1380079" y="4133090"/>
              <a:chExt cx="234048" cy="258099"/>
            </a:xfrm>
          </p:grpSpPr>
          <p:sp>
            <p:nvSpPr>
              <p:cNvPr id="9085" name="Google Shape;9085;p84"/>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4"/>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4"/>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84"/>
            <p:cNvGrpSpPr/>
            <p:nvPr/>
          </p:nvGrpSpPr>
          <p:grpSpPr>
            <a:xfrm>
              <a:off x="884610" y="3864082"/>
              <a:ext cx="1118566" cy="527275"/>
              <a:chOff x="890961" y="3865463"/>
              <a:chExt cx="1115221" cy="525698"/>
            </a:xfrm>
          </p:grpSpPr>
          <p:sp>
            <p:nvSpPr>
              <p:cNvPr id="9089" name="Google Shape;9089;p84"/>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4"/>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4"/>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84"/>
            <p:cNvGrpSpPr/>
            <p:nvPr/>
          </p:nvGrpSpPr>
          <p:grpSpPr>
            <a:xfrm>
              <a:off x="712664" y="3693287"/>
              <a:ext cx="1460738" cy="698160"/>
              <a:chOff x="712664" y="3693025"/>
              <a:chExt cx="1460738" cy="698160"/>
            </a:xfrm>
          </p:grpSpPr>
          <p:sp>
            <p:nvSpPr>
              <p:cNvPr id="9093" name="Google Shape;9093;p84"/>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4"/>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4"/>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4"/>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4"/>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4"/>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99" name="Google Shape;9099;p84"/>
          <p:cNvGrpSpPr/>
          <p:nvPr/>
        </p:nvGrpSpPr>
        <p:grpSpPr>
          <a:xfrm>
            <a:off x="3146985" y="970929"/>
            <a:ext cx="795485" cy="738831"/>
            <a:chOff x="3348603" y="1236445"/>
            <a:chExt cx="749256" cy="695894"/>
          </a:xfrm>
        </p:grpSpPr>
        <p:grpSp>
          <p:nvGrpSpPr>
            <p:cNvPr id="9100" name="Google Shape;9100;p84"/>
            <p:cNvGrpSpPr/>
            <p:nvPr/>
          </p:nvGrpSpPr>
          <p:grpSpPr>
            <a:xfrm>
              <a:off x="3583779" y="1236445"/>
              <a:ext cx="293795" cy="285811"/>
              <a:chOff x="3750225" y="1774000"/>
              <a:chExt cx="149575" cy="145525"/>
            </a:xfrm>
          </p:grpSpPr>
          <p:sp>
            <p:nvSpPr>
              <p:cNvPr id="9101" name="Google Shape;9101;p8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3" name="Google Shape;9103;p84"/>
            <p:cNvGrpSpPr/>
            <p:nvPr/>
          </p:nvGrpSpPr>
          <p:grpSpPr>
            <a:xfrm>
              <a:off x="3775534" y="1462599"/>
              <a:ext cx="322325" cy="285958"/>
              <a:chOff x="3847850" y="1889150"/>
              <a:chExt cx="164100" cy="145600"/>
            </a:xfrm>
          </p:grpSpPr>
          <p:sp>
            <p:nvSpPr>
              <p:cNvPr id="9104" name="Google Shape;9104;p8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84"/>
            <p:cNvGrpSpPr/>
            <p:nvPr/>
          </p:nvGrpSpPr>
          <p:grpSpPr>
            <a:xfrm>
              <a:off x="3545329" y="1646528"/>
              <a:ext cx="293746" cy="285811"/>
              <a:chOff x="3730650" y="1982800"/>
              <a:chExt cx="149550" cy="145525"/>
            </a:xfrm>
          </p:grpSpPr>
          <p:sp>
            <p:nvSpPr>
              <p:cNvPr id="9107" name="Google Shape;9107;p8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84"/>
            <p:cNvGrpSpPr/>
            <p:nvPr/>
          </p:nvGrpSpPr>
          <p:grpSpPr>
            <a:xfrm>
              <a:off x="3348603" y="1415046"/>
              <a:ext cx="294384" cy="284387"/>
              <a:chOff x="3630494" y="1864938"/>
              <a:chExt cx="149875" cy="144800"/>
            </a:xfrm>
          </p:grpSpPr>
          <p:sp>
            <p:nvSpPr>
              <p:cNvPr id="9110" name="Google Shape;9110;p84"/>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4"/>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2" name="Google Shape;9112;p84"/>
          <p:cNvGrpSpPr/>
          <p:nvPr/>
        </p:nvGrpSpPr>
        <p:grpSpPr>
          <a:xfrm>
            <a:off x="2268512" y="3493825"/>
            <a:ext cx="1324924" cy="678083"/>
            <a:chOff x="2413923" y="3711366"/>
            <a:chExt cx="1374117" cy="703260"/>
          </a:xfrm>
        </p:grpSpPr>
        <p:grpSp>
          <p:nvGrpSpPr>
            <p:cNvPr id="9113" name="Google Shape;9113;p84"/>
            <p:cNvGrpSpPr/>
            <p:nvPr/>
          </p:nvGrpSpPr>
          <p:grpSpPr>
            <a:xfrm>
              <a:off x="2413923" y="3711366"/>
              <a:ext cx="1374117" cy="703260"/>
              <a:chOff x="2413923" y="3711366"/>
              <a:chExt cx="1374117" cy="703260"/>
            </a:xfrm>
          </p:grpSpPr>
          <p:sp>
            <p:nvSpPr>
              <p:cNvPr id="9114" name="Google Shape;9114;p84"/>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5" name="Google Shape;9115;p84"/>
              <p:cNvGrpSpPr/>
              <p:nvPr/>
            </p:nvGrpSpPr>
            <p:grpSpPr>
              <a:xfrm>
                <a:off x="2600284" y="3808654"/>
                <a:ext cx="234506" cy="138009"/>
                <a:chOff x="2600284" y="3808654"/>
                <a:chExt cx="234506" cy="138009"/>
              </a:xfrm>
            </p:grpSpPr>
            <p:sp>
              <p:nvSpPr>
                <p:cNvPr id="9116" name="Google Shape;9116;p84"/>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17" name="Google Shape;9117;p84"/>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118" name="Google Shape;9118;p84"/>
              <p:cNvGrpSpPr/>
              <p:nvPr/>
            </p:nvGrpSpPr>
            <p:grpSpPr>
              <a:xfrm>
                <a:off x="3359659" y="3805664"/>
                <a:ext cx="232294" cy="141000"/>
                <a:chOff x="3359659" y="3805664"/>
                <a:chExt cx="232294" cy="141000"/>
              </a:xfrm>
            </p:grpSpPr>
            <p:sp>
              <p:nvSpPr>
                <p:cNvPr id="9119" name="Google Shape;9119;p84"/>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20" name="Google Shape;9120;p84"/>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121" name="Google Shape;9121;p84"/>
              <p:cNvGrpSpPr/>
              <p:nvPr/>
            </p:nvGrpSpPr>
            <p:grpSpPr>
              <a:xfrm>
                <a:off x="3067316" y="3711366"/>
                <a:ext cx="66900" cy="166809"/>
                <a:chOff x="3067316" y="3711366"/>
                <a:chExt cx="66900" cy="166809"/>
              </a:xfrm>
            </p:grpSpPr>
            <p:sp>
              <p:nvSpPr>
                <p:cNvPr id="9122" name="Google Shape;9122;p84"/>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23" name="Google Shape;9123;p84"/>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124" name="Google Shape;9124;p84"/>
              <p:cNvGrpSpPr/>
              <p:nvPr/>
            </p:nvGrpSpPr>
            <p:grpSpPr>
              <a:xfrm>
                <a:off x="2413923" y="4058666"/>
                <a:ext cx="224119" cy="66900"/>
                <a:chOff x="2413923" y="4058666"/>
                <a:chExt cx="224119" cy="66900"/>
              </a:xfrm>
            </p:grpSpPr>
            <p:sp>
              <p:nvSpPr>
                <p:cNvPr id="9125" name="Google Shape;9125;p84"/>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26" name="Google Shape;9126;p84"/>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127" name="Google Shape;9127;p84"/>
              <p:cNvGrpSpPr/>
              <p:nvPr/>
            </p:nvGrpSpPr>
            <p:grpSpPr>
              <a:xfrm>
                <a:off x="3564643" y="4058666"/>
                <a:ext cx="223397" cy="66900"/>
                <a:chOff x="3564643" y="4058666"/>
                <a:chExt cx="223397" cy="66900"/>
              </a:xfrm>
            </p:grpSpPr>
            <p:sp>
              <p:nvSpPr>
                <p:cNvPr id="9128" name="Google Shape;9128;p84"/>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29" name="Google Shape;9129;p84"/>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130" name="Google Shape;9130;p84"/>
            <p:cNvGrpSpPr/>
            <p:nvPr/>
          </p:nvGrpSpPr>
          <p:grpSpPr>
            <a:xfrm>
              <a:off x="2633353" y="3965763"/>
              <a:ext cx="933975" cy="445687"/>
              <a:chOff x="2633353" y="3965763"/>
              <a:chExt cx="933975" cy="445687"/>
            </a:xfrm>
          </p:grpSpPr>
          <p:sp>
            <p:nvSpPr>
              <p:cNvPr id="9131" name="Google Shape;9131;p84"/>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4"/>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33" name="Google Shape;9133;p84"/>
          <p:cNvGrpSpPr/>
          <p:nvPr/>
        </p:nvGrpSpPr>
        <p:grpSpPr>
          <a:xfrm>
            <a:off x="6392784" y="1044372"/>
            <a:ext cx="1131087" cy="587383"/>
            <a:chOff x="238125" y="999450"/>
            <a:chExt cx="7140700" cy="3708225"/>
          </a:xfrm>
        </p:grpSpPr>
        <p:sp>
          <p:nvSpPr>
            <p:cNvPr id="9134" name="Google Shape;9134;p84"/>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4"/>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84"/>
          <p:cNvGrpSpPr/>
          <p:nvPr/>
        </p:nvGrpSpPr>
        <p:grpSpPr>
          <a:xfrm>
            <a:off x="3744234" y="3493867"/>
            <a:ext cx="1375854" cy="678131"/>
            <a:chOff x="3913765" y="3641905"/>
            <a:chExt cx="1522805" cy="750560"/>
          </a:xfrm>
        </p:grpSpPr>
        <p:grpSp>
          <p:nvGrpSpPr>
            <p:cNvPr id="9144" name="Google Shape;9144;p84"/>
            <p:cNvGrpSpPr/>
            <p:nvPr/>
          </p:nvGrpSpPr>
          <p:grpSpPr>
            <a:xfrm>
              <a:off x="3913765" y="3997002"/>
              <a:ext cx="1522805" cy="395463"/>
              <a:chOff x="3913765" y="3997002"/>
              <a:chExt cx="1522805" cy="395463"/>
            </a:xfrm>
          </p:grpSpPr>
          <p:grpSp>
            <p:nvGrpSpPr>
              <p:cNvPr id="9145" name="Google Shape;9145;p84"/>
              <p:cNvGrpSpPr/>
              <p:nvPr/>
            </p:nvGrpSpPr>
            <p:grpSpPr>
              <a:xfrm>
                <a:off x="3913765" y="4138659"/>
                <a:ext cx="507602" cy="253806"/>
                <a:chOff x="3913765" y="4138659"/>
                <a:chExt cx="507602" cy="253806"/>
              </a:xfrm>
            </p:grpSpPr>
            <p:sp>
              <p:nvSpPr>
                <p:cNvPr id="9146" name="Google Shape;9146;p84"/>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4"/>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148" name="Google Shape;9148;p84"/>
              <p:cNvGrpSpPr/>
              <p:nvPr/>
            </p:nvGrpSpPr>
            <p:grpSpPr>
              <a:xfrm>
                <a:off x="4421361" y="3997002"/>
                <a:ext cx="507618" cy="395463"/>
                <a:chOff x="4421361" y="3997002"/>
                <a:chExt cx="507618" cy="395463"/>
              </a:xfrm>
            </p:grpSpPr>
            <p:sp>
              <p:nvSpPr>
                <p:cNvPr id="9149" name="Google Shape;9149;p84"/>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4"/>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84"/>
              <p:cNvGrpSpPr/>
              <p:nvPr/>
            </p:nvGrpSpPr>
            <p:grpSpPr>
              <a:xfrm>
                <a:off x="4928973" y="4189418"/>
                <a:ext cx="507596" cy="203047"/>
                <a:chOff x="4928973" y="4189418"/>
                <a:chExt cx="507596" cy="203047"/>
              </a:xfrm>
            </p:grpSpPr>
            <p:sp>
              <p:nvSpPr>
                <p:cNvPr id="9152" name="Google Shape;9152;p84"/>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4"/>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54" name="Google Shape;9154;p84"/>
            <p:cNvGrpSpPr/>
            <p:nvPr/>
          </p:nvGrpSpPr>
          <p:grpSpPr>
            <a:xfrm>
              <a:off x="4482186" y="3641905"/>
              <a:ext cx="397605" cy="349784"/>
              <a:chOff x="2906375" y="1159725"/>
              <a:chExt cx="1860575" cy="1636800"/>
            </a:xfrm>
          </p:grpSpPr>
          <p:sp>
            <p:nvSpPr>
              <p:cNvPr id="9155" name="Google Shape;9155;p84"/>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4"/>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4"/>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4"/>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59" name="Google Shape;9159;p84"/>
          <p:cNvGrpSpPr/>
          <p:nvPr/>
        </p:nvGrpSpPr>
        <p:grpSpPr>
          <a:xfrm>
            <a:off x="6528943" y="1853793"/>
            <a:ext cx="940737" cy="721067"/>
            <a:chOff x="6599718" y="2068734"/>
            <a:chExt cx="940737" cy="721067"/>
          </a:xfrm>
        </p:grpSpPr>
        <p:sp>
          <p:nvSpPr>
            <p:cNvPr id="9160" name="Google Shape;9160;p84"/>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4"/>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4"/>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4"/>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4"/>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4"/>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6" name="Google Shape;9166;p84"/>
            <p:cNvGrpSpPr/>
            <p:nvPr/>
          </p:nvGrpSpPr>
          <p:grpSpPr>
            <a:xfrm>
              <a:off x="6836957" y="2068734"/>
              <a:ext cx="461892" cy="721067"/>
              <a:chOff x="6836957" y="2068734"/>
              <a:chExt cx="461892" cy="721067"/>
            </a:xfrm>
          </p:grpSpPr>
          <p:sp>
            <p:nvSpPr>
              <p:cNvPr id="9167" name="Google Shape;9167;p84"/>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4"/>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4"/>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4"/>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4"/>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4"/>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3" name="Google Shape;9173;p84"/>
              <p:cNvGrpSpPr/>
              <p:nvPr/>
            </p:nvGrpSpPr>
            <p:grpSpPr>
              <a:xfrm>
                <a:off x="6836957" y="2068734"/>
                <a:ext cx="461892" cy="721067"/>
                <a:chOff x="6836957" y="2068734"/>
                <a:chExt cx="461892" cy="721067"/>
              </a:xfrm>
            </p:grpSpPr>
            <p:sp>
              <p:nvSpPr>
                <p:cNvPr id="9174" name="Google Shape;9174;p84"/>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4"/>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4"/>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4"/>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4"/>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4"/>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4"/>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181" name="Google Shape;9181;p84"/>
          <p:cNvGrpSpPr/>
          <p:nvPr/>
        </p:nvGrpSpPr>
        <p:grpSpPr>
          <a:xfrm>
            <a:off x="2412262" y="1858139"/>
            <a:ext cx="712577" cy="712374"/>
            <a:chOff x="2559249" y="2069323"/>
            <a:chExt cx="685566" cy="685634"/>
          </a:xfrm>
        </p:grpSpPr>
        <p:sp>
          <p:nvSpPr>
            <p:cNvPr id="9182" name="Google Shape;9182;p84"/>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4"/>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4"/>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4"/>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4"/>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4"/>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4"/>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4"/>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4"/>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4"/>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4"/>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4"/>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4"/>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84"/>
          <p:cNvGrpSpPr/>
          <p:nvPr/>
        </p:nvGrpSpPr>
        <p:grpSpPr>
          <a:xfrm>
            <a:off x="7594699" y="970929"/>
            <a:ext cx="845645" cy="711911"/>
            <a:chOff x="951975" y="315800"/>
            <a:chExt cx="5860325" cy="4933550"/>
          </a:xfrm>
        </p:grpSpPr>
        <p:sp>
          <p:nvSpPr>
            <p:cNvPr id="9196" name="Google Shape;9196;p84"/>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4"/>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4"/>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4"/>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4"/>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4"/>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4"/>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4"/>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4" name="Google Shape;9204;p84"/>
          <p:cNvGrpSpPr/>
          <p:nvPr/>
        </p:nvGrpSpPr>
        <p:grpSpPr>
          <a:xfrm>
            <a:off x="3691828" y="2707037"/>
            <a:ext cx="1617932" cy="621724"/>
            <a:chOff x="3862800" y="3038525"/>
            <a:chExt cx="1329006" cy="510698"/>
          </a:xfrm>
        </p:grpSpPr>
        <p:sp>
          <p:nvSpPr>
            <p:cNvPr id="9205" name="Google Shape;9205;p84"/>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4"/>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7" name="Google Shape;9207;p84"/>
            <p:cNvGrpSpPr/>
            <p:nvPr/>
          </p:nvGrpSpPr>
          <p:grpSpPr>
            <a:xfrm>
              <a:off x="3967075" y="3040337"/>
              <a:ext cx="1019927" cy="402126"/>
              <a:chOff x="3967075" y="3040337"/>
              <a:chExt cx="1019927" cy="402126"/>
            </a:xfrm>
          </p:grpSpPr>
          <p:sp>
            <p:nvSpPr>
              <p:cNvPr id="9208" name="Google Shape;9208;p84"/>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4"/>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84"/>
            <p:cNvGrpSpPr/>
            <p:nvPr/>
          </p:nvGrpSpPr>
          <p:grpSpPr>
            <a:xfrm>
              <a:off x="4186700" y="3040337"/>
              <a:ext cx="390475" cy="183289"/>
              <a:chOff x="4186700" y="3040337"/>
              <a:chExt cx="390475" cy="183289"/>
            </a:xfrm>
          </p:grpSpPr>
          <p:sp>
            <p:nvSpPr>
              <p:cNvPr id="9211" name="Google Shape;9211;p84"/>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4"/>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3" name="Google Shape;9213;p84"/>
            <p:cNvGrpSpPr/>
            <p:nvPr/>
          </p:nvGrpSpPr>
          <p:grpSpPr>
            <a:xfrm>
              <a:off x="4073727" y="3040337"/>
              <a:ext cx="697794" cy="296263"/>
              <a:chOff x="4073727" y="3040337"/>
              <a:chExt cx="697794" cy="296263"/>
            </a:xfrm>
          </p:grpSpPr>
          <p:sp>
            <p:nvSpPr>
              <p:cNvPr id="9214" name="Google Shape;9214;p84"/>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4"/>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6" name="Google Shape;9216;p84"/>
            <p:cNvGrpSpPr/>
            <p:nvPr/>
          </p:nvGrpSpPr>
          <p:grpSpPr>
            <a:xfrm>
              <a:off x="3862800" y="3038525"/>
              <a:ext cx="1329006" cy="510698"/>
              <a:chOff x="3862800" y="3038525"/>
              <a:chExt cx="1329006" cy="510698"/>
            </a:xfrm>
          </p:grpSpPr>
          <p:sp>
            <p:nvSpPr>
              <p:cNvPr id="9217" name="Google Shape;9217;p84"/>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4"/>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9" name="Google Shape;9219;p84"/>
          <p:cNvGrpSpPr/>
          <p:nvPr/>
        </p:nvGrpSpPr>
        <p:grpSpPr>
          <a:xfrm>
            <a:off x="700150" y="970929"/>
            <a:ext cx="883205" cy="775176"/>
            <a:chOff x="649648" y="271400"/>
            <a:chExt cx="6215377" cy="5455143"/>
          </a:xfrm>
        </p:grpSpPr>
        <p:sp>
          <p:nvSpPr>
            <p:cNvPr id="9220" name="Google Shape;9220;p84"/>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4"/>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4"/>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4"/>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4"/>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4"/>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4"/>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4"/>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4"/>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4"/>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4"/>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4"/>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2" name="Google Shape;9232;p84"/>
          <p:cNvGrpSpPr/>
          <p:nvPr/>
        </p:nvGrpSpPr>
        <p:grpSpPr>
          <a:xfrm>
            <a:off x="2308452" y="970929"/>
            <a:ext cx="767704" cy="815489"/>
            <a:chOff x="2499700" y="1135950"/>
            <a:chExt cx="732402" cy="777990"/>
          </a:xfrm>
        </p:grpSpPr>
        <p:grpSp>
          <p:nvGrpSpPr>
            <p:cNvPr id="9233" name="Google Shape;9233;p84"/>
            <p:cNvGrpSpPr/>
            <p:nvPr/>
          </p:nvGrpSpPr>
          <p:grpSpPr>
            <a:xfrm>
              <a:off x="2499700" y="1135950"/>
              <a:ext cx="732402" cy="694705"/>
              <a:chOff x="2499700" y="1135950"/>
              <a:chExt cx="732402" cy="694705"/>
            </a:xfrm>
          </p:grpSpPr>
          <p:sp>
            <p:nvSpPr>
              <p:cNvPr id="9234" name="Google Shape;9234;p84"/>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4"/>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4"/>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4"/>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4"/>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4"/>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4"/>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4"/>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4"/>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4"/>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4"/>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4"/>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4"/>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4"/>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4"/>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4"/>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4"/>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4"/>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4"/>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4"/>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4"/>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4"/>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4"/>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4"/>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4"/>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4"/>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4"/>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84"/>
            <p:cNvGrpSpPr/>
            <p:nvPr/>
          </p:nvGrpSpPr>
          <p:grpSpPr>
            <a:xfrm>
              <a:off x="2517909" y="1188726"/>
              <a:ext cx="702702" cy="725214"/>
              <a:chOff x="2517909" y="1188726"/>
              <a:chExt cx="702702" cy="725214"/>
            </a:xfrm>
          </p:grpSpPr>
          <p:sp>
            <p:nvSpPr>
              <p:cNvPr id="9262" name="Google Shape;9262;p84"/>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4"/>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4"/>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4"/>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4"/>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67" name="Google Shape;9267;p84"/>
          <p:cNvGrpSpPr/>
          <p:nvPr/>
        </p:nvGrpSpPr>
        <p:grpSpPr>
          <a:xfrm>
            <a:off x="1654184" y="970929"/>
            <a:ext cx="583439" cy="870229"/>
            <a:chOff x="1716825" y="1121550"/>
            <a:chExt cx="622800" cy="928938"/>
          </a:xfrm>
        </p:grpSpPr>
        <p:grpSp>
          <p:nvGrpSpPr>
            <p:cNvPr id="9268" name="Google Shape;9268;p84"/>
            <p:cNvGrpSpPr/>
            <p:nvPr/>
          </p:nvGrpSpPr>
          <p:grpSpPr>
            <a:xfrm>
              <a:off x="1716825" y="1121550"/>
              <a:ext cx="622800" cy="928938"/>
              <a:chOff x="1716825" y="1121550"/>
              <a:chExt cx="622800" cy="928938"/>
            </a:xfrm>
          </p:grpSpPr>
          <p:cxnSp>
            <p:nvCxnSpPr>
              <p:cNvPr id="9269" name="Google Shape;9269;p84"/>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270" name="Google Shape;9270;p84"/>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84"/>
            <p:cNvGrpSpPr/>
            <p:nvPr/>
          </p:nvGrpSpPr>
          <p:grpSpPr>
            <a:xfrm>
              <a:off x="1768050" y="1172775"/>
              <a:ext cx="520200" cy="832000"/>
              <a:chOff x="1768050" y="1172775"/>
              <a:chExt cx="520200" cy="832000"/>
            </a:xfrm>
          </p:grpSpPr>
          <p:cxnSp>
            <p:nvCxnSpPr>
              <p:cNvPr id="9272" name="Google Shape;9272;p84"/>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273" name="Google Shape;9273;p84"/>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84"/>
            <p:cNvGrpSpPr/>
            <p:nvPr/>
          </p:nvGrpSpPr>
          <p:grpSpPr>
            <a:xfrm>
              <a:off x="1820100" y="1225475"/>
              <a:ext cx="416400" cy="729575"/>
              <a:chOff x="1820100" y="1225475"/>
              <a:chExt cx="416400" cy="729575"/>
            </a:xfrm>
          </p:grpSpPr>
          <p:cxnSp>
            <p:nvCxnSpPr>
              <p:cNvPr id="9275" name="Google Shape;9275;p84"/>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276" name="Google Shape;9276;p84"/>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84"/>
            <p:cNvGrpSpPr/>
            <p:nvPr/>
          </p:nvGrpSpPr>
          <p:grpSpPr>
            <a:xfrm>
              <a:off x="1874250" y="1278825"/>
              <a:ext cx="308100" cy="605275"/>
              <a:chOff x="1874250" y="1278825"/>
              <a:chExt cx="308100" cy="605275"/>
            </a:xfrm>
          </p:grpSpPr>
          <p:cxnSp>
            <p:nvCxnSpPr>
              <p:cNvPr id="9278" name="Google Shape;9278;p84"/>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279" name="Google Shape;9279;p84"/>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0" name="Google Shape;9280;p84"/>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1" name="Google Shape;9281;p84"/>
          <p:cNvGrpSpPr/>
          <p:nvPr/>
        </p:nvGrpSpPr>
        <p:grpSpPr>
          <a:xfrm>
            <a:off x="1574007" y="1857250"/>
            <a:ext cx="739072" cy="714152"/>
            <a:chOff x="4334725" y="1355875"/>
            <a:chExt cx="3106650" cy="3001900"/>
          </a:xfrm>
        </p:grpSpPr>
        <p:grpSp>
          <p:nvGrpSpPr>
            <p:cNvPr id="9282" name="Google Shape;9282;p84"/>
            <p:cNvGrpSpPr/>
            <p:nvPr/>
          </p:nvGrpSpPr>
          <p:grpSpPr>
            <a:xfrm>
              <a:off x="4516050" y="1724875"/>
              <a:ext cx="2693725" cy="2632900"/>
              <a:chOff x="4516050" y="1724875"/>
              <a:chExt cx="2693725" cy="2632900"/>
            </a:xfrm>
          </p:grpSpPr>
          <p:sp>
            <p:nvSpPr>
              <p:cNvPr id="9283" name="Google Shape;9283;p84"/>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4"/>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4"/>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6" name="Google Shape;9286;p84"/>
            <p:cNvGrpSpPr/>
            <p:nvPr/>
          </p:nvGrpSpPr>
          <p:grpSpPr>
            <a:xfrm>
              <a:off x="4334725" y="1355875"/>
              <a:ext cx="3106650" cy="2709650"/>
              <a:chOff x="4334725" y="1355875"/>
              <a:chExt cx="3106650" cy="2709650"/>
            </a:xfrm>
          </p:grpSpPr>
          <p:sp>
            <p:nvSpPr>
              <p:cNvPr id="9287" name="Google Shape;9287;p84"/>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4"/>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4"/>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90" name="Google Shape;9290;p84"/>
          <p:cNvGrpSpPr/>
          <p:nvPr/>
        </p:nvGrpSpPr>
        <p:grpSpPr>
          <a:xfrm>
            <a:off x="7690956" y="3488021"/>
            <a:ext cx="312074" cy="684173"/>
            <a:chOff x="7645573" y="3754300"/>
            <a:chExt cx="293855" cy="644170"/>
          </a:xfrm>
        </p:grpSpPr>
        <p:sp>
          <p:nvSpPr>
            <p:cNvPr id="9291" name="Google Shape;9291;p84"/>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4"/>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84"/>
          <p:cNvGrpSpPr/>
          <p:nvPr/>
        </p:nvGrpSpPr>
        <p:grpSpPr>
          <a:xfrm>
            <a:off x="5612944" y="970929"/>
            <a:ext cx="709011" cy="739359"/>
            <a:chOff x="5830645" y="1256617"/>
            <a:chExt cx="530340" cy="553040"/>
          </a:xfrm>
        </p:grpSpPr>
        <p:grpSp>
          <p:nvGrpSpPr>
            <p:cNvPr id="9294" name="Google Shape;9294;p84"/>
            <p:cNvGrpSpPr/>
            <p:nvPr/>
          </p:nvGrpSpPr>
          <p:grpSpPr>
            <a:xfrm>
              <a:off x="5830645" y="1256617"/>
              <a:ext cx="259743" cy="269909"/>
              <a:chOff x="5830645" y="1256617"/>
              <a:chExt cx="259743" cy="269909"/>
            </a:xfrm>
          </p:grpSpPr>
          <p:sp>
            <p:nvSpPr>
              <p:cNvPr id="9295" name="Google Shape;9295;p84"/>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4"/>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7" name="Google Shape;9297;p84"/>
            <p:cNvGrpSpPr/>
            <p:nvPr/>
          </p:nvGrpSpPr>
          <p:grpSpPr>
            <a:xfrm>
              <a:off x="6101293" y="1256617"/>
              <a:ext cx="259692" cy="269909"/>
              <a:chOff x="6101293" y="1256617"/>
              <a:chExt cx="259692" cy="269909"/>
            </a:xfrm>
          </p:grpSpPr>
          <p:sp>
            <p:nvSpPr>
              <p:cNvPr id="9298" name="Google Shape;9298;p84"/>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4"/>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0" name="Google Shape;9300;p84"/>
            <p:cNvGrpSpPr/>
            <p:nvPr/>
          </p:nvGrpSpPr>
          <p:grpSpPr>
            <a:xfrm>
              <a:off x="5830645" y="1539749"/>
              <a:ext cx="259692" cy="269909"/>
              <a:chOff x="5830645" y="1539749"/>
              <a:chExt cx="259692" cy="269909"/>
            </a:xfrm>
          </p:grpSpPr>
          <p:sp>
            <p:nvSpPr>
              <p:cNvPr id="9301" name="Google Shape;9301;p84"/>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4"/>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3" name="Google Shape;9303;p84"/>
            <p:cNvGrpSpPr/>
            <p:nvPr/>
          </p:nvGrpSpPr>
          <p:grpSpPr>
            <a:xfrm>
              <a:off x="6101293" y="1539749"/>
              <a:ext cx="259692" cy="269909"/>
              <a:chOff x="6101293" y="1539749"/>
              <a:chExt cx="259692" cy="269909"/>
            </a:xfrm>
          </p:grpSpPr>
          <p:sp>
            <p:nvSpPr>
              <p:cNvPr id="9304" name="Google Shape;9304;p84"/>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4"/>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6" name="Google Shape;9306;p84"/>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84"/>
          <p:cNvGrpSpPr/>
          <p:nvPr/>
        </p:nvGrpSpPr>
        <p:grpSpPr>
          <a:xfrm>
            <a:off x="714438" y="2707044"/>
            <a:ext cx="1452955" cy="621360"/>
            <a:chOff x="732422" y="2990152"/>
            <a:chExt cx="1337773" cy="572102"/>
          </a:xfrm>
        </p:grpSpPr>
        <p:sp>
          <p:nvSpPr>
            <p:cNvPr id="9308" name="Google Shape;9308;p84"/>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4"/>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4"/>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4"/>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4"/>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4"/>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17" name="Shape 9317"/>
        <p:cNvGrpSpPr/>
        <p:nvPr/>
      </p:nvGrpSpPr>
      <p:grpSpPr>
        <a:xfrm>
          <a:off x="0" y="0"/>
          <a:ext cx="0" cy="0"/>
          <a:chOff x="0" y="0"/>
          <a:chExt cx="0" cy="0"/>
        </a:xfrm>
      </p:grpSpPr>
      <p:grpSp>
        <p:nvGrpSpPr>
          <p:cNvPr id="9318" name="Google Shape;9318;p85"/>
          <p:cNvGrpSpPr/>
          <p:nvPr/>
        </p:nvGrpSpPr>
        <p:grpSpPr>
          <a:xfrm>
            <a:off x="708575" y="965865"/>
            <a:ext cx="1636117" cy="1526144"/>
            <a:chOff x="729238" y="1179665"/>
            <a:chExt cx="1636117" cy="1526144"/>
          </a:xfrm>
        </p:grpSpPr>
        <p:grpSp>
          <p:nvGrpSpPr>
            <p:cNvPr id="9319" name="Google Shape;9319;p85"/>
            <p:cNvGrpSpPr/>
            <p:nvPr/>
          </p:nvGrpSpPr>
          <p:grpSpPr>
            <a:xfrm>
              <a:off x="729238" y="1179665"/>
              <a:ext cx="80700" cy="1526144"/>
              <a:chOff x="729238" y="1179665"/>
              <a:chExt cx="80700" cy="1526144"/>
            </a:xfrm>
          </p:grpSpPr>
          <p:sp>
            <p:nvSpPr>
              <p:cNvPr id="9320" name="Google Shape;9320;p85"/>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5"/>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5"/>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5"/>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85"/>
            <p:cNvGrpSpPr/>
            <p:nvPr/>
          </p:nvGrpSpPr>
          <p:grpSpPr>
            <a:xfrm>
              <a:off x="903098" y="1179665"/>
              <a:ext cx="80700" cy="1526144"/>
              <a:chOff x="903098" y="1179665"/>
              <a:chExt cx="80700" cy="1526144"/>
            </a:xfrm>
          </p:grpSpPr>
          <p:sp>
            <p:nvSpPr>
              <p:cNvPr id="9331" name="Google Shape;9331;p85"/>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5"/>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5"/>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5"/>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5"/>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5"/>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85"/>
            <p:cNvGrpSpPr/>
            <p:nvPr/>
          </p:nvGrpSpPr>
          <p:grpSpPr>
            <a:xfrm>
              <a:off x="1076958" y="1179665"/>
              <a:ext cx="80700" cy="1526144"/>
              <a:chOff x="1076958" y="1179665"/>
              <a:chExt cx="80700" cy="1526144"/>
            </a:xfrm>
          </p:grpSpPr>
          <p:sp>
            <p:nvSpPr>
              <p:cNvPr id="9342" name="Google Shape;9342;p85"/>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5"/>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5"/>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5"/>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5"/>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5"/>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5"/>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2" name="Google Shape;9352;p85"/>
            <p:cNvGrpSpPr/>
            <p:nvPr/>
          </p:nvGrpSpPr>
          <p:grpSpPr>
            <a:xfrm>
              <a:off x="1247707" y="1179665"/>
              <a:ext cx="80700" cy="1526144"/>
              <a:chOff x="1247707" y="1179665"/>
              <a:chExt cx="80700" cy="1526144"/>
            </a:xfrm>
          </p:grpSpPr>
          <p:sp>
            <p:nvSpPr>
              <p:cNvPr id="9353" name="Google Shape;9353;p85"/>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5"/>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5"/>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85"/>
            <p:cNvGrpSpPr/>
            <p:nvPr/>
          </p:nvGrpSpPr>
          <p:grpSpPr>
            <a:xfrm>
              <a:off x="1421567" y="1179665"/>
              <a:ext cx="80700" cy="1526144"/>
              <a:chOff x="1421567" y="1179665"/>
              <a:chExt cx="80700" cy="1526144"/>
            </a:xfrm>
          </p:grpSpPr>
          <p:sp>
            <p:nvSpPr>
              <p:cNvPr id="9364" name="Google Shape;9364;p85"/>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5"/>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5"/>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5"/>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5"/>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5"/>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5"/>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5"/>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85"/>
            <p:cNvGrpSpPr/>
            <p:nvPr/>
          </p:nvGrpSpPr>
          <p:grpSpPr>
            <a:xfrm>
              <a:off x="1592327" y="1179665"/>
              <a:ext cx="80700" cy="1526144"/>
              <a:chOff x="1592327" y="1179665"/>
              <a:chExt cx="80700" cy="1526144"/>
            </a:xfrm>
          </p:grpSpPr>
          <p:sp>
            <p:nvSpPr>
              <p:cNvPr id="9375" name="Google Shape;9375;p85"/>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5"/>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5"/>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5"/>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5"/>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5"/>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85"/>
            <p:cNvGrpSpPr/>
            <p:nvPr/>
          </p:nvGrpSpPr>
          <p:grpSpPr>
            <a:xfrm>
              <a:off x="1766187" y="1179665"/>
              <a:ext cx="80700" cy="1526144"/>
              <a:chOff x="1766187" y="1179665"/>
              <a:chExt cx="80700" cy="1526144"/>
            </a:xfrm>
          </p:grpSpPr>
          <p:sp>
            <p:nvSpPr>
              <p:cNvPr id="9386" name="Google Shape;9386;p85"/>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5"/>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5"/>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5"/>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5"/>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5"/>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5"/>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5"/>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5"/>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85"/>
            <p:cNvGrpSpPr/>
            <p:nvPr/>
          </p:nvGrpSpPr>
          <p:grpSpPr>
            <a:xfrm>
              <a:off x="1936935" y="1179665"/>
              <a:ext cx="80700" cy="1526144"/>
              <a:chOff x="1936935" y="1179665"/>
              <a:chExt cx="80700" cy="1526144"/>
            </a:xfrm>
          </p:grpSpPr>
          <p:sp>
            <p:nvSpPr>
              <p:cNvPr id="9397" name="Google Shape;9397;p85"/>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5"/>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5"/>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5"/>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5"/>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85"/>
            <p:cNvGrpSpPr/>
            <p:nvPr/>
          </p:nvGrpSpPr>
          <p:grpSpPr>
            <a:xfrm>
              <a:off x="2110795" y="1179665"/>
              <a:ext cx="80700" cy="1526144"/>
              <a:chOff x="2110795" y="1179665"/>
              <a:chExt cx="80700" cy="1526144"/>
            </a:xfrm>
          </p:grpSpPr>
          <p:sp>
            <p:nvSpPr>
              <p:cNvPr id="9408" name="Google Shape;9408;p85"/>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5"/>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5"/>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5"/>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85"/>
            <p:cNvGrpSpPr/>
            <p:nvPr/>
          </p:nvGrpSpPr>
          <p:grpSpPr>
            <a:xfrm>
              <a:off x="2284655" y="1179665"/>
              <a:ext cx="80700" cy="1526144"/>
              <a:chOff x="2284655" y="1179665"/>
              <a:chExt cx="80700" cy="1526144"/>
            </a:xfrm>
          </p:grpSpPr>
          <p:sp>
            <p:nvSpPr>
              <p:cNvPr id="9419" name="Google Shape;9419;p85"/>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5"/>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5"/>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5"/>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5"/>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5"/>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29" name="Google Shape;9429;p85"/>
          <p:cNvGrpSpPr/>
          <p:nvPr/>
        </p:nvGrpSpPr>
        <p:grpSpPr>
          <a:xfrm>
            <a:off x="2603242" y="985003"/>
            <a:ext cx="1364248" cy="1102133"/>
            <a:chOff x="2623904" y="1198803"/>
            <a:chExt cx="1364248" cy="1102133"/>
          </a:xfrm>
        </p:grpSpPr>
        <p:grpSp>
          <p:nvGrpSpPr>
            <p:cNvPr id="9430" name="Google Shape;9430;p85"/>
            <p:cNvGrpSpPr/>
            <p:nvPr/>
          </p:nvGrpSpPr>
          <p:grpSpPr>
            <a:xfrm>
              <a:off x="2623907" y="1198803"/>
              <a:ext cx="1364245" cy="273000"/>
              <a:chOff x="2623907" y="1198803"/>
              <a:chExt cx="1364245" cy="273000"/>
            </a:xfrm>
          </p:grpSpPr>
          <p:sp>
            <p:nvSpPr>
              <p:cNvPr id="9431" name="Google Shape;9431;p85"/>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6" name="Google Shape;9436;p85"/>
            <p:cNvGrpSpPr/>
            <p:nvPr/>
          </p:nvGrpSpPr>
          <p:grpSpPr>
            <a:xfrm>
              <a:off x="2623904" y="1476964"/>
              <a:ext cx="1364245" cy="273000"/>
              <a:chOff x="2623904" y="1476964"/>
              <a:chExt cx="1364245" cy="273000"/>
            </a:xfrm>
          </p:grpSpPr>
          <p:sp>
            <p:nvSpPr>
              <p:cNvPr id="9437" name="Google Shape;9437;p85"/>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5"/>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5"/>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2" name="Google Shape;9442;p85"/>
            <p:cNvGrpSpPr/>
            <p:nvPr/>
          </p:nvGrpSpPr>
          <p:grpSpPr>
            <a:xfrm>
              <a:off x="2623907" y="1749775"/>
              <a:ext cx="1364245" cy="273000"/>
              <a:chOff x="2623907" y="1749775"/>
              <a:chExt cx="1364245" cy="273000"/>
            </a:xfrm>
          </p:grpSpPr>
          <p:sp>
            <p:nvSpPr>
              <p:cNvPr id="9443" name="Google Shape;9443;p85"/>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5"/>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85"/>
            <p:cNvGrpSpPr/>
            <p:nvPr/>
          </p:nvGrpSpPr>
          <p:grpSpPr>
            <a:xfrm>
              <a:off x="2623904" y="2027936"/>
              <a:ext cx="1364245" cy="273000"/>
              <a:chOff x="2623904" y="2027936"/>
              <a:chExt cx="1364245" cy="273000"/>
            </a:xfrm>
          </p:grpSpPr>
          <p:sp>
            <p:nvSpPr>
              <p:cNvPr id="9449" name="Google Shape;9449;p8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54" name="Google Shape;9454;p85"/>
          <p:cNvGrpSpPr/>
          <p:nvPr/>
        </p:nvGrpSpPr>
        <p:grpSpPr>
          <a:xfrm>
            <a:off x="2592703" y="2444186"/>
            <a:ext cx="1387541" cy="159124"/>
            <a:chOff x="3200660" y="2180272"/>
            <a:chExt cx="2563824" cy="378237"/>
          </a:xfrm>
        </p:grpSpPr>
        <p:sp>
          <p:nvSpPr>
            <p:cNvPr id="9455" name="Google Shape;9455;p8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3" name="Google Shape;9473;p85"/>
          <p:cNvGrpSpPr/>
          <p:nvPr/>
        </p:nvGrpSpPr>
        <p:grpSpPr>
          <a:xfrm>
            <a:off x="2589227" y="2722011"/>
            <a:ext cx="1390502" cy="159625"/>
            <a:chOff x="3530150" y="2790075"/>
            <a:chExt cx="1962600" cy="225300"/>
          </a:xfrm>
        </p:grpSpPr>
        <p:sp>
          <p:nvSpPr>
            <p:cNvPr id="9474" name="Google Shape;9474;p85"/>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5"/>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85"/>
          <p:cNvGrpSpPr/>
          <p:nvPr/>
        </p:nvGrpSpPr>
        <p:grpSpPr>
          <a:xfrm>
            <a:off x="2589880" y="3000337"/>
            <a:ext cx="1411629" cy="153761"/>
            <a:chOff x="3558802" y="4011427"/>
            <a:chExt cx="1866000" cy="111300"/>
          </a:xfrm>
        </p:grpSpPr>
        <p:sp>
          <p:nvSpPr>
            <p:cNvPr id="9477" name="Google Shape;9477;p8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5"/>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9" name="Google Shape;9479;p85"/>
          <p:cNvGrpSpPr/>
          <p:nvPr/>
        </p:nvGrpSpPr>
        <p:grpSpPr>
          <a:xfrm>
            <a:off x="2589573" y="2205736"/>
            <a:ext cx="1383503" cy="119749"/>
            <a:chOff x="3465975" y="2270276"/>
            <a:chExt cx="1986364" cy="171929"/>
          </a:xfrm>
        </p:grpSpPr>
        <p:sp>
          <p:nvSpPr>
            <p:cNvPr id="9480" name="Google Shape;9480;p8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5"/>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5"/>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5"/>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5"/>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5"/>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8" name="Google Shape;9488;p85"/>
          <p:cNvGrpSpPr/>
          <p:nvPr/>
        </p:nvGrpSpPr>
        <p:grpSpPr>
          <a:xfrm>
            <a:off x="2600580" y="3569387"/>
            <a:ext cx="1369531" cy="195460"/>
            <a:chOff x="723300" y="4253549"/>
            <a:chExt cx="2276482" cy="324900"/>
          </a:xfrm>
        </p:grpSpPr>
        <p:sp>
          <p:nvSpPr>
            <p:cNvPr id="9489" name="Google Shape;9489;p8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5"/>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4" name="Google Shape;9494;p85"/>
          <p:cNvGrpSpPr/>
          <p:nvPr/>
        </p:nvGrpSpPr>
        <p:grpSpPr>
          <a:xfrm>
            <a:off x="2590141" y="3270567"/>
            <a:ext cx="1389066" cy="180119"/>
            <a:chOff x="705948" y="3788465"/>
            <a:chExt cx="2308953" cy="299400"/>
          </a:xfrm>
        </p:grpSpPr>
        <p:sp>
          <p:nvSpPr>
            <p:cNvPr id="9495" name="Google Shape;9495;p8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5"/>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5"/>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0" name="Google Shape;9500;p85"/>
          <p:cNvGrpSpPr/>
          <p:nvPr/>
        </p:nvGrpSpPr>
        <p:grpSpPr>
          <a:xfrm>
            <a:off x="2638078" y="3883547"/>
            <a:ext cx="1304609" cy="294074"/>
            <a:chOff x="2658741" y="4097347"/>
            <a:chExt cx="1304609" cy="294074"/>
          </a:xfrm>
        </p:grpSpPr>
        <p:grpSp>
          <p:nvGrpSpPr>
            <p:cNvPr id="9501" name="Google Shape;9501;p85"/>
            <p:cNvGrpSpPr/>
            <p:nvPr/>
          </p:nvGrpSpPr>
          <p:grpSpPr>
            <a:xfrm>
              <a:off x="2658741" y="4097347"/>
              <a:ext cx="118572" cy="294074"/>
              <a:chOff x="3343310" y="4475555"/>
              <a:chExt cx="127717" cy="316753"/>
            </a:xfrm>
          </p:grpSpPr>
          <p:sp>
            <p:nvSpPr>
              <p:cNvPr id="9502" name="Google Shape;9502;p8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4" name="Google Shape;9504;p85"/>
            <p:cNvGrpSpPr/>
            <p:nvPr/>
          </p:nvGrpSpPr>
          <p:grpSpPr>
            <a:xfrm>
              <a:off x="3815519" y="4098388"/>
              <a:ext cx="147831" cy="291991"/>
              <a:chOff x="3527539" y="4476677"/>
              <a:chExt cx="159232" cy="314510"/>
            </a:xfrm>
          </p:grpSpPr>
          <p:sp>
            <p:nvSpPr>
              <p:cNvPr id="9505" name="Google Shape;9505;p8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85"/>
            <p:cNvGrpSpPr/>
            <p:nvPr/>
          </p:nvGrpSpPr>
          <p:grpSpPr>
            <a:xfrm>
              <a:off x="3511696" y="4098388"/>
              <a:ext cx="147831" cy="291991"/>
              <a:chOff x="3527539" y="4476677"/>
              <a:chExt cx="159232" cy="314510"/>
            </a:xfrm>
          </p:grpSpPr>
          <p:sp>
            <p:nvSpPr>
              <p:cNvPr id="9508" name="Google Shape;9508;p8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0" name="Google Shape;9510;p85"/>
            <p:cNvGrpSpPr/>
            <p:nvPr/>
          </p:nvGrpSpPr>
          <p:grpSpPr>
            <a:xfrm>
              <a:off x="3207874" y="4098388"/>
              <a:ext cx="147831" cy="291991"/>
              <a:chOff x="3527539" y="4476677"/>
              <a:chExt cx="159232" cy="314510"/>
            </a:xfrm>
          </p:grpSpPr>
          <p:sp>
            <p:nvSpPr>
              <p:cNvPr id="9511" name="Google Shape;9511;p8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85"/>
            <p:cNvGrpSpPr/>
            <p:nvPr/>
          </p:nvGrpSpPr>
          <p:grpSpPr>
            <a:xfrm>
              <a:off x="2933305" y="4097347"/>
              <a:ext cx="118572" cy="294074"/>
              <a:chOff x="3343310" y="4475555"/>
              <a:chExt cx="127717" cy="316753"/>
            </a:xfrm>
          </p:grpSpPr>
          <p:sp>
            <p:nvSpPr>
              <p:cNvPr id="9514" name="Google Shape;9514;p8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16" name="Google Shape;9516;p85"/>
          <p:cNvGrpSpPr/>
          <p:nvPr/>
        </p:nvGrpSpPr>
        <p:grpSpPr>
          <a:xfrm>
            <a:off x="4256908" y="1866669"/>
            <a:ext cx="1433821" cy="191501"/>
            <a:chOff x="4273350" y="2080469"/>
            <a:chExt cx="1433821" cy="191501"/>
          </a:xfrm>
        </p:grpSpPr>
        <p:grpSp>
          <p:nvGrpSpPr>
            <p:cNvPr id="9517" name="Google Shape;9517;p85"/>
            <p:cNvGrpSpPr/>
            <p:nvPr/>
          </p:nvGrpSpPr>
          <p:grpSpPr>
            <a:xfrm>
              <a:off x="4273350" y="2080469"/>
              <a:ext cx="1433821" cy="0"/>
              <a:chOff x="5224975" y="2962250"/>
              <a:chExt cx="1544400" cy="0"/>
            </a:xfrm>
          </p:grpSpPr>
          <p:cxnSp>
            <p:nvCxnSpPr>
              <p:cNvPr id="9518" name="Google Shape;9518;p8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519" name="Google Shape;9519;p85"/>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520" name="Google Shape;9520;p85"/>
            <p:cNvGrpSpPr/>
            <p:nvPr/>
          </p:nvGrpSpPr>
          <p:grpSpPr>
            <a:xfrm>
              <a:off x="4273350" y="2271969"/>
              <a:ext cx="1433821" cy="0"/>
              <a:chOff x="5224975" y="2962250"/>
              <a:chExt cx="1544400" cy="0"/>
            </a:xfrm>
          </p:grpSpPr>
          <p:cxnSp>
            <p:nvCxnSpPr>
              <p:cNvPr id="9521" name="Google Shape;9521;p8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522" name="Google Shape;9522;p85"/>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523" name="Google Shape;9523;p85"/>
          <p:cNvGrpSpPr/>
          <p:nvPr/>
        </p:nvGrpSpPr>
        <p:grpSpPr>
          <a:xfrm>
            <a:off x="4258463" y="969236"/>
            <a:ext cx="1430711" cy="743389"/>
            <a:chOff x="5159450" y="1919950"/>
            <a:chExt cx="1541050" cy="862500"/>
          </a:xfrm>
        </p:grpSpPr>
        <p:sp>
          <p:nvSpPr>
            <p:cNvPr id="9524" name="Google Shape;9524;p8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525" name="Google Shape;9525;p85"/>
            <p:cNvGrpSpPr/>
            <p:nvPr/>
          </p:nvGrpSpPr>
          <p:grpSpPr>
            <a:xfrm>
              <a:off x="5159450" y="1919950"/>
              <a:ext cx="1541050" cy="862500"/>
              <a:chOff x="5159450" y="1919950"/>
              <a:chExt cx="1541050" cy="862500"/>
            </a:xfrm>
          </p:grpSpPr>
          <p:cxnSp>
            <p:nvCxnSpPr>
              <p:cNvPr id="9526" name="Google Shape;9526;p8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527" name="Google Shape;9527;p8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528" name="Google Shape;9528;p85"/>
          <p:cNvGrpSpPr/>
          <p:nvPr/>
        </p:nvGrpSpPr>
        <p:grpSpPr>
          <a:xfrm>
            <a:off x="4248577" y="2192564"/>
            <a:ext cx="1450484" cy="1052087"/>
            <a:chOff x="5230575" y="1554475"/>
            <a:chExt cx="2137150" cy="1550150"/>
          </a:xfrm>
        </p:grpSpPr>
        <p:sp>
          <p:nvSpPr>
            <p:cNvPr id="9529" name="Google Shape;9529;p85"/>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5"/>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5"/>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5"/>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5"/>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5"/>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5"/>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5"/>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5"/>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5"/>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5"/>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5"/>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5"/>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85"/>
          <p:cNvGrpSpPr/>
          <p:nvPr/>
        </p:nvGrpSpPr>
        <p:grpSpPr>
          <a:xfrm rot="10800000">
            <a:off x="4265127" y="3284753"/>
            <a:ext cx="1417383" cy="887946"/>
            <a:chOff x="5645403" y="2920021"/>
            <a:chExt cx="2650800" cy="2180614"/>
          </a:xfrm>
        </p:grpSpPr>
        <p:sp>
          <p:nvSpPr>
            <p:cNvPr id="9543" name="Google Shape;9543;p85"/>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44" name="Google Shape;9544;p85"/>
            <p:cNvCxnSpPr>
              <a:stCxn id="9543"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545" name="Google Shape;9545;p85"/>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46" name="Google Shape;9546;p85"/>
            <p:cNvCxnSpPr>
              <a:endCxn id="9545"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547" name="Google Shape;9547;p85"/>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48" name="Google Shape;9548;p85"/>
            <p:cNvCxnSpPr>
              <a:stCxn id="9547"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549" name="Google Shape;9549;p85"/>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50" name="Google Shape;9550;p85"/>
            <p:cNvCxnSpPr>
              <a:endCxn id="9549"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551" name="Google Shape;9551;p85"/>
          <p:cNvGrpSpPr/>
          <p:nvPr/>
        </p:nvGrpSpPr>
        <p:grpSpPr>
          <a:xfrm>
            <a:off x="7365487" y="2188108"/>
            <a:ext cx="1071743" cy="1021579"/>
            <a:chOff x="7189833" y="2022667"/>
            <a:chExt cx="1251159" cy="1192597"/>
          </a:xfrm>
        </p:grpSpPr>
        <p:sp>
          <p:nvSpPr>
            <p:cNvPr id="9552" name="Google Shape;9552;p85"/>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5"/>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5"/>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5"/>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85"/>
          <p:cNvGrpSpPr/>
          <p:nvPr/>
        </p:nvGrpSpPr>
        <p:grpSpPr>
          <a:xfrm>
            <a:off x="706758" y="2614515"/>
            <a:ext cx="1695374" cy="1560837"/>
            <a:chOff x="727421" y="2828315"/>
            <a:chExt cx="1695374" cy="1560837"/>
          </a:xfrm>
        </p:grpSpPr>
        <p:grpSp>
          <p:nvGrpSpPr>
            <p:cNvPr id="9557" name="Google Shape;9557;p85"/>
            <p:cNvGrpSpPr/>
            <p:nvPr/>
          </p:nvGrpSpPr>
          <p:grpSpPr>
            <a:xfrm>
              <a:off x="819108" y="2882501"/>
              <a:ext cx="103104" cy="1426186"/>
              <a:chOff x="4674013" y="3100904"/>
              <a:chExt cx="122758" cy="1698043"/>
            </a:xfrm>
          </p:grpSpPr>
          <p:sp>
            <p:nvSpPr>
              <p:cNvPr id="9558" name="Google Shape;9558;p8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85"/>
            <p:cNvGrpSpPr/>
            <p:nvPr/>
          </p:nvGrpSpPr>
          <p:grpSpPr>
            <a:xfrm>
              <a:off x="1062475" y="2882501"/>
              <a:ext cx="103104" cy="1426186"/>
              <a:chOff x="4940438" y="3100904"/>
              <a:chExt cx="122758" cy="1698043"/>
            </a:xfrm>
          </p:grpSpPr>
          <p:sp>
            <p:nvSpPr>
              <p:cNvPr id="9566" name="Google Shape;9566;p8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3" name="Google Shape;9573;p85"/>
            <p:cNvGrpSpPr/>
            <p:nvPr/>
          </p:nvGrpSpPr>
          <p:grpSpPr>
            <a:xfrm>
              <a:off x="1299324" y="2882501"/>
              <a:ext cx="103104" cy="1426186"/>
              <a:chOff x="5206863" y="3100904"/>
              <a:chExt cx="122758" cy="1698043"/>
            </a:xfrm>
          </p:grpSpPr>
          <p:sp>
            <p:nvSpPr>
              <p:cNvPr id="9574" name="Google Shape;9574;p8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1" name="Google Shape;9581;p85"/>
            <p:cNvGrpSpPr/>
            <p:nvPr/>
          </p:nvGrpSpPr>
          <p:grpSpPr>
            <a:xfrm>
              <a:off x="1786057" y="2882501"/>
              <a:ext cx="103104" cy="1426186"/>
              <a:chOff x="6006138" y="3143629"/>
              <a:chExt cx="122758" cy="1698043"/>
            </a:xfrm>
          </p:grpSpPr>
          <p:sp>
            <p:nvSpPr>
              <p:cNvPr id="9582" name="Google Shape;9582;p8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85"/>
            <p:cNvGrpSpPr/>
            <p:nvPr/>
          </p:nvGrpSpPr>
          <p:grpSpPr>
            <a:xfrm>
              <a:off x="2029422" y="2882501"/>
              <a:ext cx="103104" cy="1426186"/>
              <a:chOff x="6805413" y="3100904"/>
              <a:chExt cx="122758" cy="1698043"/>
            </a:xfrm>
          </p:grpSpPr>
          <p:sp>
            <p:nvSpPr>
              <p:cNvPr id="9590" name="Google Shape;9590;p8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85"/>
            <p:cNvGrpSpPr/>
            <p:nvPr/>
          </p:nvGrpSpPr>
          <p:grpSpPr>
            <a:xfrm>
              <a:off x="727421" y="2828315"/>
              <a:ext cx="1695374" cy="1560837"/>
              <a:chOff x="734799" y="2782450"/>
              <a:chExt cx="1571100" cy="1577400"/>
            </a:xfrm>
          </p:grpSpPr>
          <p:cxnSp>
            <p:nvCxnSpPr>
              <p:cNvPr id="9598" name="Google Shape;9598;p8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599" name="Google Shape;9599;p8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600" name="Google Shape;9600;p85"/>
            <p:cNvGrpSpPr/>
            <p:nvPr/>
          </p:nvGrpSpPr>
          <p:grpSpPr>
            <a:xfrm>
              <a:off x="2272795" y="2882501"/>
              <a:ext cx="103104" cy="1426186"/>
              <a:chOff x="5206863" y="3100904"/>
              <a:chExt cx="122758" cy="1698043"/>
            </a:xfrm>
          </p:grpSpPr>
          <p:sp>
            <p:nvSpPr>
              <p:cNvPr id="9601" name="Google Shape;9601;p8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85"/>
            <p:cNvGrpSpPr/>
            <p:nvPr/>
          </p:nvGrpSpPr>
          <p:grpSpPr>
            <a:xfrm>
              <a:off x="1542694" y="2882501"/>
              <a:ext cx="103104" cy="1426186"/>
              <a:chOff x="6006138" y="3143629"/>
              <a:chExt cx="122758" cy="1698043"/>
            </a:xfrm>
          </p:grpSpPr>
          <p:sp>
            <p:nvSpPr>
              <p:cNvPr id="9609" name="Google Shape;9609;p8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16" name="Google Shape;9616;p85"/>
          <p:cNvGrpSpPr/>
          <p:nvPr/>
        </p:nvGrpSpPr>
        <p:grpSpPr>
          <a:xfrm>
            <a:off x="5915338" y="2192087"/>
            <a:ext cx="1248543" cy="1025319"/>
            <a:chOff x="5183758" y="1210600"/>
            <a:chExt cx="3605380" cy="2960783"/>
          </a:xfrm>
        </p:grpSpPr>
        <p:sp>
          <p:nvSpPr>
            <p:cNvPr id="9617" name="Google Shape;9617;p8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21" name="Google Shape;9621;p85"/>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622" name="Google Shape;9622;p85"/>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623" name="Google Shape;9623;p85"/>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624" name="Google Shape;9624;p85"/>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625" name="Google Shape;9625;p85"/>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85"/>
          <p:cNvGrpSpPr/>
          <p:nvPr/>
        </p:nvGrpSpPr>
        <p:grpSpPr>
          <a:xfrm>
            <a:off x="5772399" y="3330404"/>
            <a:ext cx="2664831" cy="843440"/>
            <a:chOff x="5916567" y="1099697"/>
            <a:chExt cx="2556683" cy="809211"/>
          </a:xfrm>
        </p:grpSpPr>
        <p:sp>
          <p:nvSpPr>
            <p:cNvPr id="9627" name="Google Shape;9627;p85"/>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5"/>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5"/>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5"/>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5"/>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5"/>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5"/>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5"/>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5" name="Google Shape;9635;p85"/>
          <p:cNvGrpSpPr/>
          <p:nvPr/>
        </p:nvGrpSpPr>
        <p:grpSpPr>
          <a:xfrm>
            <a:off x="5879940" y="979263"/>
            <a:ext cx="1299851" cy="1023338"/>
            <a:chOff x="5900602" y="1193063"/>
            <a:chExt cx="1299851" cy="1023338"/>
          </a:xfrm>
        </p:grpSpPr>
        <p:grpSp>
          <p:nvGrpSpPr>
            <p:cNvPr id="9636" name="Google Shape;9636;p85"/>
            <p:cNvGrpSpPr/>
            <p:nvPr/>
          </p:nvGrpSpPr>
          <p:grpSpPr>
            <a:xfrm>
              <a:off x="6743564" y="1193063"/>
              <a:ext cx="456889" cy="700379"/>
              <a:chOff x="6743564" y="1193063"/>
              <a:chExt cx="456889" cy="700379"/>
            </a:xfrm>
          </p:grpSpPr>
          <p:grpSp>
            <p:nvGrpSpPr>
              <p:cNvPr id="9637" name="Google Shape;9637;p85"/>
              <p:cNvGrpSpPr/>
              <p:nvPr/>
            </p:nvGrpSpPr>
            <p:grpSpPr>
              <a:xfrm>
                <a:off x="6743564" y="1690731"/>
                <a:ext cx="214402" cy="202710"/>
                <a:chOff x="6743564" y="1690731"/>
                <a:chExt cx="214402" cy="202710"/>
              </a:xfrm>
            </p:grpSpPr>
            <p:sp>
              <p:nvSpPr>
                <p:cNvPr id="9638" name="Google Shape;9638;p85"/>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5"/>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85"/>
              <p:cNvGrpSpPr/>
              <p:nvPr/>
            </p:nvGrpSpPr>
            <p:grpSpPr>
              <a:xfrm>
                <a:off x="6915505" y="1193063"/>
                <a:ext cx="284947" cy="589637"/>
                <a:chOff x="6915505" y="1193063"/>
                <a:chExt cx="284947" cy="589637"/>
              </a:xfrm>
            </p:grpSpPr>
            <p:sp>
              <p:nvSpPr>
                <p:cNvPr id="9641" name="Google Shape;9641;p8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42" name="Google Shape;9642;p85"/>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643" name="Google Shape;9643;p85"/>
            <p:cNvGrpSpPr/>
            <p:nvPr/>
          </p:nvGrpSpPr>
          <p:grpSpPr>
            <a:xfrm>
              <a:off x="6520337" y="1193063"/>
              <a:ext cx="341815" cy="801589"/>
              <a:chOff x="6520337" y="1193063"/>
              <a:chExt cx="341815" cy="801589"/>
            </a:xfrm>
          </p:grpSpPr>
          <p:grpSp>
            <p:nvGrpSpPr>
              <p:cNvPr id="9644" name="Google Shape;9644;p85"/>
              <p:cNvGrpSpPr/>
              <p:nvPr/>
            </p:nvGrpSpPr>
            <p:grpSpPr>
              <a:xfrm>
                <a:off x="6520337" y="1589527"/>
                <a:ext cx="213950" cy="405125"/>
                <a:chOff x="6520337" y="1589527"/>
                <a:chExt cx="213950" cy="405125"/>
              </a:xfrm>
            </p:grpSpPr>
            <p:sp>
              <p:nvSpPr>
                <p:cNvPr id="9645" name="Google Shape;9645;p8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5"/>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7" name="Google Shape;9647;p85"/>
              <p:cNvGrpSpPr/>
              <p:nvPr/>
            </p:nvGrpSpPr>
            <p:grpSpPr>
              <a:xfrm>
                <a:off x="6577204" y="1193063"/>
                <a:ext cx="284947" cy="453562"/>
                <a:chOff x="6577204" y="1193063"/>
                <a:chExt cx="284947" cy="453562"/>
              </a:xfrm>
            </p:grpSpPr>
            <p:sp>
              <p:nvSpPr>
                <p:cNvPr id="9648" name="Google Shape;9648;p8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49" name="Google Shape;9649;p85"/>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650" name="Google Shape;9650;p85"/>
            <p:cNvGrpSpPr/>
            <p:nvPr/>
          </p:nvGrpSpPr>
          <p:grpSpPr>
            <a:xfrm>
              <a:off x="6238903" y="1193063"/>
              <a:ext cx="300475" cy="901782"/>
              <a:chOff x="6238903" y="1193063"/>
              <a:chExt cx="300475" cy="901782"/>
            </a:xfrm>
          </p:grpSpPr>
          <p:grpSp>
            <p:nvGrpSpPr>
              <p:cNvPr id="9651" name="Google Shape;9651;p85"/>
              <p:cNvGrpSpPr/>
              <p:nvPr/>
            </p:nvGrpSpPr>
            <p:grpSpPr>
              <a:xfrm>
                <a:off x="6290865" y="1489315"/>
                <a:ext cx="248514" cy="605530"/>
                <a:chOff x="6290865" y="1489315"/>
                <a:chExt cx="248514" cy="605530"/>
              </a:xfrm>
            </p:grpSpPr>
            <p:sp>
              <p:nvSpPr>
                <p:cNvPr id="9652" name="Google Shape;9652;p8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5"/>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85"/>
              <p:cNvGrpSpPr/>
              <p:nvPr/>
            </p:nvGrpSpPr>
            <p:grpSpPr>
              <a:xfrm>
                <a:off x="6238903" y="1193063"/>
                <a:ext cx="284947" cy="327512"/>
                <a:chOff x="6238903" y="1193063"/>
                <a:chExt cx="284947" cy="327512"/>
              </a:xfrm>
            </p:grpSpPr>
            <p:sp>
              <p:nvSpPr>
                <p:cNvPr id="9655" name="Google Shape;9655;p8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56" name="Google Shape;9656;p85"/>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657" name="Google Shape;9657;p85"/>
            <p:cNvGrpSpPr/>
            <p:nvPr/>
          </p:nvGrpSpPr>
          <p:grpSpPr>
            <a:xfrm>
              <a:off x="5900602" y="1193063"/>
              <a:ext cx="444345" cy="1023338"/>
              <a:chOff x="5900602" y="1193063"/>
              <a:chExt cx="444345" cy="1023338"/>
            </a:xfrm>
          </p:grpSpPr>
          <p:grpSp>
            <p:nvGrpSpPr>
              <p:cNvPr id="9658" name="Google Shape;9658;p85"/>
              <p:cNvGrpSpPr/>
              <p:nvPr/>
            </p:nvGrpSpPr>
            <p:grpSpPr>
              <a:xfrm>
                <a:off x="6046501" y="1367785"/>
                <a:ext cx="298446" cy="848616"/>
                <a:chOff x="6046501" y="1367785"/>
                <a:chExt cx="298446" cy="848616"/>
              </a:xfrm>
            </p:grpSpPr>
            <p:sp>
              <p:nvSpPr>
                <p:cNvPr id="9659" name="Google Shape;9659;p8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5"/>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1" name="Google Shape;9661;p85"/>
              <p:cNvGrpSpPr/>
              <p:nvPr/>
            </p:nvGrpSpPr>
            <p:grpSpPr>
              <a:xfrm>
                <a:off x="5900602" y="1193063"/>
                <a:ext cx="284947" cy="182312"/>
                <a:chOff x="5900602" y="1193063"/>
                <a:chExt cx="284947" cy="182312"/>
              </a:xfrm>
            </p:grpSpPr>
            <p:sp>
              <p:nvSpPr>
                <p:cNvPr id="9662" name="Google Shape;9662;p8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63" name="Google Shape;9663;p8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664" name="Google Shape;9664;p85"/>
          <p:cNvGrpSpPr/>
          <p:nvPr/>
        </p:nvGrpSpPr>
        <p:grpSpPr>
          <a:xfrm>
            <a:off x="7217822" y="979408"/>
            <a:ext cx="1219413" cy="1051365"/>
            <a:chOff x="7287122" y="1165658"/>
            <a:chExt cx="1219413" cy="1051365"/>
          </a:xfrm>
        </p:grpSpPr>
        <p:grpSp>
          <p:nvGrpSpPr>
            <p:cNvPr id="9665" name="Google Shape;9665;p85"/>
            <p:cNvGrpSpPr/>
            <p:nvPr/>
          </p:nvGrpSpPr>
          <p:grpSpPr>
            <a:xfrm>
              <a:off x="7287122" y="1969723"/>
              <a:ext cx="1219413" cy="247300"/>
              <a:chOff x="7287122" y="1969723"/>
              <a:chExt cx="1219413" cy="247300"/>
            </a:xfrm>
          </p:grpSpPr>
          <p:sp>
            <p:nvSpPr>
              <p:cNvPr id="9666" name="Google Shape;9666;p8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7" name="Google Shape;9667;p85"/>
              <p:cNvGrpSpPr/>
              <p:nvPr/>
            </p:nvGrpSpPr>
            <p:grpSpPr>
              <a:xfrm>
                <a:off x="7287122" y="2063892"/>
                <a:ext cx="1151753" cy="73428"/>
                <a:chOff x="7287122" y="2063892"/>
                <a:chExt cx="1151753" cy="73428"/>
              </a:xfrm>
            </p:grpSpPr>
            <p:sp>
              <p:nvSpPr>
                <p:cNvPr id="9668" name="Google Shape;9668;p8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69" name="Google Shape;9669;p8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670" name="Google Shape;9670;p85"/>
            <p:cNvGrpSpPr/>
            <p:nvPr/>
          </p:nvGrpSpPr>
          <p:grpSpPr>
            <a:xfrm>
              <a:off x="7287122" y="1712201"/>
              <a:ext cx="1219403" cy="246767"/>
              <a:chOff x="7287122" y="1712201"/>
              <a:chExt cx="1219403" cy="246767"/>
            </a:xfrm>
          </p:grpSpPr>
          <p:sp>
            <p:nvSpPr>
              <p:cNvPr id="9671" name="Google Shape;9671;p8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2" name="Google Shape;9672;p85"/>
              <p:cNvGrpSpPr/>
              <p:nvPr/>
            </p:nvGrpSpPr>
            <p:grpSpPr>
              <a:xfrm>
                <a:off x="7287122" y="1842861"/>
                <a:ext cx="1005303" cy="73419"/>
                <a:chOff x="7287122" y="1842861"/>
                <a:chExt cx="1005303" cy="73419"/>
              </a:xfrm>
            </p:grpSpPr>
            <p:sp>
              <p:nvSpPr>
                <p:cNvPr id="9673" name="Google Shape;9673;p8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74" name="Google Shape;9674;p8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675" name="Google Shape;9675;p85"/>
            <p:cNvGrpSpPr/>
            <p:nvPr/>
          </p:nvGrpSpPr>
          <p:grpSpPr>
            <a:xfrm>
              <a:off x="7287122" y="1447520"/>
              <a:ext cx="1219403" cy="286667"/>
              <a:chOff x="7287122" y="1447520"/>
              <a:chExt cx="1219403" cy="286667"/>
            </a:xfrm>
          </p:grpSpPr>
          <p:sp>
            <p:nvSpPr>
              <p:cNvPr id="9676" name="Google Shape;9676;p8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7" name="Google Shape;9677;p85"/>
              <p:cNvGrpSpPr/>
              <p:nvPr/>
            </p:nvGrpSpPr>
            <p:grpSpPr>
              <a:xfrm>
                <a:off x="7287122" y="1581977"/>
                <a:ext cx="852803" cy="73428"/>
                <a:chOff x="7287122" y="1581977"/>
                <a:chExt cx="852803" cy="73428"/>
              </a:xfrm>
            </p:grpSpPr>
            <p:sp>
              <p:nvSpPr>
                <p:cNvPr id="9678" name="Google Shape;9678;p8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79" name="Google Shape;9679;p8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680" name="Google Shape;9680;p85"/>
            <p:cNvGrpSpPr/>
            <p:nvPr/>
          </p:nvGrpSpPr>
          <p:grpSpPr>
            <a:xfrm>
              <a:off x="7287122" y="1165658"/>
              <a:ext cx="1219403" cy="344253"/>
              <a:chOff x="7287122" y="1165658"/>
              <a:chExt cx="1219403" cy="344253"/>
            </a:xfrm>
          </p:grpSpPr>
          <p:sp>
            <p:nvSpPr>
              <p:cNvPr id="9681" name="Google Shape;9681;p8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2" name="Google Shape;9682;p85"/>
              <p:cNvGrpSpPr/>
              <p:nvPr/>
            </p:nvGrpSpPr>
            <p:grpSpPr>
              <a:xfrm>
                <a:off x="7287122" y="1341025"/>
                <a:ext cx="695703" cy="73419"/>
                <a:chOff x="7287122" y="1341025"/>
                <a:chExt cx="695703" cy="73419"/>
              </a:xfrm>
            </p:grpSpPr>
            <p:sp>
              <p:nvSpPr>
                <p:cNvPr id="9683" name="Google Shape;9683;p8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84" name="Google Shape;9684;p8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88" name="Shape 9688"/>
        <p:cNvGrpSpPr/>
        <p:nvPr/>
      </p:nvGrpSpPr>
      <p:grpSpPr>
        <a:xfrm>
          <a:off x="0" y="0"/>
          <a:ext cx="0" cy="0"/>
          <a:chOff x="0" y="0"/>
          <a:chExt cx="0" cy="0"/>
        </a:xfrm>
      </p:grpSpPr>
      <p:sp>
        <p:nvSpPr>
          <p:cNvPr id="9689" name="Google Shape;9689;p86"/>
          <p:cNvSpPr txBox="1"/>
          <p:nvPr>
            <p:ph idx="4294967295" type="body"/>
          </p:nvPr>
        </p:nvSpPr>
        <p:spPr>
          <a:xfrm>
            <a:off x="828875" y="1176707"/>
            <a:ext cx="7525800" cy="76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chemeClr val="hlink"/>
                </a:solidFill>
                <a:uFill>
                  <a:noFill/>
                </a:uFill>
                <a:latin typeface="Arial"/>
                <a:ea typeface="Arial"/>
                <a:cs typeface="Arial"/>
                <a:sym typeface="Arial"/>
                <a:hlinkClick r:id="rId3"/>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690" name="Google Shape;9690;p86"/>
          <p:cNvGrpSpPr/>
          <p:nvPr/>
        </p:nvGrpSpPr>
        <p:grpSpPr>
          <a:xfrm>
            <a:off x="845855" y="2307733"/>
            <a:ext cx="340168" cy="298978"/>
            <a:chOff x="892750" y="267400"/>
            <a:chExt cx="483125" cy="424625"/>
          </a:xfrm>
        </p:grpSpPr>
        <p:sp>
          <p:nvSpPr>
            <p:cNvPr id="9691" name="Google Shape;9691;p86"/>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2" name="Google Shape;9692;p86"/>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3" name="Google Shape;9693;p86"/>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94" name="Google Shape;9694;p86"/>
          <p:cNvGrpSpPr/>
          <p:nvPr/>
        </p:nvGrpSpPr>
        <p:grpSpPr>
          <a:xfrm>
            <a:off x="1284289" y="2287121"/>
            <a:ext cx="298996" cy="340204"/>
            <a:chOff x="1516475" y="238075"/>
            <a:chExt cx="424650" cy="483175"/>
          </a:xfrm>
        </p:grpSpPr>
        <p:sp>
          <p:nvSpPr>
            <p:cNvPr id="9695" name="Google Shape;9695;p86"/>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6" name="Google Shape;9696;p86"/>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97" name="Google Shape;9697;p86"/>
          <p:cNvGrpSpPr/>
          <p:nvPr/>
        </p:nvGrpSpPr>
        <p:grpSpPr>
          <a:xfrm>
            <a:off x="1677380" y="2367520"/>
            <a:ext cx="341488" cy="179405"/>
            <a:chOff x="2080675" y="352325"/>
            <a:chExt cx="485000" cy="254800"/>
          </a:xfrm>
        </p:grpSpPr>
        <p:sp>
          <p:nvSpPr>
            <p:cNvPr id="9698" name="Google Shape;9698;p86"/>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9" name="Google Shape;9699;p86"/>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00" name="Google Shape;9700;p86"/>
          <p:cNvGrpSpPr/>
          <p:nvPr/>
        </p:nvGrpSpPr>
        <p:grpSpPr>
          <a:xfrm>
            <a:off x="2126559" y="2287138"/>
            <a:ext cx="298996" cy="340168"/>
            <a:chOff x="2705375" y="238125"/>
            <a:chExt cx="424650" cy="483125"/>
          </a:xfrm>
        </p:grpSpPr>
        <p:sp>
          <p:nvSpPr>
            <p:cNvPr id="9701" name="Google Shape;9701;p86"/>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2" name="Google Shape;9702;p86"/>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3" name="Google Shape;9703;p86"/>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4" name="Google Shape;9704;p86"/>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05" name="Google Shape;9705;p86"/>
          <p:cNvGrpSpPr/>
          <p:nvPr/>
        </p:nvGrpSpPr>
        <p:grpSpPr>
          <a:xfrm>
            <a:off x="2542700" y="2287455"/>
            <a:ext cx="301161" cy="339535"/>
            <a:chOff x="3299850" y="238575"/>
            <a:chExt cx="427725" cy="482225"/>
          </a:xfrm>
        </p:grpSpPr>
        <p:sp>
          <p:nvSpPr>
            <p:cNvPr id="9706" name="Google Shape;9706;p86"/>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7" name="Google Shape;9707;p86"/>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8" name="Google Shape;9708;p86"/>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9" name="Google Shape;9709;p86"/>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0" name="Google Shape;9710;p86"/>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11" name="Google Shape;9711;p86"/>
          <p:cNvGrpSpPr/>
          <p:nvPr/>
        </p:nvGrpSpPr>
        <p:grpSpPr>
          <a:xfrm>
            <a:off x="2929622" y="2287138"/>
            <a:ext cx="352455" cy="340168"/>
            <a:chOff x="3857225" y="238125"/>
            <a:chExt cx="500575" cy="483125"/>
          </a:xfrm>
        </p:grpSpPr>
        <p:sp>
          <p:nvSpPr>
            <p:cNvPr id="9712" name="Google Shape;9712;p86"/>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3" name="Google Shape;9713;p86"/>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4" name="Google Shape;9714;p86"/>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5" name="Google Shape;9715;p86"/>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6" name="Google Shape;9716;p86"/>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7" name="Google Shape;9717;p86"/>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8" name="Google Shape;9718;p86"/>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19" name="Google Shape;9719;p86"/>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20" name="Google Shape;9720;p86"/>
          <p:cNvGrpSpPr/>
          <p:nvPr/>
        </p:nvGrpSpPr>
        <p:grpSpPr>
          <a:xfrm>
            <a:off x="3776398" y="2287165"/>
            <a:ext cx="340186" cy="340116"/>
            <a:chOff x="5053900" y="238200"/>
            <a:chExt cx="483150" cy="483050"/>
          </a:xfrm>
        </p:grpSpPr>
        <p:sp>
          <p:nvSpPr>
            <p:cNvPr id="9721" name="Google Shape;9721;p86"/>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2" name="Google Shape;9722;p86"/>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3" name="Google Shape;9723;p86"/>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4" name="Google Shape;9724;p86"/>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25" name="Google Shape;9725;p86"/>
          <p:cNvGrpSpPr/>
          <p:nvPr/>
        </p:nvGrpSpPr>
        <p:grpSpPr>
          <a:xfrm>
            <a:off x="4190348" y="2287138"/>
            <a:ext cx="340168" cy="340168"/>
            <a:chOff x="5648375" y="238125"/>
            <a:chExt cx="483125" cy="483125"/>
          </a:xfrm>
        </p:grpSpPr>
        <p:sp>
          <p:nvSpPr>
            <p:cNvPr id="9726" name="Google Shape;9726;p86"/>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7" name="Google Shape;9727;p86"/>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8" name="Google Shape;9728;p86"/>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9" name="Google Shape;9729;p86"/>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0" name="Google Shape;9730;p86"/>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1" name="Google Shape;9731;p86"/>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2" name="Google Shape;9732;p86"/>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3" name="Google Shape;9733;p86"/>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4" name="Google Shape;9734;p86"/>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5" name="Google Shape;9735;p86"/>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36" name="Google Shape;9736;p86"/>
          <p:cNvGrpSpPr/>
          <p:nvPr/>
        </p:nvGrpSpPr>
        <p:grpSpPr>
          <a:xfrm>
            <a:off x="4607035" y="2287138"/>
            <a:ext cx="340168" cy="340168"/>
            <a:chOff x="6242825" y="238125"/>
            <a:chExt cx="483125" cy="483125"/>
          </a:xfrm>
        </p:grpSpPr>
        <p:sp>
          <p:nvSpPr>
            <p:cNvPr id="9737" name="Google Shape;9737;p86"/>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8" name="Google Shape;9738;p86"/>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9" name="Google Shape;9739;p86"/>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40" name="Google Shape;9740;p86"/>
          <p:cNvGrpSpPr/>
          <p:nvPr/>
        </p:nvGrpSpPr>
        <p:grpSpPr>
          <a:xfrm>
            <a:off x="844156" y="2727362"/>
            <a:ext cx="343566" cy="298943"/>
            <a:chOff x="889275" y="861850"/>
            <a:chExt cx="487950" cy="424575"/>
          </a:xfrm>
        </p:grpSpPr>
        <p:sp>
          <p:nvSpPr>
            <p:cNvPr id="9741" name="Google Shape;9741;p86"/>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2" name="Google Shape;9742;p86"/>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3" name="Google Shape;9743;p86"/>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4" name="Google Shape;9744;p86"/>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45" name="Google Shape;9745;p86"/>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6" name="Google Shape;9746;p86"/>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47" name="Google Shape;9747;p86"/>
          <p:cNvGrpSpPr/>
          <p:nvPr/>
        </p:nvGrpSpPr>
        <p:grpSpPr>
          <a:xfrm>
            <a:off x="2105973" y="2706749"/>
            <a:ext cx="340168" cy="340168"/>
            <a:chOff x="2676100" y="832575"/>
            <a:chExt cx="483125" cy="483125"/>
          </a:xfrm>
        </p:grpSpPr>
        <p:sp>
          <p:nvSpPr>
            <p:cNvPr id="9748" name="Google Shape;9748;p86"/>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9" name="Google Shape;9749;p86"/>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0" name="Google Shape;9750;p86"/>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51" name="Google Shape;9751;p86"/>
          <p:cNvGrpSpPr/>
          <p:nvPr/>
        </p:nvGrpSpPr>
        <p:grpSpPr>
          <a:xfrm>
            <a:off x="2517477" y="2706749"/>
            <a:ext cx="351610" cy="340168"/>
            <a:chOff x="3270550" y="832575"/>
            <a:chExt cx="499375" cy="483125"/>
          </a:xfrm>
        </p:grpSpPr>
        <p:sp>
          <p:nvSpPr>
            <p:cNvPr id="9752" name="Google Shape;9752;p86"/>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3" name="Google Shape;9753;p86"/>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4" name="Google Shape;9754;p86"/>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55" name="Google Shape;9755;p86"/>
          <p:cNvGrpSpPr/>
          <p:nvPr/>
        </p:nvGrpSpPr>
        <p:grpSpPr>
          <a:xfrm>
            <a:off x="2935756" y="2717381"/>
            <a:ext cx="340186" cy="318904"/>
            <a:chOff x="3865000" y="847675"/>
            <a:chExt cx="483150" cy="452925"/>
          </a:xfrm>
        </p:grpSpPr>
        <p:sp>
          <p:nvSpPr>
            <p:cNvPr id="9756" name="Google Shape;9756;p86"/>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7" name="Google Shape;9757;p86"/>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8" name="Google Shape;9758;p86"/>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9" name="Google Shape;9759;p86"/>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60" name="Google Shape;9760;p86"/>
          <p:cNvGrpSpPr/>
          <p:nvPr/>
        </p:nvGrpSpPr>
        <p:grpSpPr>
          <a:xfrm>
            <a:off x="3351439" y="2727300"/>
            <a:ext cx="344798" cy="299066"/>
            <a:chOff x="4452900" y="861750"/>
            <a:chExt cx="489700" cy="424750"/>
          </a:xfrm>
        </p:grpSpPr>
        <p:sp>
          <p:nvSpPr>
            <p:cNvPr id="9761" name="Google Shape;9761;p86"/>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2" name="Google Shape;9762;p86"/>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3" name="Google Shape;9763;p86"/>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64" name="Google Shape;9764;p86"/>
          <p:cNvGrpSpPr/>
          <p:nvPr/>
        </p:nvGrpSpPr>
        <p:grpSpPr>
          <a:xfrm>
            <a:off x="3768671" y="2706758"/>
            <a:ext cx="355641" cy="340151"/>
            <a:chOff x="5049750" y="832600"/>
            <a:chExt cx="505100" cy="483100"/>
          </a:xfrm>
        </p:grpSpPr>
        <p:sp>
          <p:nvSpPr>
            <p:cNvPr id="9765" name="Google Shape;9765;p86"/>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6" name="Google Shape;9766;p86"/>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67" name="Google Shape;9767;p86"/>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68" name="Google Shape;9768;p86"/>
          <p:cNvGrpSpPr/>
          <p:nvPr/>
        </p:nvGrpSpPr>
        <p:grpSpPr>
          <a:xfrm>
            <a:off x="4627621" y="2706749"/>
            <a:ext cx="298996" cy="340168"/>
            <a:chOff x="6272100" y="832575"/>
            <a:chExt cx="424650" cy="483125"/>
          </a:xfrm>
        </p:grpSpPr>
        <p:sp>
          <p:nvSpPr>
            <p:cNvPr id="9769" name="Google Shape;9769;p86"/>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0" name="Google Shape;9770;p86"/>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71" name="Google Shape;9771;p86"/>
          <p:cNvGrpSpPr/>
          <p:nvPr/>
        </p:nvGrpSpPr>
        <p:grpSpPr>
          <a:xfrm>
            <a:off x="845828" y="3125798"/>
            <a:ext cx="340221" cy="340186"/>
            <a:chOff x="893650" y="1428000"/>
            <a:chExt cx="483200" cy="483150"/>
          </a:xfrm>
        </p:grpSpPr>
        <p:sp>
          <p:nvSpPr>
            <p:cNvPr id="9772" name="Google Shape;9772;p86"/>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3" name="Google Shape;9773;p86"/>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4" name="Google Shape;9774;p86"/>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5" name="Google Shape;9775;p86"/>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76" name="Google Shape;9776;p86"/>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7" name="Google Shape;9777;p86"/>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78" name="Google Shape;9778;p86"/>
          <p:cNvGrpSpPr/>
          <p:nvPr/>
        </p:nvGrpSpPr>
        <p:grpSpPr>
          <a:xfrm>
            <a:off x="2099646" y="3146463"/>
            <a:ext cx="352825" cy="298855"/>
            <a:chOff x="2676100" y="1456375"/>
            <a:chExt cx="501100" cy="424450"/>
          </a:xfrm>
        </p:grpSpPr>
        <p:sp>
          <p:nvSpPr>
            <p:cNvPr id="9779" name="Google Shape;9779;p86"/>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0" name="Google Shape;9780;p86"/>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1" name="Google Shape;9781;p86"/>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82" name="Google Shape;9782;p86"/>
          <p:cNvGrpSpPr/>
          <p:nvPr/>
        </p:nvGrpSpPr>
        <p:grpSpPr>
          <a:xfrm>
            <a:off x="2523170" y="3125806"/>
            <a:ext cx="340221" cy="340168"/>
            <a:chOff x="3270475" y="1427025"/>
            <a:chExt cx="483200" cy="483125"/>
          </a:xfrm>
        </p:grpSpPr>
        <p:sp>
          <p:nvSpPr>
            <p:cNvPr id="9783" name="Google Shape;9783;p86"/>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4" name="Google Shape;9784;p86"/>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5" name="Google Shape;9785;p86"/>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86" name="Google Shape;9786;p86"/>
          <p:cNvGrpSpPr/>
          <p:nvPr/>
        </p:nvGrpSpPr>
        <p:grpSpPr>
          <a:xfrm>
            <a:off x="2934083" y="3125780"/>
            <a:ext cx="343530" cy="340221"/>
            <a:chOff x="3860250" y="1427025"/>
            <a:chExt cx="487900" cy="483200"/>
          </a:xfrm>
        </p:grpSpPr>
        <p:sp>
          <p:nvSpPr>
            <p:cNvPr id="9787" name="Google Shape;9787;p86"/>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8" name="Google Shape;9788;p86"/>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9" name="Google Shape;9789;p86"/>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90" name="Google Shape;9790;p86"/>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1" name="Google Shape;9791;p86"/>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92" name="Google Shape;9792;p86"/>
          <p:cNvGrpSpPr/>
          <p:nvPr/>
        </p:nvGrpSpPr>
        <p:grpSpPr>
          <a:xfrm>
            <a:off x="4190322" y="3125806"/>
            <a:ext cx="340221" cy="340168"/>
            <a:chOff x="5648375" y="1427025"/>
            <a:chExt cx="483200" cy="483125"/>
          </a:xfrm>
        </p:grpSpPr>
        <p:sp>
          <p:nvSpPr>
            <p:cNvPr id="9793" name="Google Shape;9793;p86"/>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4" name="Google Shape;9794;p86"/>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95" name="Google Shape;9795;p86"/>
          <p:cNvGrpSpPr/>
          <p:nvPr/>
        </p:nvGrpSpPr>
        <p:grpSpPr>
          <a:xfrm>
            <a:off x="4604808" y="3125789"/>
            <a:ext cx="344622" cy="340204"/>
            <a:chOff x="6238300" y="1426975"/>
            <a:chExt cx="489450" cy="483175"/>
          </a:xfrm>
        </p:grpSpPr>
        <p:sp>
          <p:nvSpPr>
            <p:cNvPr id="9796" name="Google Shape;9796;p86"/>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7" name="Google Shape;9797;p86"/>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8" name="Google Shape;9798;p86"/>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99" name="Google Shape;9799;p86"/>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00" name="Google Shape;9800;p86"/>
          <p:cNvGrpSpPr/>
          <p:nvPr/>
        </p:nvGrpSpPr>
        <p:grpSpPr>
          <a:xfrm>
            <a:off x="1263703" y="3544794"/>
            <a:ext cx="340168" cy="340186"/>
            <a:chOff x="1487200" y="2021475"/>
            <a:chExt cx="483125" cy="483150"/>
          </a:xfrm>
        </p:grpSpPr>
        <p:sp>
          <p:nvSpPr>
            <p:cNvPr id="9801" name="Google Shape;9801;p86"/>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2" name="Google Shape;9802;p86"/>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3" name="Google Shape;9803;p86"/>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4" name="Google Shape;9804;p86"/>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05" name="Google Shape;9805;p86"/>
          <p:cNvGrpSpPr/>
          <p:nvPr/>
        </p:nvGrpSpPr>
        <p:grpSpPr>
          <a:xfrm>
            <a:off x="1678040" y="3565398"/>
            <a:ext cx="340168" cy="298978"/>
            <a:chOff x="2081650" y="2050750"/>
            <a:chExt cx="483125" cy="424625"/>
          </a:xfrm>
        </p:grpSpPr>
        <p:sp>
          <p:nvSpPr>
            <p:cNvPr id="9806" name="Google Shape;9806;p86"/>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7" name="Google Shape;9807;p86"/>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8" name="Google Shape;9808;p86"/>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9" name="Google Shape;9809;p86"/>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0" name="Google Shape;9810;p86"/>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1" name="Google Shape;9811;p86"/>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12" name="Google Shape;9812;p86"/>
          <p:cNvGrpSpPr/>
          <p:nvPr/>
        </p:nvGrpSpPr>
        <p:grpSpPr>
          <a:xfrm>
            <a:off x="2105973" y="3588721"/>
            <a:ext cx="340168" cy="252332"/>
            <a:chOff x="2676100" y="2083800"/>
            <a:chExt cx="483125" cy="358375"/>
          </a:xfrm>
        </p:grpSpPr>
        <p:sp>
          <p:nvSpPr>
            <p:cNvPr id="9813" name="Google Shape;9813;p86"/>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4" name="Google Shape;9814;p86"/>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15" name="Google Shape;9815;p86"/>
          <p:cNvGrpSpPr/>
          <p:nvPr/>
        </p:nvGrpSpPr>
        <p:grpSpPr>
          <a:xfrm>
            <a:off x="2531487" y="3554766"/>
            <a:ext cx="323587" cy="320242"/>
            <a:chOff x="3282325" y="2035675"/>
            <a:chExt cx="459575" cy="454825"/>
          </a:xfrm>
        </p:grpSpPr>
        <p:sp>
          <p:nvSpPr>
            <p:cNvPr id="9816" name="Google Shape;9816;p86"/>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7" name="Google Shape;9817;p86"/>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8" name="Google Shape;9818;p86"/>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9" name="Google Shape;9819;p86"/>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20" name="Google Shape;9820;p86"/>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1" name="Google Shape;9821;p86"/>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22" name="Google Shape;9822;p86"/>
          <p:cNvGrpSpPr/>
          <p:nvPr/>
        </p:nvGrpSpPr>
        <p:grpSpPr>
          <a:xfrm>
            <a:off x="3776187" y="3544803"/>
            <a:ext cx="340608" cy="340168"/>
            <a:chOff x="5053900" y="2021500"/>
            <a:chExt cx="483750" cy="483125"/>
          </a:xfrm>
        </p:grpSpPr>
        <p:sp>
          <p:nvSpPr>
            <p:cNvPr id="9823" name="Google Shape;9823;p86"/>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4" name="Google Shape;9824;p86"/>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5" name="Google Shape;9825;p86"/>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6" name="Google Shape;9826;p86"/>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7" name="Google Shape;9827;p86"/>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8" name="Google Shape;9828;p86"/>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9" name="Google Shape;9829;p86"/>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0" name="Google Shape;9830;p86"/>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31" name="Google Shape;9831;p86"/>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32" name="Google Shape;9832;p86"/>
          <p:cNvGrpSpPr/>
          <p:nvPr/>
        </p:nvGrpSpPr>
        <p:grpSpPr>
          <a:xfrm>
            <a:off x="4601286" y="3547971"/>
            <a:ext cx="351663" cy="333831"/>
            <a:chOff x="6222125" y="2025975"/>
            <a:chExt cx="499450" cy="474125"/>
          </a:xfrm>
        </p:grpSpPr>
        <p:sp>
          <p:nvSpPr>
            <p:cNvPr id="9833" name="Google Shape;9833;p86"/>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4" name="Google Shape;9834;p86"/>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5" name="Google Shape;9835;p86"/>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36" name="Google Shape;9836;p86"/>
          <p:cNvGrpSpPr/>
          <p:nvPr/>
        </p:nvGrpSpPr>
        <p:grpSpPr>
          <a:xfrm>
            <a:off x="5058848" y="2364541"/>
            <a:ext cx="335504" cy="185953"/>
            <a:chOff x="896050" y="2725450"/>
            <a:chExt cx="476500" cy="264100"/>
          </a:xfrm>
        </p:grpSpPr>
        <p:sp>
          <p:nvSpPr>
            <p:cNvPr id="9837" name="Google Shape;9837;p86"/>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8" name="Google Shape;9838;p86"/>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9" name="Google Shape;9839;p86"/>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40" name="Google Shape;9840;p86"/>
          <p:cNvGrpSpPr/>
          <p:nvPr/>
        </p:nvGrpSpPr>
        <p:grpSpPr>
          <a:xfrm>
            <a:off x="5489588" y="2287425"/>
            <a:ext cx="340168" cy="340186"/>
            <a:chOff x="1487200" y="2615925"/>
            <a:chExt cx="483125" cy="483150"/>
          </a:xfrm>
        </p:grpSpPr>
        <p:sp>
          <p:nvSpPr>
            <p:cNvPr id="9841" name="Google Shape;9841;p86"/>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2" name="Google Shape;9842;p86"/>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3" name="Google Shape;9843;p86"/>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44" name="Google Shape;9844;p86"/>
          <p:cNvGrpSpPr/>
          <p:nvPr/>
        </p:nvGrpSpPr>
        <p:grpSpPr>
          <a:xfrm>
            <a:off x="5889537" y="2287425"/>
            <a:ext cx="353564" cy="340186"/>
            <a:chOff x="2077575" y="2615925"/>
            <a:chExt cx="502150" cy="483150"/>
          </a:xfrm>
        </p:grpSpPr>
        <p:sp>
          <p:nvSpPr>
            <p:cNvPr id="9845" name="Google Shape;9845;p86"/>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6" name="Google Shape;9846;p86"/>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7" name="Google Shape;9847;p86"/>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8" name="Google Shape;9848;p86"/>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49" name="Google Shape;9849;p86"/>
          <p:cNvGrpSpPr/>
          <p:nvPr/>
        </p:nvGrpSpPr>
        <p:grpSpPr>
          <a:xfrm>
            <a:off x="6313326" y="2303452"/>
            <a:ext cx="334536" cy="308132"/>
            <a:chOff x="2680100" y="2638725"/>
            <a:chExt cx="475125" cy="437625"/>
          </a:xfrm>
        </p:grpSpPr>
        <p:sp>
          <p:nvSpPr>
            <p:cNvPr id="9850" name="Google Shape;9850;p86"/>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1" name="Google Shape;9851;p86"/>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2" name="Google Shape;9852;p86"/>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3" name="Google Shape;9853;p86"/>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54" name="Google Shape;9854;p86"/>
          <p:cNvGrpSpPr/>
          <p:nvPr/>
        </p:nvGrpSpPr>
        <p:grpSpPr>
          <a:xfrm>
            <a:off x="6778965" y="2287425"/>
            <a:ext cx="239183" cy="340186"/>
            <a:chOff x="3342275" y="2615925"/>
            <a:chExt cx="339700" cy="483150"/>
          </a:xfrm>
        </p:grpSpPr>
        <p:sp>
          <p:nvSpPr>
            <p:cNvPr id="9855" name="Google Shape;9855;p86"/>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6" name="Google Shape;9856;p86"/>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57" name="Google Shape;9857;p86"/>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8" name="Google Shape;9858;p86"/>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9" name="Google Shape;9859;p86"/>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60" name="Google Shape;9860;p86"/>
          <p:cNvGrpSpPr/>
          <p:nvPr/>
        </p:nvGrpSpPr>
        <p:grpSpPr>
          <a:xfrm>
            <a:off x="6415846" y="3956426"/>
            <a:ext cx="339482" cy="339271"/>
            <a:chOff x="5648900" y="2616600"/>
            <a:chExt cx="482150" cy="481850"/>
          </a:xfrm>
        </p:grpSpPr>
        <p:sp>
          <p:nvSpPr>
            <p:cNvPr id="9861" name="Google Shape;9861;p86"/>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2" name="Google Shape;9862;p86"/>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63" name="Google Shape;9863;p86"/>
          <p:cNvGrpSpPr/>
          <p:nvPr/>
        </p:nvGrpSpPr>
        <p:grpSpPr>
          <a:xfrm>
            <a:off x="4735130" y="3963142"/>
            <a:ext cx="325626" cy="325694"/>
            <a:chOff x="6242825" y="2615925"/>
            <a:chExt cx="483125" cy="483225"/>
          </a:xfrm>
        </p:grpSpPr>
        <p:sp>
          <p:nvSpPr>
            <p:cNvPr id="9864" name="Google Shape;9864;p86"/>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5" name="Google Shape;9865;p86"/>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6" name="Google Shape;9866;p86"/>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7" name="Google Shape;9867;p86"/>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8" name="Google Shape;9868;p86"/>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69" name="Google Shape;9869;p86"/>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70" name="Google Shape;9870;p86"/>
          <p:cNvGrpSpPr/>
          <p:nvPr/>
        </p:nvGrpSpPr>
        <p:grpSpPr>
          <a:xfrm>
            <a:off x="5488629" y="2707036"/>
            <a:ext cx="342087" cy="340186"/>
            <a:chOff x="1487200" y="3210375"/>
            <a:chExt cx="485850" cy="483150"/>
          </a:xfrm>
        </p:grpSpPr>
        <p:sp>
          <p:nvSpPr>
            <p:cNvPr id="9871" name="Google Shape;9871;p86"/>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2" name="Google Shape;9872;p86"/>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3" name="Google Shape;9873;p86"/>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74" name="Google Shape;9874;p86"/>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5" name="Google Shape;9875;p86"/>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76" name="Google Shape;9876;p86"/>
          <p:cNvGrpSpPr/>
          <p:nvPr/>
        </p:nvGrpSpPr>
        <p:grpSpPr>
          <a:xfrm>
            <a:off x="6727988" y="2707027"/>
            <a:ext cx="341136" cy="340204"/>
            <a:chOff x="3269875" y="3210400"/>
            <a:chExt cx="484500" cy="483175"/>
          </a:xfrm>
        </p:grpSpPr>
        <p:sp>
          <p:nvSpPr>
            <p:cNvPr id="9877" name="Google Shape;9877;p86"/>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8" name="Google Shape;9878;p86"/>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79" name="Google Shape;9879;p86"/>
          <p:cNvGrpSpPr/>
          <p:nvPr/>
        </p:nvGrpSpPr>
        <p:grpSpPr>
          <a:xfrm>
            <a:off x="7227082" y="2706666"/>
            <a:ext cx="170216" cy="340925"/>
            <a:chOff x="3985700" y="3210375"/>
            <a:chExt cx="241750" cy="484200"/>
          </a:xfrm>
        </p:grpSpPr>
        <p:sp>
          <p:nvSpPr>
            <p:cNvPr id="9880" name="Google Shape;9880;p86"/>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1" name="Google Shape;9881;p86"/>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82" name="Google Shape;9882;p86"/>
          <p:cNvGrpSpPr/>
          <p:nvPr/>
        </p:nvGrpSpPr>
        <p:grpSpPr>
          <a:xfrm>
            <a:off x="7566351" y="2707678"/>
            <a:ext cx="339007" cy="338901"/>
            <a:chOff x="4460225" y="3211300"/>
            <a:chExt cx="481475" cy="481325"/>
          </a:xfrm>
        </p:grpSpPr>
        <p:sp>
          <p:nvSpPr>
            <p:cNvPr id="9883" name="Google Shape;9883;p86"/>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4" name="Google Shape;9884;p86"/>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85" name="Google Shape;9885;p86"/>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86" name="Google Shape;9886;p86"/>
          <p:cNvGrpSpPr/>
          <p:nvPr/>
        </p:nvGrpSpPr>
        <p:grpSpPr>
          <a:xfrm>
            <a:off x="6859688" y="3985756"/>
            <a:ext cx="342034" cy="280654"/>
            <a:chOff x="5647000" y="3252650"/>
            <a:chExt cx="485775" cy="398600"/>
          </a:xfrm>
        </p:grpSpPr>
        <p:sp>
          <p:nvSpPr>
            <p:cNvPr id="9887" name="Google Shape;9887;p86"/>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8" name="Google Shape;9888;p86"/>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9" name="Google Shape;9889;p86"/>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0" name="Google Shape;9890;p86"/>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1" name="Google Shape;9891;p86"/>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92" name="Google Shape;9892;p86"/>
          <p:cNvGrpSpPr/>
          <p:nvPr/>
        </p:nvGrpSpPr>
        <p:grpSpPr>
          <a:xfrm>
            <a:off x="5165128" y="3991768"/>
            <a:ext cx="326536" cy="268454"/>
            <a:chOff x="6242450" y="3252800"/>
            <a:chExt cx="484475" cy="398300"/>
          </a:xfrm>
        </p:grpSpPr>
        <p:sp>
          <p:nvSpPr>
            <p:cNvPr id="9893" name="Google Shape;9893;p86"/>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4" name="Google Shape;9894;p86"/>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5" name="Google Shape;9895;p86"/>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96" name="Google Shape;9896;p86"/>
          <p:cNvGrpSpPr/>
          <p:nvPr/>
        </p:nvGrpSpPr>
        <p:grpSpPr>
          <a:xfrm>
            <a:off x="5077111" y="3126102"/>
            <a:ext cx="298978" cy="340168"/>
            <a:chOff x="922025" y="3804850"/>
            <a:chExt cx="424625" cy="483125"/>
          </a:xfrm>
        </p:grpSpPr>
        <p:sp>
          <p:nvSpPr>
            <p:cNvPr id="9897" name="Google Shape;9897;p86"/>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8" name="Google Shape;9898;p86"/>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99" name="Google Shape;9899;p86"/>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00" name="Google Shape;9900;p86"/>
          <p:cNvGrpSpPr/>
          <p:nvPr/>
        </p:nvGrpSpPr>
        <p:grpSpPr>
          <a:xfrm>
            <a:off x="5909841" y="3126102"/>
            <a:ext cx="312955" cy="340168"/>
            <a:chOff x="2100300" y="3804850"/>
            <a:chExt cx="444475" cy="483125"/>
          </a:xfrm>
        </p:grpSpPr>
        <p:sp>
          <p:nvSpPr>
            <p:cNvPr id="9901" name="Google Shape;9901;p86"/>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2" name="Google Shape;9902;p86"/>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03" name="Google Shape;9903;p86"/>
          <p:cNvGrpSpPr/>
          <p:nvPr/>
        </p:nvGrpSpPr>
        <p:grpSpPr>
          <a:xfrm>
            <a:off x="6333463" y="3126102"/>
            <a:ext cx="294261" cy="340168"/>
            <a:chOff x="2708700" y="3804850"/>
            <a:chExt cx="417925" cy="483125"/>
          </a:xfrm>
        </p:grpSpPr>
        <p:sp>
          <p:nvSpPr>
            <p:cNvPr id="9904" name="Google Shape;9904;p86"/>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5" name="Google Shape;9905;p86"/>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6" name="Google Shape;9906;p86"/>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7" name="Google Shape;9907;p86"/>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08" name="Google Shape;9908;p86"/>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9" name="Google Shape;9909;p86"/>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10" name="Google Shape;9910;p86"/>
          <p:cNvGrpSpPr/>
          <p:nvPr/>
        </p:nvGrpSpPr>
        <p:grpSpPr>
          <a:xfrm>
            <a:off x="7570338" y="3127378"/>
            <a:ext cx="331033" cy="337616"/>
            <a:chOff x="4467450" y="3808475"/>
            <a:chExt cx="470150" cy="479500"/>
          </a:xfrm>
        </p:grpSpPr>
        <p:sp>
          <p:nvSpPr>
            <p:cNvPr id="9911" name="Google Shape;9911;p86"/>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2" name="Google Shape;9912;p86"/>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3" name="Google Shape;9913;p86"/>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4" name="Google Shape;9914;p86"/>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15" name="Google Shape;9915;p86"/>
          <p:cNvGrpSpPr/>
          <p:nvPr/>
        </p:nvGrpSpPr>
        <p:grpSpPr>
          <a:xfrm>
            <a:off x="7990685" y="3126102"/>
            <a:ext cx="340186" cy="340168"/>
            <a:chOff x="5053900" y="3804850"/>
            <a:chExt cx="483150" cy="483125"/>
          </a:xfrm>
        </p:grpSpPr>
        <p:sp>
          <p:nvSpPr>
            <p:cNvPr id="9916" name="Google Shape;9916;p86"/>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7" name="Google Shape;9917;p86"/>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8" name="Google Shape;9918;p86"/>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9" name="Google Shape;9919;p86"/>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20" name="Google Shape;9920;p86"/>
          <p:cNvGrpSpPr/>
          <p:nvPr/>
        </p:nvGrpSpPr>
        <p:grpSpPr>
          <a:xfrm>
            <a:off x="7306081" y="3956021"/>
            <a:ext cx="340168" cy="340168"/>
            <a:chOff x="5648375" y="3804850"/>
            <a:chExt cx="483125" cy="483125"/>
          </a:xfrm>
        </p:grpSpPr>
        <p:sp>
          <p:nvSpPr>
            <p:cNvPr id="9921" name="Google Shape;9921;p86"/>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2" name="Google Shape;9922;p86"/>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3" name="Google Shape;9923;p86"/>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4" name="Google Shape;9924;p86"/>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25" name="Google Shape;9925;p86"/>
          <p:cNvGrpSpPr/>
          <p:nvPr/>
        </p:nvGrpSpPr>
        <p:grpSpPr>
          <a:xfrm>
            <a:off x="5596036" y="3968278"/>
            <a:ext cx="280923" cy="315449"/>
            <a:chOff x="6276025" y="3812400"/>
            <a:chExt cx="416800" cy="468025"/>
          </a:xfrm>
        </p:grpSpPr>
        <p:sp>
          <p:nvSpPr>
            <p:cNvPr id="9926" name="Google Shape;9926;p86"/>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7" name="Google Shape;9927;p86"/>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8" name="Google Shape;9928;p86"/>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9" name="Google Shape;9929;p86"/>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30" name="Google Shape;9930;p86"/>
          <p:cNvGrpSpPr/>
          <p:nvPr/>
        </p:nvGrpSpPr>
        <p:grpSpPr>
          <a:xfrm>
            <a:off x="5055293" y="3545089"/>
            <a:ext cx="342615" cy="340186"/>
            <a:chOff x="890400" y="4399350"/>
            <a:chExt cx="486600" cy="483150"/>
          </a:xfrm>
        </p:grpSpPr>
        <p:sp>
          <p:nvSpPr>
            <p:cNvPr id="9931" name="Google Shape;9931;p86"/>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2" name="Google Shape;9932;p86"/>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3" name="Google Shape;9933;p86"/>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34" name="Google Shape;9934;p86"/>
          <p:cNvGrpSpPr/>
          <p:nvPr/>
        </p:nvGrpSpPr>
        <p:grpSpPr>
          <a:xfrm>
            <a:off x="5489588" y="3560368"/>
            <a:ext cx="340168" cy="309628"/>
            <a:chOff x="1487200" y="4421025"/>
            <a:chExt cx="483125" cy="439750"/>
          </a:xfrm>
        </p:grpSpPr>
        <p:sp>
          <p:nvSpPr>
            <p:cNvPr id="9935" name="Google Shape;9935;p86"/>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6" name="Google Shape;9936;p86"/>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7" name="Google Shape;9937;p86"/>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8" name="Google Shape;9938;p86"/>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39" name="Google Shape;9939;p86"/>
          <p:cNvGrpSpPr/>
          <p:nvPr/>
        </p:nvGrpSpPr>
        <p:grpSpPr>
          <a:xfrm>
            <a:off x="5893867" y="3545107"/>
            <a:ext cx="344903" cy="340151"/>
            <a:chOff x="2079300" y="4399325"/>
            <a:chExt cx="489850" cy="483100"/>
          </a:xfrm>
        </p:grpSpPr>
        <p:sp>
          <p:nvSpPr>
            <p:cNvPr id="9940" name="Google Shape;9940;p86"/>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1" name="Google Shape;9941;p86"/>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42" name="Google Shape;9942;p86"/>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43" name="Google Shape;9943;p86"/>
          <p:cNvGrpSpPr/>
          <p:nvPr/>
        </p:nvGrpSpPr>
        <p:grpSpPr>
          <a:xfrm>
            <a:off x="6760439" y="3545107"/>
            <a:ext cx="276236" cy="340151"/>
            <a:chOff x="3316000" y="4399325"/>
            <a:chExt cx="392325" cy="483100"/>
          </a:xfrm>
        </p:grpSpPr>
        <p:sp>
          <p:nvSpPr>
            <p:cNvPr id="9944" name="Google Shape;9944;p86"/>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5" name="Google Shape;9945;p86"/>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46" name="Google Shape;9946;p86"/>
          <p:cNvGrpSpPr/>
          <p:nvPr/>
        </p:nvGrpSpPr>
        <p:grpSpPr>
          <a:xfrm>
            <a:off x="7185179" y="3545089"/>
            <a:ext cx="254022" cy="340186"/>
            <a:chOff x="3926225" y="4399275"/>
            <a:chExt cx="360775" cy="483150"/>
          </a:xfrm>
        </p:grpSpPr>
        <p:sp>
          <p:nvSpPr>
            <p:cNvPr id="9947" name="Google Shape;9947;p86"/>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8" name="Google Shape;9948;p86"/>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49" name="Google Shape;9949;p86"/>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50" name="Google Shape;9950;p86"/>
          <p:cNvGrpSpPr/>
          <p:nvPr/>
        </p:nvGrpSpPr>
        <p:grpSpPr>
          <a:xfrm>
            <a:off x="7990738" y="3545151"/>
            <a:ext cx="340080" cy="340063"/>
            <a:chOff x="5053975" y="4399375"/>
            <a:chExt cx="483000" cy="482975"/>
          </a:xfrm>
        </p:grpSpPr>
        <p:sp>
          <p:nvSpPr>
            <p:cNvPr id="9951" name="Google Shape;9951;p86"/>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2" name="Google Shape;9952;p86"/>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3" name="Google Shape;9953;p86"/>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54" name="Google Shape;9954;p86"/>
          <p:cNvGrpSpPr/>
          <p:nvPr/>
        </p:nvGrpSpPr>
        <p:grpSpPr>
          <a:xfrm>
            <a:off x="7750609" y="3956042"/>
            <a:ext cx="340168" cy="340168"/>
            <a:chOff x="5648375" y="4399300"/>
            <a:chExt cx="483125" cy="483125"/>
          </a:xfrm>
        </p:grpSpPr>
        <p:sp>
          <p:nvSpPr>
            <p:cNvPr id="9955" name="Google Shape;9955;p86"/>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6" name="Google Shape;9956;p86"/>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57" name="Google Shape;9957;p86"/>
          <p:cNvGrpSpPr/>
          <p:nvPr/>
        </p:nvGrpSpPr>
        <p:grpSpPr>
          <a:xfrm>
            <a:off x="5981331" y="3974637"/>
            <a:ext cx="330007" cy="302744"/>
            <a:chOff x="6239575" y="4416275"/>
            <a:chExt cx="489625" cy="449175"/>
          </a:xfrm>
        </p:grpSpPr>
        <p:sp>
          <p:nvSpPr>
            <p:cNvPr id="9958" name="Google Shape;9958;p86"/>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9" name="Google Shape;9959;p86"/>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0" name="Google Shape;9960;p86"/>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61" name="Google Shape;9961;p86"/>
          <p:cNvGrpSpPr/>
          <p:nvPr/>
        </p:nvGrpSpPr>
        <p:grpSpPr>
          <a:xfrm>
            <a:off x="3084610" y="3971815"/>
            <a:ext cx="308234" cy="308234"/>
            <a:chOff x="892750" y="4993750"/>
            <a:chExt cx="483125" cy="483125"/>
          </a:xfrm>
        </p:grpSpPr>
        <p:sp>
          <p:nvSpPr>
            <p:cNvPr id="9962" name="Google Shape;9962;p86"/>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3" name="Google Shape;9963;p86"/>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4" name="Google Shape;9964;p86"/>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65" name="Google Shape;9965;p86"/>
          <p:cNvGrpSpPr/>
          <p:nvPr/>
        </p:nvGrpSpPr>
        <p:grpSpPr>
          <a:xfrm>
            <a:off x="1491328" y="3979188"/>
            <a:ext cx="293982" cy="293982"/>
            <a:chOff x="2676100" y="4993750"/>
            <a:chExt cx="483125" cy="483125"/>
          </a:xfrm>
        </p:grpSpPr>
        <p:sp>
          <p:nvSpPr>
            <p:cNvPr id="9966" name="Google Shape;9966;p86"/>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7" name="Google Shape;9967;p86"/>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8" name="Google Shape;9968;p86"/>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69" name="Google Shape;9969;p86"/>
          <p:cNvGrpSpPr/>
          <p:nvPr/>
        </p:nvGrpSpPr>
        <p:grpSpPr>
          <a:xfrm>
            <a:off x="4322435" y="3971815"/>
            <a:ext cx="308234" cy="308234"/>
            <a:chOff x="3270550" y="4993750"/>
            <a:chExt cx="483125" cy="483125"/>
          </a:xfrm>
        </p:grpSpPr>
        <p:sp>
          <p:nvSpPr>
            <p:cNvPr id="9970" name="Google Shape;9970;p86"/>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1" name="Google Shape;9971;p86"/>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2" name="Google Shape;9972;p86"/>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73" name="Google Shape;9973;p86"/>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74" name="Google Shape;9974;p86"/>
          <p:cNvGrpSpPr/>
          <p:nvPr/>
        </p:nvGrpSpPr>
        <p:grpSpPr>
          <a:xfrm>
            <a:off x="2288093" y="3979142"/>
            <a:ext cx="293997" cy="294073"/>
            <a:chOff x="4459450" y="4993700"/>
            <a:chExt cx="483150" cy="483275"/>
          </a:xfrm>
        </p:grpSpPr>
        <p:sp>
          <p:nvSpPr>
            <p:cNvPr id="9975" name="Google Shape;9975;p86"/>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6" name="Google Shape;9976;p86"/>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77" name="Google Shape;9977;p86"/>
          <p:cNvGrpSpPr/>
          <p:nvPr/>
        </p:nvGrpSpPr>
        <p:grpSpPr>
          <a:xfrm>
            <a:off x="3497219" y="3971815"/>
            <a:ext cx="308234" cy="308234"/>
            <a:chOff x="1487200" y="4993750"/>
            <a:chExt cx="483125" cy="483125"/>
          </a:xfrm>
        </p:grpSpPr>
        <p:sp>
          <p:nvSpPr>
            <p:cNvPr id="9978" name="Google Shape;9978;p86"/>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9" name="Google Shape;9979;p86"/>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80" name="Google Shape;9980;p86"/>
          <p:cNvGrpSpPr/>
          <p:nvPr/>
        </p:nvGrpSpPr>
        <p:grpSpPr>
          <a:xfrm>
            <a:off x="3909829" y="3971815"/>
            <a:ext cx="308234" cy="308234"/>
            <a:chOff x="2081650" y="4993750"/>
            <a:chExt cx="483125" cy="483125"/>
          </a:xfrm>
        </p:grpSpPr>
        <p:sp>
          <p:nvSpPr>
            <p:cNvPr id="9981" name="Google Shape;9981;p86"/>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2" name="Google Shape;9982;p86"/>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83" name="Google Shape;9983;p86"/>
          <p:cNvGrpSpPr/>
          <p:nvPr/>
        </p:nvGrpSpPr>
        <p:grpSpPr>
          <a:xfrm>
            <a:off x="2686471" y="3979142"/>
            <a:ext cx="293997" cy="294073"/>
            <a:chOff x="5053900" y="4993700"/>
            <a:chExt cx="483150" cy="483275"/>
          </a:xfrm>
        </p:grpSpPr>
        <p:sp>
          <p:nvSpPr>
            <p:cNvPr id="9984" name="Google Shape;9984;p86"/>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5" name="Google Shape;9985;p86"/>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86" name="Google Shape;9986;p8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90" name="Shape 9990"/>
        <p:cNvGrpSpPr/>
        <p:nvPr/>
      </p:nvGrpSpPr>
      <p:grpSpPr>
        <a:xfrm>
          <a:off x="0" y="0"/>
          <a:ext cx="0" cy="0"/>
          <a:chOff x="0" y="0"/>
          <a:chExt cx="0" cy="0"/>
        </a:xfrm>
      </p:grpSpPr>
      <p:sp>
        <p:nvSpPr>
          <p:cNvPr id="9991" name="Google Shape;9991;p87"/>
          <p:cNvSpPr/>
          <p:nvPr/>
        </p:nvSpPr>
        <p:spPr>
          <a:xfrm>
            <a:off x="844100" y="1308173"/>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7"/>
          <p:cNvSpPr/>
          <p:nvPr/>
        </p:nvSpPr>
        <p:spPr>
          <a:xfrm>
            <a:off x="844104" y="1772778"/>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7"/>
          <p:cNvSpPr/>
          <p:nvPr/>
        </p:nvSpPr>
        <p:spPr>
          <a:xfrm>
            <a:off x="852434" y="2202562"/>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4" name="Google Shape;9994;p87"/>
          <p:cNvGrpSpPr/>
          <p:nvPr/>
        </p:nvGrpSpPr>
        <p:grpSpPr>
          <a:xfrm>
            <a:off x="2987728" y="1336070"/>
            <a:ext cx="371882" cy="373766"/>
            <a:chOff x="-41270450" y="1973375"/>
            <a:chExt cx="315850" cy="317450"/>
          </a:xfrm>
        </p:grpSpPr>
        <p:sp>
          <p:nvSpPr>
            <p:cNvPr id="9995" name="Google Shape;9995;p87"/>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7"/>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7"/>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7"/>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9" name="Google Shape;9999;p87"/>
          <p:cNvGrpSpPr/>
          <p:nvPr/>
        </p:nvGrpSpPr>
        <p:grpSpPr>
          <a:xfrm>
            <a:off x="3005407" y="1783026"/>
            <a:ext cx="395871" cy="372088"/>
            <a:chOff x="-41291625" y="2339025"/>
            <a:chExt cx="336225" cy="316025"/>
          </a:xfrm>
        </p:grpSpPr>
        <p:sp>
          <p:nvSpPr>
            <p:cNvPr id="10000" name="Google Shape;10000;p87"/>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7"/>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2" name="Google Shape;10002;p87"/>
          <p:cNvSpPr/>
          <p:nvPr/>
        </p:nvSpPr>
        <p:spPr>
          <a:xfrm>
            <a:off x="2982027" y="1970041"/>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7"/>
          <p:cNvSpPr/>
          <p:nvPr/>
        </p:nvSpPr>
        <p:spPr>
          <a:xfrm>
            <a:off x="3016426" y="2215314"/>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7"/>
          <p:cNvSpPr/>
          <p:nvPr/>
        </p:nvSpPr>
        <p:spPr>
          <a:xfrm>
            <a:off x="1807487" y="2652012"/>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7"/>
          <p:cNvSpPr/>
          <p:nvPr/>
        </p:nvSpPr>
        <p:spPr>
          <a:xfrm>
            <a:off x="1759274" y="3082043"/>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7"/>
          <p:cNvSpPr/>
          <p:nvPr/>
        </p:nvSpPr>
        <p:spPr>
          <a:xfrm>
            <a:off x="1735189" y="3576077"/>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7"/>
          <p:cNvSpPr/>
          <p:nvPr/>
        </p:nvSpPr>
        <p:spPr>
          <a:xfrm>
            <a:off x="3953247" y="2652248"/>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8" name="Google Shape;10008;p87"/>
          <p:cNvGrpSpPr/>
          <p:nvPr/>
        </p:nvGrpSpPr>
        <p:grpSpPr>
          <a:xfrm>
            <a:off x="1229534" y="1308077"/>
            <a:ext cx="396931" cy="373147"/>
            <a:chOff x="-42804750" y="1949600"/>
            <a:chExt cx="337125" cy="316925"/>
          </a:xfrm>
        </p:grpSpPr>
        <p:sp>
          <p:nvSpPr>
            <p:cNvPr id="10009" name="Google Shape;10009;p87"/>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7"/>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7"/>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2" name="Google Shape;10012;p87"/>
          <p:cNvGrpSpPr/>
          <p:nvPr/>
        </p:nvGrpSpPr>
        <p:grpSpPr>
          <a:xfrm>
            <a:off x="1292211" y="1760773"/>
            <a:ext cx="335706" cy="364258"/>
            <a:chOff x="-42778750" y="2320125"/>
            <a:chExt cx="285125" cy="309375"/>
          </a:xfrm>
        </p:grpSpPr>
        <p:sp>
          <p:nvSpPr>
            <p:cNvPr id="10013" name="Google Shape;10013;p87"/>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7"/>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5" name="Google Shape;10015;p87"/>
          <p:cNvGrpSpPr/>
          <p:nvPr/>
        </p:nvGrpSpPr>
        <p:grpSpPr>
          <a:xfrm>
            <a:off x="1269879" y="2207778"/>
            <a:ext cx="375591" cy="374678"/>
            <a:chOff x="-42796875" y="2680675"/>
            <a:chExt cx="319000" cy="318225"/>
          </a:xfrm>
        </p:grpSpPr>
        <p:sp>
          <p:nvSpPr>
            <p:cNvPr id="10016" name="Google Shape;10016;p87"/>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7"/>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7"/>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7"/>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7"/>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1" name="Google Shape;10021;p87"/>
          <p:cNvSpPr/>
          <p:nvPr/>
        </p:nvSpPr>
        <p:spPr>
          <a:xfrm>
            <a:off x="3439644" y="1333692"/>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7"/>
          <p:cNvSpPr/>
          <p:nvPr/>
        </p:nvSpPr>
        <p:spPr>
          <a:xfrm>
            <a:off x="3459773" y="1815159"/>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7"/>
          <p:cNvSpPr/>
          <p:nvPr/>
        </p:nvSpPr>
        <p:spPr>
          <a:xfrm>
            <a:off x="3469303" y="2215314"/>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7"/>
          <p:cNvSpPr/>
          <p:nvPr/>
        </p:nvSpPr>
        <p:spPr>
          <a:xfrm>
            <a:off x="2230466" y="2652012"/>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7"/>
          <p:cNvSpPr/>
          <p:nvPr/>
        </p:nvSpPr>
        <p:spPr>
          <a:xfrm>
            <a:off x="2117481" y="3435574"/>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6" name="Google Shape;10026;p87"/>
          <p:cNvGrpSpPr/>
          <p:nvPr/>
        </p:nvGrpSpPr>
        <p:grpSpPr>
          <a:xfrm>
            <a:off x="2168150" y="3086053"/>
            <a:ext cx="390426" cy="369586"/>
            <a:chOff x="-39055650" y="2315975"/>
            <a:chExt cx="331600" cy="313900"/>
          </a:xfrm>
        </p:grpSpPr>
        <p:sp>
          <p:nvSpPr>
            <p:cNvPr id="10027" name="Google Shape;10027;p87"/>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7"/>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9" name="Google Shape;10029;p87"/>
          <p:cNvSpPr/>
          <p:nvPr/>
        </p:nvSpPr>
        <p:spPr>
          <a:xfrm>
            <a:off x="2174857" y="3604055"/>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7"/>
          <p:cNvSpPr/>
          <p:nvPr/>
        </p:nvSpPr>
        <p:spPr>
          <a:xfrm>
            <a:off x="3995440" y="3071387"/>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1" name="Google Shape;10031;p87"/>
          <p:cNvGrpSpPr/>
          <p:nvPr/>
        </p:nvGrpSpPr>
        <p:grpSpPr>
          <a:xfrm>
            <a:off x="1659816" y="1308254"/>
            <a:ext cx="380241" cy="371793"/>
            <a:chOff x="-42430625" y="1949750"/>
            <a:chExt cx="322950" cy="315775"/>
          </a:xfrm>
        </p:grpSpPr>
        <p:sp>
          <p:nvSpPr>
            <p:cNvPr id="10032" name="Google Shape;10032;p87"/>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7"/>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7"/>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7"/>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6" name="Google Shape;10036;p87"/>
          <p:cNvSpPr/>
          <p:nvPr/>
        </p:nvSpPr>
        <p:spPr>
          <a:xfrm>
            <a:off x="1719036" y="1755820"/>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7"/>
          <p:cNvSpPr/>
          <p:nvPr/>
        </p:nvSpPr>
        <p:spPr>
          <a:xfrm>
            <a:off x="1696509" y="2188264"/>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7"/>
          <p:cNvSpPr/>
          <p:nvPr/>
        </p:nvSpPr>
        <p:spPr>
          <a:xfrm>
            <a:off x="3917021" y="1342493"/>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7"/>
          <p:cNvSpPr/>
          <p:nvPr/>
        </p:nvSpPr>
        <p:spPr>
          <a:xfrm>
            <a:off x="3936416" y="1781781"/>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7"/>
          <p:cNvSpPr/>
          <p:nvPr/>
        </p:nvSpPr>
        <p:spPr>
          <a:xfrm>
            <a:off x="3906859" y="2214107"/>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7"/>
          <p:cNvSpPr/>
          <p:nvPr/>
        </p:nvSpPr>
        <p:spPr>
          <a:xfrm>
            <a:off x="2616350" y="2648981"/>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2" name="Google Shape;10042;p87"/>
          <p:cNvGrpSpPr/>
          <p:nvPr/>
        </p:nvGrpSpPr>
        <p:grpSpPr>
          <a:xfrm>
            <a:off x="2623344" y="3084199"/>
            <a:ext cx="372824" cy="372058"/>
            <a:chOff x="-38686275" y="2314400"/>
            <a:chExt cx="316650" cy="316000"/>
          </a:xfrm>
        </p:grpSpPr>
        <p:sp>
          <p:nvSpPr>
            <p:cNvPr id="10043" name="Google Shape;10043;p87"/>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7"/>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87"/>
          <p:cNvGrpSpPr/>
          <p:nvPr/>
        </p:nvGrpSpPr>
        <p:grpSpPr>
          <a:xfrm>
            <a:off x="2621946" y="3576239"/>
            <a:ext cx="375620" cy="373736"/>
            <a:chOff x="-38686275" y="2682250"/>
            <a:chExt cx="319025" cy="317425"/>
          </a:xfrm>
        </p:grpSpPr>
        <p:sp>
          <p:nvSpPr>
            <p:cNvPr id="10046" name="Google Shape;10046;p87"/>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7"/>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87"/>
          <p:cNvGrpSpPr/>
          <p:nvPr/>
        </p:nvGrpSpPr>
        <p:grpSpPr>
          <a:xfrm>
            <a:off x="3940328" y="3574782"/>
            <a:ext cx="391368" cy="376650"/>
            <a:chOff x="-37534750" y="2668075"/>
            <a:chExt cx="332400" cy="319900"/>
          </a:xfrm>
        </p:grpSpPr>
        <p:sp>
          <p:nvSpPr>
            <p:cNvPr id="10049" name="Google Shape;10049;p87"/>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7"/>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1" name="Google Shape;10051;p87"/>
          <p:cNvSpPr/>
          <p:nvPr/>
        </p:nvSpPr>
        <p:spPr>
          <a:xfrm>
            <a:off x="2106751" y="1307496"/>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2" name="Google Shape;10052;p87"/>
          <p:cNvGrpSpPr/>
          <p:nvPr/>
        </p:nvGrpSpPr>
        <p:grpSpPr>
          <a:xfrm>
            <a:off x="2131694" y="1755917"/>
            <a:ext cx="375591" cy="374060"/>
            <a:chOff x="-42062025" y="2316000"/>
            <a:chExt cx="319000" cy="317700"/>
          </a:xfrm>
        </p:grpSpPr>
        <p:sp>
          <p:nvSpPr>
            <p:cNvPr id="10053" name="Google Shape;10053;p87"/>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7"/>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5" name="Google Shape;10055;p87"/>
          <p:cNvSpPr/>
          <p:nvPr/>
        </p:nvSpPr>
        <p:spPr>
          <a:xfrm>
            <a:off x="2135027" y="2187352"/>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6" name="Google Shape;10056;p87"/>
          <p:cNvGrpSpPr/>
          <p:nvPr/>
        </p:nvGrpSpPr>
        <p:grpSpPr>
          <a:xfrm>
            <a:off x="876569" y="2667020"/>
            <a:ext cx="330143" cy="368173"/>
            <a:chOff x="-40150450" y="1977325"/>
            <a:chExt cx="280400" cy="312700"/>
          </a:xfrm>
        </p:grpSpPr>
        <p:sp>
          <p:nvSpPr>
            <p:cNvPr id="10057" name="Google Shape;10057;p87"/>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7"/>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7"/>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7"/>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87"/>
          <p:cNvGrpSpPr/>
          <p:nvPr/>
        </p:nvGrpSpPr>
        <p:grpSpPr>
          <a:xfrm>
            <a:off x="870534" y="3126239"/>
            <a:ext cx="342211" cy="372824"/>
            <a:chOff x="-40160700" y="2339625"/>
            <a:chExt cx="290650" cy="316650"/>
          </a:xfrm>
        </p:grpSpPr>
        <p:sp>
          <p:nvSpPr>
            <p:cNvPr id="10062" name="Google Shape;10062;p87"/>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7"/>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7"/>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7"/>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87"/>
          <p:cNvGrpSpPr/>
          <p:nvPr/>
        </p:nvGrpSpPr>
        <p:grpSpPr>
          <a:xfrm>
            <a:off x="852359" y="3576695"/>
            <a:ext cx="375591" cy="372824"/>
            <a:chOff x="-40171725" y="2705875"/>
            <a:chExt cx="319000" cy="316650"/>
          </a:xfrm>
        </p:grpSpPr>
        <p:sp>
          <p:nvSpPr>
            <p:cNvPr id="10067" name="Google Shape;10067;p87"/>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7"/>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87"/>
          <p:cNvGrpSpPr/>
          <p:nvPr/>
        </p:nvGrpSpPr>
        <p:grpSpPr>
          <a:xfrm>
            <a:off x="3109957" y="2651151"/>
            <a:ext cx="272686" cy="373766"/>
            <a:chOff x="-38275925" y="1946600"/>
            <a:chExt cx="231600" cy="317450"/>
          </a:xfrm>
        </p:grpSpPr>
        <p:sp>
          <p:nvSpPr>
            <p:cNvPr id="10070" name="Google Shape;10070;p87"/>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7"/>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2" name="Google Shape;10072;p87"/>
          <p:cNvSpPr/>
          <p:nvPr/>
        </p:nvSpPr>
        <p:spPr>
          <a:xfrm>
            <a:off x="3057873" y="3082867"/>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7"/>
          <p:cNvSpPr/>
          <p:nvPr/>
        </p:nvSpPr>
        <p:spPr>
          <a:xfrm>
            <a:off x="3137950" y="3575768"/>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4" name="Google Shape;10074;p87"/>
          <p:cNvGrpSpPr/>
          <p:nvPr/>
        </p:nvGrpSpPr>
        <p:grpSpPr>
          <a:xfrm>
            <a:off x="2173841" y="4048593"/>
            <a:ext cx="382096" cy="371911"/>
            <a:chOff x="-37190575" y="1951325"/>
            <a:chExt cx="324525" cy="315875"/>
          </a:xfrm>
        </p:grpSpPr>
        <p:sp>
          <p:nvSpPr>
            <p:cNvPr id="10075" name="Google Shape;10075;p87"/>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7"/>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7"/>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7"/>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7"/>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0" name="Google Shape;10080;p87"/>
          <p:cNvSpPr/>
          <p:nvPr/>
        </p:nvSpPr>
        <p:spPr>
          <a:xfrm>
            <a:off x="2541596" y="1305641"/>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1" name="Google Shape;10081;p87"/>
          <p:cNvGrpSpPr/>
          <p:nvPr/>
        </p:nvGrpSpPr>
        <p:grpSpPr>
          <a:xfrm>
            <a:off x="2574144" y="1834744"/>
            <a:ext cx="373736" cy="293055"/>
            <a:chOff x="-41694200" y="2382950"/>
            <a:chExt cx="317425" cy="248900"/>
          </a:xfrm>
        </p:grpSpPr>
        <p:sp>
          <p:nvSpPr>
            <p:cNvPr id="10082" name="Google Shape;10082;p87"/>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7"/>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4" name="Google Shape;10084;p87"/>
          <p:cNvGrpSpPr/>
          <p:nvPr/>
        </p:nvGrpSpPr>
        <p:grpSpPr>
          <a:xfrm>
            <a:off x="2570967" y="2188052"/>
            <a:ext cx="375591" cy="373766"/>
            <a:chOff x="-41695775" y="2683025"/>
            <a:chExt cx="319000" cy="317450"/>
          </a:xfrm>
        </p:grpSpPr>
        <p:sp>
          <p:nvSpPr>
            <p:cNvPr id="10085" name="Google Shape;10085;p87"/>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7"/>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7"/>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87"/>
          <p:cNvGrpSpPr/>
          <p:nvPr/>
        </p:nvGrpSpPr>
        <p:grpSpPr>
          <a:xfrm>
            <a:off x="1313266" y="2680822"/>
            <a:ext cx="342211" cy="375620"/>
            <a:chOff x="-39792875" y="1971800"/>
            <a:chExt cx="290650" cy="319025"/>
          </a:xfrm>
        </p:grpSpPr>
        <p:sp>
          <p:nvSpPr>
            <p:cNvPr id="10089" name="Google Shape;10089;p87"/>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7"/>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1" name="Google Shape;10091;p87"/>
          <p:cNvSpPr/>
          <p:nvPr/>
        </p:nvSpPr>
        <p:spPr>
          <a:xfrm>
            <a:off x="1296433" y="3576475"/>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2" name="Google Shape;10092;p87"/>
          <p:cNvGrpSpPr/>
          <p:nvPr/>
        </p:nvGrpSpPr>
        <p:grpSpPr>
          <a:xfrm>
            <a:off x="3490328" y="2653006"/>
            <a:ext cx="383950" cy="372618"/>
            <a:chOff x="-37956150" y="1948175"/>
            <a:chExt cx="326100" cy="316475"/>
          </a:xfrm>
        </p:grpSpPr>
        <p:sp>
          <p:nvSpPr>
            <p:cNvPr id="10093" name="Google Shape;10093;p87"/>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7"/>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7"/>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87"/>
          <p:cNvGrpSpPr/>
          <p:nvPr/>
        </p:nvGrpSpPr>
        <p:grpSpPr>
          <a:xfrm>
            <a:off x="1323705" y="3129047"/>
            <a:ext cx="324609" cy="374825"/>
            <a:chOff x="-39783425" y="2337925"/>
            <a:chExt cx="275700" cy="318350"/>
          </a:xfrm>
        </p:grpSpPr>
        <p:sp>
          <p:nvSpPr>
            <p:cNvPr id="10097" name="Google Shape;10097;p87"/>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7"/>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87"/>
          <p:cNvGrpSpPr/>
          <p:nvPr/>
        </p:nvGrpSpPr>
        <p:grpSpPr>
          <a:xfrm>
            <a:off x="3497847" y="3160259"/>
            <a:ext cx="375620" cy="243015"/>
            <a:chOff x="-37953000" y="2379000"/>
            <a:chExt cx="319025" cy="206400"/>
          </a:xfrm>
        </p:grpSpPr>
        <p:sp>
          <p:nvSpPr>
            <p:cNvPr id="10100" name="Google Shape;10100;p87"/>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7"/>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7"/>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7"/>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7"/>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5" name="Google Shape;10105;p87"/>
          <p:cNvSpPr/>
          <p:nvPr/>
        </p:nvSpPr>
        <p:spPr>
          <a:xfrm>
            <a:off x="3490950" y="3575768"/>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7"/>
          <p:cNvSpPr/>
          <p:nvPr/>
        </p:nvSpPr>
        <p:spPr>
          <a:xfrm>
            <a:off x="2669201" y="4047649"/>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7"/>
          <p:cNvSpPr txBox="1"/>
          <p:nvPr>
            <p:ph idx="4294967295" type="title"/>
          </p:nvPr>
        </p:nvSpPr>
        <p:spPr>
          <a:xfrm>
            <a:off x="849675"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108" name="Google Shape;10108;p87"/>
          <p:cNvSpPr txBox="1"/>
          <p:nvPr>
            <p:ph idx="4294967295" type="title"/>
          </p:nvPr>
        </p:nvSpPr>
        <p:spPr>
          <a:xfrm>
            <a:off x="4858400"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0109" name="Google Shape;10109;p87"/>
          <p:cNvSpPr/>
          <p:nvPr/>
        </p:nvSpPr>
        <p:spPr>
          <a:xfrm>
            <a:off x="486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0" name="Google Shape;10110;p87"/>
          <p:cNvGrpSpPr/>
          <p:nvPr/>
        </p:nvGrpSpPr>
        <p:grpSpPr>
          <a:xfrm>
            <a:off x="4865594" y="1782519"/>
            <a:ext cx="354107" cy="355063"/>
            <a:chOff x="-28467625" y="2331750"/>
            <a:chExt cx="296150" cy="296950"/>
          </a:xfrm>
        </p:grpSpPr>
        <p:sp>
          <p:nvSpPr>
            <p:cNvPr id="10111" name="Google Shape;10111;p87"/>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7"/>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3" name="Google Shape;10113;p87"/>
          <p:cNvGrpSpPr/>
          <p:nvPr/>
        </p:nvGrpSpPr>
        <p:grpSpPr>
          <a:xfrm>
            <a:off x="4879719" y="2225601"/>
            <a:ext cx="325858" cy="351327"/>
            <a:chOff x="-28461325" y="2701925"/>
            <a:chExt cx="272525" cy="293825"/>
          </a:xfrm>
        </p:grpSpPr>
        <p:sp>
          <p:nvSpPr>
            <p:cNvPr id="10114" name="Google Shape;10114;p87"/>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7"/>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7"/>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87"/>
          <p:cNvGrpSpPr/>
          <p:nvPr/>
        </p:nvGrpSpPr>
        <p:grpSpPr>
          <a:xfrm>
            <a:off x="7103910" y="1399238"/>
            <a:ext cx="354107" cy="226974"/>
            <a:chOff x="-26585200" y="2025375"/>
            <a:chExt cx="296150" cy="189825"/>
          </a:xfrm>
        </p:grpSpPr>
        <p:sp>
          <p:nvSpPr>
            <p:cNvPr id="10118" name="Google Shape;10118;p87"/>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7"/>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7"/>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7"/>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7"/>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3" name="Google Shape;10123;p87"/>
          <p:cNvGrpSpPr/>
          <p:nvPr/>
        </p:nvGrpSpPr>
        <p:grpSpPr>
          <a:xfrm>
            <a:off x="7104373" y="1783461"/>
            <a:ext cx="353180" cy="353180"/>
            <a:chOff x="-26584425" y="2340425"/>
            <a:chExt cx="295375" cy="295375"/>
          </a:xfrm>
        </p:grpSpPr>
        <p:sp>
          <p:nvSpPr>
            <p:cNvPr id="10124" name="Google Shape;10124;p87"/>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7"/>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7"/>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7"/>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7"/>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87"/>
          <p:cNvGrpSpPr/>
          <p:nvPr/>
        </p:nvGrpSpPr>
        <p:grpSpPr>
          <a:xfrm>
            <a:off x="7099202" y="2224555"/>
            <a:ext cx="363523" cy="353419"/>
            <a:chOff x="-26585200" y="2710400"/>
            <a:chExt cx="304025" cy="295575"/>
          </a:xfrm>
        </p:grpSpPr>
        <p:sp>
          <p:nvSpPr>
            <p:cNvPr id="10130" name="Google Shape;10130;p87"/>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7"/>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7"/>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7"/>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7"/>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7"/>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7"/>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7"/>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7"/>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7"/>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7"/>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7"/>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2" name="Google Shape;10142;p87"/>
          <p:cNvGrpSpPr/>
          <p:nvPr/>
        </p:nvGrpSpPr>
        <p:grpSpPr>
          <a:xfrm>
            <a:off x="5754337" y="2666033"/>
            <a:ext cx="354136" cy="353210"/>
            <a:chOff x="-24709875" y="1970225"/>
            <a:chExt cx="296175" cy="295400"/>
          </a:xfrm>
        </p:grpSpPr>
        <p:sp>
          <p:nvSpPr>
            <p:cNvPr id="10143" name="Google Shape;10143;p87"/>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7"/>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87"/>
          <p:cNvGrpSpPr/>
          <p:nvPr/>
        </p:nvGrpSpPr>
        <p:grpSpPr>
          <a:xfrm>
            <a:off x="5786352" y="3112911"/>
            <a:ext cx="290107" cy="354107"/>
            <a:chOff x="-24683100" y="2340425"/>
            <a:chExt cx="242625" cy="296150"/>
          </a:xfrm>
        </p:grpSpPr>
        <p:sp>
          <p:nvSpPr>
            <p:cNvPr id="10146" name="Google Shape;10146;p87"/>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7"/>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7"/>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7"/>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0" name="Google Shape;10150;p87"/>
          <p:cNvSpPr/>
          <p:nvPr/>
        </p:nvSpPr>
        <p:spPr>
          <a:xfrm>
            <a:off x="578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1" name="Google Shape;10151;p87"/>
          <p:cNvGrpSpPr/>
          <p:nvPr/>
        </p:nvGrpSpPr>
        <p:grpSpPr>
          <a:xfrm>
            <a:off x="7992594" y="2666033"/>
            <a:ext cx="360713" cy="353210"/>
            <a:chOff x="-22881800" y="1971800"/>
            <a:chExt cx="301675" cy="295400"/>
          </a:xfrm>
        </p:grpSpPr>
        <p:sp>
          <p:nvSpPr>
            <p:cNvPr id="10152" name="Google Shape;10152;p87"/>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7"/>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7"/>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7"/>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7"/>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7"/>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8" name="Google Shape;10158;p87"/>
          <p:cNvSpPr/>
          <p:nvPr/>
        </p:nvSpPr>
        <p:spPr>
          <a:xfrm>
            <a:off x="532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7"/>
          <p:cNvSpPr/>
          <p:nvPr/>
        </p:nvSpPr>
        <p:spPr>
          <a:xfrm>
            <a:off x="530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0" name="Google Shape;10160;p87"/>
          <p:cNvGrpSpPr/>
          <p:nvPr/>
        </p:nvGrpSpPr>
        <p:grpSpPr>
          <a:xfrm>
            <a:off x="5368939" y="2224196"/>
            <a:ext cx="227930" cy="354136"/>
            <a:chOff x="-28043900" y="2701925"/>
            <a:chExt cx="190625" cy="296175"/>
          </a:xfrm>
        </p:grpSpPr>
        <p:sp>
          <p:nvSpPr>
            <p:cNvPr id="10161" name="Google Shape;10161;p87"/>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7"/>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7"/>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7"/>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7"/>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6" name="Google Shape;10166;p87"/>
          <p:cNvGrpSpPr/>
          <p:nvPr/>
        </p:nvGrpSpPr>
        <p:grpSpPr>
          <a:xfrm>
            <a:off x="7541805" y="1336135"/>
            <a:ext cx="354136" cy="353180"/>
            <a:chOff x="-26215025" y="1971025"/>
            <a:chExt cx="296175" cy="295375"/>
          </a:xfrm>
        </p:grpSpPr>
        <p:sp>
          <p:nvSpPr>
            <p:cNvPr id="10167" name="Google Shape;10167;p87"/>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7"/>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7"/>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7"/>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7"/>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7"/>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7"/>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7"/>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87"/>
          <p:cNvGrpSpPr/>
          <p:nvPr/>
        </p:nvGrpSpPr>
        <p:grpSpPr>
          <a:xfrm>
            <a:off x="7541327" y="1783924"/>
            <a:ext cx="355093" cy="352253"/>
            <a:chOff x="-26215825" y="2341200"/>
            <a:chExt cx="296975" cy="294600"/>
          </a:xfrm>
        </p:grpSpPr>
        <p:sp>
          <p:nvSpPr>
            <p:cNvPr id="10176" name="Google Shape;10176;p87"/>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7"/>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87"/>
          <p:cNvGrpSpPr/>
          <p:nvPr/>
        </p:nvGrpSpPr>
        <p:grpSpPr>
          <a:xfrm>
            <a:off x="7573357" y="2224674"/>
            <a:ext cx="291033" cy="353180"/>
            <a:chOff x="-26179575" y="2710600"/>
            <a:chExt cx="243400" cy="295375"/>
          </a:xfrm>
        </p:grpSpPr>
        <p:sp>
          <p:nvSpPr>
            <p:cNvPr id="10179" name="Google Shape;10179;p87"/>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7"/>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7"/>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87"/>
          <p:cNvGrpSpPr/>
          <p:nvPr/>
        </p:nvGrpSpPr>
        <p:grpSpPr>
          <a:xfrm>
            <a:off x="6212417" y="2666048"/>
            <a:ext cx="337187" cy="353180"/>
            <a:chOff x="-24328675" y="1971025"/>
            <a:chExt cx="282000" cy="295375"/>
          </a:xfrm>
        </p:grpSpPr>
        <p:sp>
          <p:nvSpPr>
            <p:cNvPr id="10183" name="Google Shape;10183;p87"/>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7"/>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87"/>
          <p:cNvGrpSpPr/>
          <p:nvPr/>
        </p:nvGrpSpPr>
        <p:grpSpPr>
          <a:xfrm>
            <a:off x="6214778" y="3113374"/>
            <a:ext cx="332464" cy="353180"/>
            <a:chOff x="-24330250" y="2340425"/>
            <a:chExt cx="278050" cy="295375"/>
          </a:xfrm>
        </p:grpSpPr>
        <p:sp>
          <p:nvSpPr>
            <p:cNvPr id="10186" name="Google Shape;10186;p87"/>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7"/>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7"/>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7"/>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7"/>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7"/>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7"/>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87"/>
          <p:cNvGrpSpPr/>
          <p:nvPr/>
        </p:nvGrpSpPr>
        <p:grpSpPr>
          <a:xfrm>
            <a:off x="6204420" y="3554587"/>
            <a:ext cx="353180" cy="353180"/>
            <a:chOff x="-24338900" y="2710600"/>
            <a:chExt cx="295375" cy="295375"/>
          </a:xfrm>
        </p:grpSpPr>
        <p:sp>
          <p:nvSpPr>
            <p:cNvPr id="10194" name="Google Shape;10194;p87"/>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7"/>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6" name="Google Shape;10196;p87"/>
          <p:cNvGrpSpPr/>
          <p:nvPr/>
        </p:nvGrpSpPr>
        <p:grpSpPr>
          <a:xfrm>
            <a:off x="7995419" y="3113972"/>
            <a:ext cx="355063" cy="351984"/>
            <a:chOff x="-22859750" y="2335900"/>
            <a:chExt cx="296950" cy="294375"/>
          </a:xfrm>
        </p:grpSpPr>
        <p:sp>
          <p:nvSpPr>
            <p:cNvPr id="10197" name="Google Shape;10197;p87"/>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7"/>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7"/>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0" name="Google Shape;10200;p87"/>
          <p:cNvGrpSpPr/>
          <p:nvPr/>
        </p:nvGrpSpPr>
        <p:grpSpPr>
          <a:xfrm>
            <a:off x="5774767" y="1336120"/>
            <a:ext cx="311749" cy="353210"/>
            <a:chOff x="-27710725" y="1959200"/>
            <a:chExt cx="260725" cy="295400"/>
          </a:xfrm>
        </p:grpSpPr>
        <p:sp>
          <p:nvSpPr>
            <p:cNvPr id="10201" name="Google Shape;10201;p87"/>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7"/>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87"/>
          <p:cNvGrpSpPr/>
          <p:nvPr/>
        </p:nvGrpSpPr>
        <p:grpSpPr>
          <a:xfrm>
            <a:off x="5752631" y="1844666"/>
            <a:ext cx="356020" cy="230770"/>
            <a:chOff x="-27728850" y="2382950"/>
            <a:chExt cx="297750" cy="193000"/>
          </a:xfrm>
        </p:grpSpPr>
        <p:sp>
          <p:nvSpPr>
            <p:cNvPr id="10204" name="Google Shape;10204;p87"/>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7"/>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7"/>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7" name="Google Shape;10207;p87"/>
          <p:cNvSpPr/>
          <p:nvPr/>
        </p:nvSpPr>
        <p:spPr>
          <a:xfrm>
            <a:off x="575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7"/>
          <p:cNvSpPr/>
          <p:nvPr/>
        </p:nvSpPr>
        <p:spPr>
          <a:xfrm>
            <a:off x="798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9" name="Google Shape;10209;p87"/>
          <p:cNvGrpSpPr/>
          <p:nvPr/>
        </p:nvGrpSpPr>
        <p:grpSpPr>
          <a:xfrm>
            <a:off x="7983975" y="1792877"/>
            <a:ext cx="354136" cy="334348"/>
            <a:chOff x="-25844850" y="2357750"/>
            <a:chExt cx="296175" cy="279625"/>
          </a:xfrm>
        </p:grpSpPr>
        <p:sp>
          <p:nvSpPr>
            <p:cNvPr id="10210" name="Google Shape;10210;p87"/>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7"/>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7"/>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7"/>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7"/>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7"/>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6" name="Google Shape;10216;p87"/>
          <p:cNvSpPr/>
          <p:nvPr/>
        </p:nvSpPr>
        <p:spPr>
          <a:xfrm>
            <a:off x="798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7" name="Google Shape;10217;p87"/>
          <p:cNvGrpSpPr/>
          <p:nvPr/>
        </p:nvGrpSpPr>
        <p:grpSpPr>
          <a:xfrm>
            <a:off x="6712883" y="2666033"/>
            <a:ext cx="228887" cy="353210"/>
            <a:chOff x="-23917525" y="1970225"/>
            <a:chExt cx="191425" cy="295400"/>
          </a:xfrm>
        </p:grpSpPr>
        <p:sp>
          <p:nvSpPr>
            <p:cNvPr id="10218" name="Google Shape;10218;p87"/>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7"/>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7"/>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87"/>
          <p:cNvGrpSpPr/>
          <p:nvPr/>
        </p:nvGrpSpPr>
        <p:grpSpPr>
          <a:xfrm>
            <a:off x="6668164" y="3112911"/>
            <a:ext cx="318325" cy="354107"/>
            <a:chOff x="-23952175" y="2340425"/>
            <a:chExt cx="266225" cy="296150"/>
          </a:xfrm>
        </p:grpSpPr>
        <p:sp>
          <p:nvSpPr>
            <p:cNvPr id="10222" name="Google Shape;10222;p87"/>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7"/>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4" name="Google Shape;10224;p87"/>
          <p:cNvSpPr/>
          <p:nvPr/>
        </p:nvSpPr>
        <p:spPr>
          <a:xfrm>
            <a:off x="664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5" name="Google Shape;10225;p87"/>
          <p:cNvGrpSpPr/>
          <p:nvPr/>
        </p:nvGrpSpPr>
        <p:grpSpPr>
          <a:xfrm>
            <a:off x="8053336" y="3553167"/>
            <a:ext cx="239230" cy="356020"/>
            <a:chOff x="-22811700" y="2700350"/>
            <a:chExt cx="200075" cy="297750"/>
          </a:xfrm>
        </p:grpSpPr>
        <p:sp>
          <p:nvSpPr>
            <p:cNvPr id="10226" name="Google Shape;10226;p87"/>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7"/>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7"/>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87"/>
          <p:cNvGrpSpPr/>
          <p:nvPr/>
        </p:nvGrpSpPr>
        <p:grpSpPr>
          <a:xfrm>
            <a:off x="6201787" y="1335656"/>
            <a:ext cx="355063" cy="354136"/>
            <a:chOff x="-27358650" y="1961575"/>
            <a:chExt cx="296950" cy="296175"/>
          </a:xfrm>
        </p:grpSpPr>
        <p:sp>
          <p:nvSpPr>
            <p:cNvPr id="10230" name="Google Shape;10230;p87"/>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7"/>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2" name="Google Shape;10232;p87"/>
          <p:cNvSpPr/>
          <p:nvPr/>
        </p:nvSpPr>
        <p:spPr>
          <a:xfrm>
            <a:off x="624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7"/>
          <p:cNvSpPr/>
          <p:nvPr/>
        </p:nvSpPr>
        <p:spPr>
          <a:xfrm>
            <a:off x="620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4" name="Google Shape;10234;p87"/>
          <p:cNvGrpSpPr/>
          <p:nvPr/>
        </p:nvGrpSpPr>
        <p:grpSpPr>
          <a:xfrm>
            <a:off x="7100357" y="2666048"/>
            <a:ext cx="354136" cy="353180"/>
            <a:chOff x="-23599325" y="1971025"/>
            <a:chExt cx="296175" cy="295375"/>
          </a:xfrm>
        </p:grpSpPr>
        <p:sp>
          <p:nvSpPr>
            <p:cNvPr id="10235" name="Google Shape;10235;p87"/>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7"/>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7" name="Google Shape;10237;p87"/>
          <p:cNvSpPr/>
          <p:nvPr/>
        </p:nvSpPr>
        <p:spPr>
          <a:xfrm>
            <a:off x="710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7"/>
          <p:cNvSpPr/>
          <p:nvPr/>
        </p:nvSpPr>
        <p:spPr>
          <a:xfrm>
            <a:off x="709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7"/>
          <p:cNvSpPr/>
          <p:nvPr/>
        </p:nvSpPr>
        <p:spPr>
          <a:xfrm>
            <a:off x="620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0" name="Google Shape;10240;p87"/>
          <p:cNvGrpSpPr/>
          <p:nvPr/>
        </p:nvGrpSpPr>
        <p:grpSpPr>
          <a:xfrm>
            <a:off x="6644801" y="1335776"/>
            <a:ext cx="360713" cy="353897"/>
            <a:chOff x="-26993200" y="1961775"/>
            <a:chExt cx="301675" cy="295975"/>
          </a:xfrm>
        </p:grpSpPr>
        <p:sp>
          <p:nvSpPr>
            <p:cNvPr id="10241" name="Google Shape;10241;p87"/>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7"/>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7"/>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4" name="Google Shape;10244;p87"/>
          <p:cNvGrpSpPr/>
          <p:nvPr/>
        </p:nvGrpSpPr>
        <p:grpSpPr>
          <a:xfrm>
            <a:off x="6669761" y="1783461"/>
            <a:ext cx="310792" cy="353180"/>
            <a:chOff x="-26970350" y="2332550"/>
            <a:chExt cx="259925" cy="295375"/>
          </a:xfrm>
        </p:grpSpPr>
        <p:sp>
          <p:nvSpPr>
            <p:cNvPr id="10245" name="Google Shape;10245;p87"/>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7"/>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87"/>
          <p:cNvGrpSpPr/>
          <p:nvPr/>
        </p:nvGrpSpPr>
        <p:grpSpPr>
          <a:xfrm>
            <a:off x="6649046" y="2256226"/>
            <a:ext cx="352223" cy="290077"/>
            <a:chOff x="-26986100" y="2735800"/>
            <a:chExt cx="294575" cy="242600"/>
          </a:xfrm>
        </p:grpSpPr>
        <p:sp>
          <p:nvSpPr>
            <p:cNvPr id="10248" name="Google Shape;10248;p87"/>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7"/>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87"/>
          <p:cNvGrpSpPr/>
          <p:nvPr/>
        </p:nvGrpSpPr>
        <p:grpSpPr>
          <a:xfrm>
            <a:off x="7548093" y="2665569"/>
            <a:ext cx="355063" cy="354136"/>
            <a:chOff x="-23229925" y="1970225"/>
            <a:chExt cx="296950" cy="296175"/>
          </a:xfrm>
        </p:grpSpPr>
        <p:sp>
          <p:nvSpPr>
            <p:cNvPr id="10251" name="Google Shape;10251;p87"/>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7"/>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7"/>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7"/>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87"/>
          <p:cNvGrpSpPr/>
          <p:nvPr/>
        </p:nvGrpSpPr>
        <p:grpSpPr>
          <a:xfrm>
            <a:off x="7590466" y="3112432"/>
            <a:ext cx="270318" cy="355063"/>
            <a:chOff x="-23177950" y="2340425"/>
            <a:chExt cx="226075" cy="296950"/>
          </a:xfrm>
        </p:grpSpPr>
        <p:sp>
          <p:nvSpPr>
            <p:cNvPr id="10256" name="Google Shape;10256;p87"/>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7"/>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87"/>
          <p:cNvGrpSpPr/>
          <p:nvPr/>
        </p:nvGrpSpPr>
        <p:grpSpPr>
          <a:xfrm>
            <a:off x="7548556" y="3554109"/>
            <a:ext cx="354136" cy="354136"/>
            <a:chOff x="-23229150" y="2710600"/>
            <a:chExt cx="296175" cy="296175"/>
          </a:xfrm>
        </p:grpSpPr>
        <p:sp>
          <p:nvSpPr>
            <p:cNvPr id="10259" name="Google Shape;10259;p87"/>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7"/>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1" name="Google Shape;10261;p87"/>
          <p:cNvSpPr/>
          <p:nvPr/>
        </p:nvSpPr>
        <p:spPr>
          <a:xfrm>
            <a:off x="665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7"/>
          <p:cNvSpPr/>
          <p:nvPr/>
        </p:nvSpPr>
        <p:spPr>
          <a:xfrm>
            <a:off x="488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3" name="Google Shape;10263;p87"/>
          <p:cNvGrpSpPr/>
          <p:nvPr/>
        </p:nvGrpSpPr>
        <p:grpSpPr>
          <a:xfrm>
            <a:off x="4865631" y="3123732"/>
            <a:ext cx="356946" cy="332464"/>
            <a:chOff x="-25477800" y="2357750"/>
            <a:chExt cx="298525" cy="278050"/>
          </a:xfrm>
        </p:grpSpPr>
        <p:sp>
          <p:nvSpPr>
            <p:cNvPr id="10264" name="Google Shape;10264;p87"/>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7"/>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6" name="Google Shape;10266;p87"/>
          <p:cNvSpPr/>
          <p:nvPr/>
        </p:nvSpPr>
        <p:spPr>
          <a:xfrm>
            <a:off x="486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7"/>
          <p:cNvSpPr/>
          <p:nvPr/>
        </p:nvSpPr>
        <p:spPr>
          <a:xfrm>
            <a:off x="530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8" name="Google Shape;10268;p87"/>
          <p:cNvGrpSpPr/>
          <p:nvPr/>
        </p:nvGrpSpPr>
        <p:grpSpPr>
          <a:xfrm>
            <a:off x="5308265" y="3112911"/>
            <a:ext cx="353180" cy="354107"/>
            <a:chOff x="-25104475" y="2340425"/>
            <a:chExt cx="295375" cy="296150"/>
          </a:xfrm>
        </p:grpSpPr>
        <p:sp>
          <p:nvSpPr>
            <p:cNvPr id="10269" name="Google Shape;10269;p87"/>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7"/>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7"/>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7"/>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7"/>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7"/>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7"/>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7"/>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7"/>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8" name="Google Shape;10278;p87"/>
          <p:cNvSpPr/>
          <p:nvPr/>
        </p:nvSpPr>
        <p:spPr>
          <a:xfrm>
            <a:off x="530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82" name="Shape 10282"/>
        <p:cNvGrpSpPr/>
        <p:nvPr/>
      </p:nvGrpSpPr>
      <p:grpSpPr>
        <a:xfrm>
          <a:off x="0" y="0"/>
          <a:ext cx="0" cy="0"/>
          <a:chOff x="0" y="0"/>
          <a:chExt cx="0" cy="0"/>
        </a:xfrm>
      </p:grpSpPr>
      <p:sp>
        <p:nvSpPr>
          <p:cNvPr id="10283" name="Google Shape;10283;p88"/>
          <p:cNvSpPr txBox="1"/>
          <p:nvPr>
            <p:ph idx="4294967295" type="title"/>
          </p:nvPr>
        </p:nvSpPr>
        <p:spPr>
          <a:xfrm>
            <a:off x="849675"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284" name="Google Shape;10284;p88"/>
          <p:cNvSpPr txBox="1"/>
          <p:nvPr>
            <p:ph idx="4294967295" type="title"/>
          </p:nvPr>
        </p:nvSpPr>
        <p:spPr>
          <a:xfrm>
            <a:off x="4858400"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285" name="Google Shape;10285;p88"/>
          <p:cNvGrpSpPr/>
          <p:nvPr/>
        </p:nvGrpSpPr>
        <p:grpSpPr>
          <a:xfrm>
            <a:off x="854368" y="1313920"/>
            <a:ext cx="366269" cy="366240"/>
            <a:chOff x="-65131525" y="1914325"/>
            <a:chExt cx="316650" cy="316625"/>
          </a:xfrm>
        </p:grpSpPr>
        <p:sp>
          <p:nvSpPr>
            <p:cNvPr id="10286" name="Google Shape;10286;p88"/>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8"/>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88"/>
          <p:cNvGrpSpPr/>
          <p:nvPr/>
        </p:nvGrpSpPr>
        <p:grpSpPr>
          <a:xfrm>
            <a:off x="854368" y="1794207"/>
            <a:ext cx="366269" cy="366269"/>
            <a:chOff x="-65131525" y="2281350"/>
            <a:chExt cx="316650" cy="316650"/>
          </a:xfrm>
        </p:grpSpPr>
        <p:sp>
          <p:nvSpPr>
            <p:cNvPr id="10289" name="Google Shape;10289;p88"/>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8"/>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88"/>
          <p:cNvGrpSpPr/>
          <p:nvPr/>
        </p:nvGrpSpPr>
        <p:grpSpPr>
          <a:xfrm>
            <a:off x="857564" y="2259206"/>
            <a:ext cx="359878" cy="367165"/>
            <a:chOff x="-65129950" y="2646800"/>
            <a:chExt cx="311125" cy="317425"/>
          </a:xfrm>
        </p:grpSpPr>
        <p:sp>
          <p:nvSpPr>
            <p:cNvPr id="10292" name="Google Shape;10292;p88"/>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8"/>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88"/>
          <p:cNvGrpSpPr/>
          <p:nvPr/>
        </p:nvGrpSpPr>
        <p:grpSpPr>
          <a:xfrm>
            <a:off x="3060897" y="1312532"/>
            <a:ext cx="368987" cy="369016"/>
            <a:chOff x="-63252250" y="1930850"/>
            <a:chExt cx="319000" cy="319025"/>
          </a:xfrm>
        </p:grpSpPr>
        <p:sp>
          <p:nvSpPr>
            <p:cNvPr id="10295" name="Google Shape;10295;p88"/>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8"/>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7" name="Google Shape;10297;p88"/>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8" name="Google Shape;10298;p88"/>
          <p:cNvGrpSpPr/>
          <p:nvPr/>
        </p:nvGrpSpPr>
        <p:grpSpPr>
          <a:xfrm>
            <a:off x="3061808" y="2258743"/>
            <a:ext cx="367165" cy="368091"/>
            <a:chOff x="-63250675" y="2664125"/>
            <a:chExt cx="317425" cy="318225"/>
          </a:xfrm>
        </p:grpSpPr>
        <p:sp>
          <p:nvSpPr>
            <p:cNvPr id="10299" name="Google Shape;10299;p88"/>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8"/>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1" name="Google Shape;10301;p88"/>
          <p:cNvGrpSpPr/>
          <p:nvPr/>
        </p:nvGrpSpPr>
        <p:grpSpPr>
          <a:xfrm>
            <a:off x="1738471" y="2735150"/>
            <a:ext cx="363522" cy="361266"/>
            <a:chOff x="-61354075" y="1940500"/>
            <a:chExt cx="314275" cy="312325"/>
          </a:xfrm>
        </p:grpSpPr>
        <p:sp>
          <p:nvSpPr>
            <p:cNvPr id="10302" name="Google Shape;10302;p88"/>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8"/>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8"/>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8"/>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88"/>
          <p:cNvGrpSpPr/>
          <p:nvPr/>
        </p:nvGrpSpPr>
        <p:grpSpPr>
          <a:xfrm>
            <a:off x="1737098" y="3183702"/>
            <a:ext cx="366269" cy="336195"/>
            <a:chOff x="-61354875" y="2322300"/>
            <a:chExt cx="316650" cy="290650"/>
          </a:xfrm>
        </p:grpSpPr>
        <p:sp>
          <p:nvSpPr>
            <p:cNvPr id="10307" name="Google Shape;10307;p88"/>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8"/>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8"/>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88"/>
          <p:cNvGrpSpPr/>
          <p:nvPr/>
        </p:nvGrpSpPr>
        <p:grpSpPr>
          <a:xfrm>
            <a:off x="1737098" y="3611266"/>
            <a:ext cx="366269" cy="366269"/>
            <a:chOff x="-61354875" y="2671225"/>
            <a:chExt cx="316650" cy="316650"/>
          </a:xfrm>
        </p:grpSpPr>
        <p:sp>
          <p:nvSpPr>
            <p:cNvPr id="10311" name="Google Shape;10311;p88"/>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8"/>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8"/>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8"/>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8"/>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88"/>
          <p:cNvGrpSpPr/>
          <p:nvPr/>
        </p:nvGrpSpPr>
        <p:grpSpPr>
          <a:xfrm>
            <a:off x="3952502" y="2731001"/>
            <a:ext cx="368987" cy="369566"/>
            <a:chOff x="-59502375" y="1904375"/>
            <a:chExt cx="319000" cy="319500"/>
          </a:xfrm>
        </p:grpSpPr>
        <p:sp>
          <p:nvSpPr>
            <p:cNvPr id="10317" name="Google Shape;10317;p88"/>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8"/>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8"/>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88"/>
          <p:cNvGrpSpPr/>
          <p:nvPr/>
        </p:nvGrpSpPr>
        <p:grpSpPr>
          <a:xfrm>
            <a:off x="1298621" y="1315207"/>
            <a:ext cx="368987" cy="363666"/>
            <a:chOff x="-64774725" y="1916550"/>
            <a:chExt cx="319000" cy="314400"/>
          </a:xfrm>
        </p:grpSpPr>
        <p:sp>
          <p:nvSpPr>
            <p:cNvPr id="10321" name="Google Shape;10321;p88"/>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8"/>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3" name="Google Shape;10323;p88"/>
          <p:cNvGrpSpPr/>
          <p:nvPr/>
        </p:nvGrpSpPr>
        <p:grpSpPr>
          <a:xfrm>
            <a:off x="1299979" y="1792386"/>
            <a:ext cx="366269" cy="369913"/>
            <a:chOff x="-64764500" y="2280550"/>
            <a:chExt cx="316650" cy="319800"/>
          </a:xfrm>
        </p:grpSpPr>
        <p:sp>
          <p:nvSpPr>
            <p:cNvPr id="10324" name="Google Shape;10324;p88"/>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8"/>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6" name="Google Shape;10326;p88"/>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7" name="Google Shape;10327;p88"/>
          <p:cNvGrpSpPr/>
          <p:nvPr/>
        </p:nvGrpSpPr>
        <p:grpSpPr>
          <a:xfrm>
            <a:off x="3512023" y="1352163"/>
            <a:ext cx="365344" cy="289753"/>
            <a:chOff x="-62882850" y="1999375"/>
            <a:chExt cx="315850" cy="250500"/>
          </a:xfrm>
        </p:grpSpPr>
        <p:sp>
          <p:nvSpPr>
            <p:cNvPr id="10328" name="Google Shape;10328;p88"/>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8"/>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88"/>
          <p:cNvGrpSpPr/>
          <p:nvPr/>
        </p:nvGrpSpPr>
        <p:grpSpPr>
          <a:xfrm>
            <a:off x="3503362" y="1793745"/>
            <a:ext cx="382665" cy="367194"/>
            <a:chOff x="-62890750" y="2296300"/>
            <a:chExt cx="330825" cy="317450"/>
          </a:xfrm>
        </p:grpSpPr>
        <p:sp>
          <p:nvSpPr>
            <p:cNvPr id="10331" name="Google Shape;10331;p88"/>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8"/>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8"/>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88"/>
          <p:cNvGrpSpPr/>
          <p:nvPr/>
        </p:nvGrpSpPr>
        <p:grpSpPr>
          <a:xfrm>
            <a:off x="3512023" y="2259206"/>
            <a:ext cx="365344" cy="367165"/>
            <a:chOff x="-62882850" y="2664925"/>
            <a:chExt cx="315850" cy="317425"/>
          </a:xfrm>
        </p:grpSpPr>
        <p:sp>
          <p:nvSpPr>
            <p:cNvPr id="10335" name="Google Shape;10335;p88"/>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8"/>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7" name="Google Shape;10337;p88"/>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8" name="Google Shape;10338;p88"/>
          <p:cNvGrpSpPr/>
          <p:nvPr/>
        </p:nvGrpSpPr>
        <p:grpSpPr>
          <a:xfrm>
            <a:off x="2183172" y="3171846"/>
            <a:ext cx="366269" cy="359907"/>
            <a:chOff x="-60988625" y="2310475"/>
            <a:chExt cx="316650" cy="311150"/>
          </a:xfrm>
        </p:grpSpPr>
        <p:sp>
          <p:nvSpPr>
            <p:cNvPr id="10339" name="Google Shape;10339;p88"/>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8"/>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8"/>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8"/>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8"/>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8"/>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5" name="Google Shape;10345;p88"/>
          <p:cNvGrpSpPr/>
          <p:nvPr/>
        </p:nvGrpSpPr>
        <p:grpSpPr>
          <a:xfrm>
            <a:off x="2183634" y="3610009"/>
            <a:ext cx="365344" cy="368785"/>
            <a:chOff x="-60987050" y="2671400"/>
            <a:chExt cx="315850" cy="318825"/>
          </a:xfrm>
        </p:grpSpPr>
        <p:sp>
          <p:nvSpPr>
            <p:cNvPr id="10346" name="Google Shape;10346;p88"/>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8"/>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8" name="Google Shape;10348;p88"/>
          <p:cNvGrpSpPr/>
          <p:nvPr/>
        </p:nvGrpSpPr>
        <p:grpSpPr>
          <a:xfrm>
            <a:off x="3952500" y="3172771"/>
            <a:ext cx="368987" cy="358056"/>
            <a:chOff x="-59481900" y="2290800"/>
            <a:chExt cx="319000" cy="309550"/>
          </a:xfrm>
        </p:grpSpPr>
        <p:sp>
          <p:nvSpPr>
            <p:cNvPr id="10349" name="Google Shape;10349;p88"/>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8"/>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8"/>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8"/>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8"/>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8"/>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5" name="Google Shape;10355;p88"/>
          <p:cNvGrpSpPr/>
          <p:nvPr/>
        </p:nvGrpSpPr>
        <p:grpSpPr>
          <a:xfrm>
            <a:off x="1741805" y="1313544"/>
            <a:ext cx="368987" cy="366992"/>
            <a:chOff x="-64401400" y="1914475"/>
            <a:chExt cx="319000" cy="317275"/>
          </a:xfrm>
        </p:grpSpPr>
        <p:sp>
          <p:nvSpPr>
            <p:cNvPr id="10356" name="Google Shape;10356;p88"/>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8"/>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8"/>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88"/>
          <p:cNvGrpSpPr/>
          <p:nvPr/>
        </p:nvGrpSpPr>
        <p:grpSpPr>
          <a:xfrm>
            <a:off x="1806493" y="1794583"/>
            <a:ext cx="239610" cy="365517"/>
            <a:chOff x="-64343900" y="2282125"/>
            <a:chExt cx="207150" cy="316000"/>
          </a:xfrm>
        </p:grpSpPr>
        <p:sp>
          <p:nvSpPr>
            <p:cNvPr id="10360" name="Google Shape;10360;p88"/>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8"/>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2" name="Google Shape;10362;p88"/>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3" name="Google Shape;10363;p88"/>
          <p:cNvGrpSpPr/>
          <p:nvPr/>
        </p:nvGrpSpPr>
        <p:grpSpPr>
          <a:xfrm>
            <a:off x="3986941" y="1313804"/>
            <a:ext cx="318873" cy="366471"/>
            <a:chOff x="-62496925" y="1931475"/>
            <a:chExt cx="275675" cy="316825"/>
          </a:xfrm>
        </p:grpSpPr>
        <p:sp>
          <p:nvSpPr>
            <p:cNvPr id="10364" name="Google Shape;10364;p88"/>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8"/>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6" name="Google Shape;10366;p88"/>
          <p:cNvGrpSpPr/>
          <p:nvPr/>
        </p:nvGrpSpPr>
        <p:grpSpPr>
          <a:xfrm>
            <a:off x="3963691" y="1793629"/>
            <a:ext cx="365373" cy="367426"/>
            <a:chOff x="-62516625" y="2297875"/>
            <a:chExt cx="315875" cy="317650"/>
          </a:xfrm>
        </p:grpSpPr>
        <p:sp>
          <p:nvSpPr>
            <p:cNvPr id="10367" name="Google Shape;10367;p88"/>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8"/>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88"/>
          <p:cNvGrpSpPr/>
          <p:nvPr/>
        </p:nvGrpSpPr>
        <p:grpSpPr>
          <a:xfrm>
            <a:off x="3962332" y="2275588"/>
            <a:ext cx="368091" cy="334402"/>
            <a:chOff x="-62518200" y="2692475"/>
            <a:chExt cx="318225" cy="289100"/>
          </a:xfrm>
        </p:grpSpPr>
        <p:sp>
          <p:nvSpPr>
            <p:cNvPr id="10370" name="Google Shape;10370;p88"/>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8"/>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2" name="Google Shape;10372;p88"/>
          <p:cNvGrpSpPr/>
          <p:nvPr/>
        </p:nvGrpSpPr>
        <p:grpSpPr>
          <a:xfrm>
            <a:off x="2648986" y="2733112"/>
            <a:ext cx="309793" cy="365344"/>
            <a:chOff x="-60597975" y="1939525"/>
            <a:chExt cx="267825" cy="315850"/>
          </a:xfrm>
        </p:grpSpPr>
        <p:sp>
          <p:nvSpPr>
            <p:cNvPr id="10373" name="Google Shape;10373;p88"/>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8"/>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5" name="Google Shape;10375;p88"/>
          <p:cNvGrpSpPr/>
          <p:nvPr/>
        </p:nvGrpSpPr>
        <p:grpSpPr>
          <a:xfrm>
            <a:off x="2619389" y="3167537"/>
            <a:ext cx="368987" cy="368525"/>
            <a:chOff x="-60620800" y="2304600"/>
            <a:chExt cx="319000" cy="318600"/>
          </a:xfrm>
        </p:grpSpPr>
        <p:sp>
          <p:nvSpPr>
            <p:cNvPr id="10376" name="Google Shape;10376;p88"/>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8"/>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8"/>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88"/>
          <p:cNvGrpSpPr/>
          <p:nvPr/>
        </p:nvGrpSpPr>
        <p:grpSpPr>
          <a:xfrm>
            <a:off x="2620748" y="3663188"/>
            <a:ext cx="366269" cy="262426"/>
            <a:chOff x="-60621600" y="2716100"/>
            <a:chExt cx="316650" cy="226875"/>
          </a:xfrm>
        </p:grpSpPr>
        <p:sp>
          <p:nvSpPr>
            <p:cNvPr id="10380" name="Google Shape;10380;p88"/>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8"/>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88"/>
          <p:cNvGrpSpPr/>
          <p:nvPr/>
        </p:nvGrpSpPr>
        <p:grpSpPr>
          <a:xfrm>
            <a:off x="3957965" y="3611281"/>
            <a:ext cx="358056" cy="366240"/>
            <a:chOff x="-59475600" y="2658625"/>
            <a:chExt cx="309550" cy="316625"/>
          </a:xfrm>
        </p:grpSpPr>
        <p:sp>
          <p:nvSpPr>
            <p:cNvPr id="10383" name="Google Shape;10383;p88"/>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8"/>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8"/>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8"/>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8"/>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8"/>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8"/>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0" name="Google Shape;10390;p88"/>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8"/>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2" name="Google Shape;10392;p88"/>
          <p:cNvGrpSpPr/>
          <p:nvPr/>
        </p:nvGrpSpPr>
        <p:grpSpPr>
          <a:xfrm>
            <a:off x="2233086" y="2259206"/>
            <a:ext cx="263294" cy="367165"/>
            <a:chOff x="-63987100" y="2646800"/>
            <a:chExt cx="227625" cy="317425"/>
          </a:xfrm>
        </p:grpSpPr>
        <p:sp>
          <p:nvSpPr>
            <p:cNvPr id="10393" name="Google Shape;10393;p88"/>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8"/>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5" name="Google Shape;10395;p88"/>
          <p:cNvGrpSpPr/>
          <p:nvPr/>
        </p:nvGrpSpPr>
        <p:grpSpPr>
          <a:xfrm>
            <a:off x="852428" y="2730827"/>
            <a:ext cx="358056" cy="369913"/>
            <a:chOff x="-62148000" y="1930075"/>
            <a:chExt cx="309550" cy="319800"/>
          </a:xfrm>
        </p:grpSpPr>
        <p:sp>
          <p:nvSpPr>
            <p:cNvPr id="10396" name="Google Shape;10396;p88"/>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8"/>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88"/>
          <p:cNvGrpSpPr/>
          <p:nvPr/>
        </p:nvGrpSpPr>
        <p:grpSpPr>
          <a:xfrm>
            <a:off x="849695" y="3169113"/>
            <a:ext cx="363522" cy="365373"/>
            <a:chOff x="-62150375" y="2297875"/>
            <a:chExt cx="314275" cy="315875"/>
          </a:xfrm>
        </p:grpSpPr>
        <p:sp>
          <p:nvSpPr>
            <p:cNvPr id="10399" name="Google Shape;10399;p88"/>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8"/>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8"/>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8"/>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8"/>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4" name="Google Shape;10404;p88"/>
          <p:cNvGrpSpPr/>
          <p:nvPr/>
        </p:nvGrpSpPr>
        <p:grpSpPr>
          <a:xfrm>
            <a:off x="848322" y="3610356"/>
            <a:ext cx="366269" cy="368091"/>
            <a:chOff x="-62150375" y="2664925"/>
            <a:chExt cx="316650" cy="318225"/>
          </a:xfrm>
        </p:grpSpPr>
        <p:sp>
          <p:nvSpPr>
            <p:cNvPr id="10405" name="Google Shape;10405;p88"/>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8"/>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8"/>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8"/>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88"/>
          <p:cNvGrpSpPr/>
          <p:nvPr/>
        </p:nvGrpSpPr>
        <p:grpSpPr>
          <a:xfrm>
            <a:off x="3065911" y="2731333"/>
            <a:ext cx="367165" cy="368901"/>
            <a:chOff x="-60254550" y="1938025"/>
            <a:chExt cx="317425" cy="318925"/>
          </a:xfrm>
        </p:grpSpPr>
        <p:sp>
          <p:nvSpPr>
            <p:cNvPr id="10410" name="Google Shape;10410;p88"/>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8"/>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8"/>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8"/>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88"/>
          <p:cNvGrpSpPr/>
          <p:nvPr/>
        </p:nvGrpSpPr>
        <p:grpSpPr>
          <a:xfrm>
            <a:off x="3094149" y="3609907"/>
            <a:ext cx="310690" cy="368987"/>
            <a:chOff x="-60232500" y="2671225"/>
            <a:chExt cx="268600" cy="319000"/>
          </a:xfrm>
        </p:grpSpPr>
        <p:sp>
          <p:nvSpPr>
            <p:cNvPr id="10415" name="Google Shape;10415;p88"/>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8"/>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7" name="Google Shape;10417;p88"/>
          <p:cNvGrpSpPr/>
          <p:nvPr/>
        </p:nvGrpSpPr>
        <p:grpSpPr>
          <a:xfrm>
            <a:off x="2179643" y="4058541"/>
            <a:ext cx="365373" cy="368987"/>
            <a:chOff x="-59100700" y="1911950"/>
            <a:chExt cx="315875" cy="319000"/>
          </a:xfrm>
        </p:grpSpPr>
        <p:sp>
          <p:nvSpPr>
            <p:cNvPr id="10418" name="Google Shape;10418;p88"/>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8"/>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8"/>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8"/>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8"/>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8"/>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8"/>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8"/>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8"/>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8"/>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8" name="Google Shape;10428;p88"/>
          <p:cNvGrpSpPr/>
          <p:nvPr/>
        </p:nvGrpSpPr>
        <p:grpSpPr>
          <a:xfrm>
            <a:off x="2621810" y="1314021"/>
            <a:ext cx="379918" cy="366038"/>
            <a:chOff x="-63665750" y="1914325"/>
            <a:chExt cx="328450" cy="316450"/>
          </a:xfrm>
        </p:grpSpPr>
        <p:sp>
          <p:nvSpPr>
            <p:cNvPr id="10429" name="Google Shape;10429;p88"/>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8"/>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1" name="Google Shape;10431;p88"/>
          <p:cNvGrpSpPr/>
          <p:nvPr/>
        </p:nvGrpSpPr>
        <p:grpSpPr>
          <a:xfrm>
            <a:off x="2626814" y="1793065"/>
            <a:ext cx="369913" cy="368554"/>
            <a:chOff x="-63666550" y="2278975"/>
            <a:chExt cx="319800" cy="318625"/>
          </a:xfrm>
        </p:grpSpPr>
        <p:sp>
          <p:nvSpPr>
            <p:cNvPr id="10432" name="Google Shape;10432;p88"/>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8"/>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88"/>
          <p:cNvGrpSpPr/>
          <p:nvPr/>
        </p:nvGrpSpPr>
        <p:grpSpPr>
          <a:xfrm>
            <a:off x="2624081" y="2259090"/>
            <a:ext cx="375378" cy="367397"/>
            <a:chOff x="-63669700" y="2646600"/>
            <a:chExt cx="324525" cy="317625"/>
          </a:xfrm>
        </p:grpSpPr>
        <p:sp>
          <p:nvSpPr>
            <p:cNvPr id="10435" name="Google Shape;10435;p88"/>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8"/>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88"/>
          <p:cNvGrpSpPr/>
          <p:nvPr/>
        </p:nvGrpSpPr>
        <p:grpSpPr>
          <a:xfrm>
            <a:off x="1286361" y="2732418"/>
            <a:ext cx="366269" cy="366732"/>
            <a:chOff x="-61784125" y="1931250"/>
            <a:chExt cx="316650" cy="317050"/>
          </a:xfrm>
        </p:grpSpPr>
        <p:sp>
          <p:nvSpPr>
            <p:cNvPr id="10438" name="Google Shape;10438;p88"/>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8"/>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8"/>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8"/>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2" name="Google Shape;10442;p88"/>
          <p:cNvGrpSpPr/>
          <p:nvPr/>
        </p:nvGrpSpPr>
        <p:grpSpPr>
          <a:xfrm>
            <a:off x="1286360" y="3168665"/>
            <a:ext cx="366269" cy="366269"/>
            <a:chOff x="-61783350" y="2297100"/>
            <a:chExt cx="316650" cy="316650"/>
          </a:xfrm>
        </p:grpSpPr>
        <p:sp>
          <p:nvSpPr>
            <p:cNvPr id="10443" name="Google Shape;10443;p88"/>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8"/>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88"/>
          <p:cNvGrpSpPr/>
          <p:nvPr/>
        </p:nvGrpSpPr>
        <p:grpSpPr>
          <a:xfrm>
            <a:off x="1286360" y="3609748"/>
            <a:ext cx="366269" cy="369305"/>
            <a:chOff x="-61782550" y="2664925"/>
            <a:chExt cx="316650" cy="319275"/>
          </a:xfrm>
        </p:grpSpPr>
        <p:sp>
          <p:nvSpPr>
            <p:cNvPr id="10446" name="Google Shape;10446;p88"/>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8"/>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8"/>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88"/>
          <p:cNvGrpSpPr/>
          <p:nvPr/>
        </p:nvGrpSpPr>
        <p:grpSpPr>
          <a:xfrm>
            <a:off x="3508137" y="2741136"/>
            <a:ext cx="367165" cy="349294"/>
            <a:chOff x="-59889100" y="1945025"/>
            <a:chExt cx="317425" cy="301975"/>
          </a:xfrm>
        </p:grpSpPr>
        <p:sp>
          <p:nvSpPr>
            <p:cNvPr id="10450" name="Google Shape;10450;p88"/>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8"/>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8"/>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8"/>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88"/>
          <p:cNvGrpSpPr/>
          <p:nvPr/>
        </p:nvGrpSpPr>
        <p:grpSpPr>
          <a:xfrm>
            <a:off x="3040249" y="3168589"/>
            <a:ext cx="366648" cy="366420"/>
            <a:chOff x="6479471" y="2079003"/>
            <a:chExt cx="348923" cy="348706"/>
          </a:xfrm>
        </p:grpSpPr>
        <p:sp>
          <p:nvSpPr>
            <p:cNvPr id="10455" name="Google Shape;10455;p88"/>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6" name="Google Shape;10456;p88"/>
            <p:cNvGrpSpPr/>
            <p:nvPr/>
          </p:nvGrpSpPr>
          <p:grpSpPr>
            <a:xfrm>
              <a:off x="6520582" y="2079003"/>
              <a:ext cx="307811" cy="348706"/>
              <a:chOff x="-60218325" y="2304850"/>
              <a:chExt cx="279625" cy="316775"/>
            </a:xfrm>
          </p:grpSpPr>
          <p:sp>
            <p:nvSpPr>
              <p:cNvPr id="10457" name="Google Shape;10457;p88"/>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8"/>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8"/>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8"/>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8"/>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8"/>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8"/>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464" name="Google Shape;10464;p88"/>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5" name="Google Shape;10465;p88"/>
          <p:cNvGrpSpPr/>
          <p:nvPr/>
        </p:nvGrpSpPr>
        <p:grpSpPr>
          <a:xfrm>
            <a:off x="3507226" y="3611671"/>
            <a:ext cx="368987" cy="365459"/>
            <a:chOff x="-59889100" y="2671925"/>
            <a:chExt cx="319000" cy="315950"/>
          </a:xfrm>
        </p:grpSpPr>
        <p:sp>
          <p:nvSpPr>
            <p:cNvPr id="10466" name="Google Shape;10466;p88"/>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8"/>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8"/>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8"/>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88"/>
          <p:cNvGrpSpPr/>
          <p:nvPr/>
        </p:nvGrpSpPr>
        <p:grpSpPr>
          <a:xfrm>
            <a:off x="2620204" y="4054176"/>
            <a:ext cx="367165" cy="366269"/>
            <a:chOff x="-59092025" y="2296300"/>
            <a:chExt cx="317425" cy="316650"/>
          </a:xfrm>
        </p:grpSpPr>
        <p:sp>
          <p:nvSpPr>
            <p:cNvPr id="10471" name="Google Shape;10471;p88"/>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8"/>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88"/>
          <p:cNvGrpSpPr/>
          <p:nvPr/>
        </p:nvGrpSpPr>
        <p:grpSpPr>
          <a:xfrm>
            <a:off x="4865611" y="1305095"/>
            <a:ext cx="353174" cy="347599"/>
            <a:chOff x="683125" y="1955275"/>
            <a:chExt cx="299325" cy="294600"/>
          </a:xfrm>
        </p:grpSpPr>
        <p:sp>
          <p:nvSpPr>
            <p:cNvPr id="10474" name="Google Shape;10474;p88"/>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8"/>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8"/>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8"/>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88"/>
          <p:cNvGrpSpPr/>
          <p:nvPr/>
        </p:nvGrpSpPr>
        <p:grpSpPr>
          <a:xfrm>
            <a:off x="4866541" y="1755653"/>
            <a:ext cx="351315" cy="349486"/>
            <a:chOff x="685475" y="2318350"/>
            <a:chExt cx="297750" cy="296200"/>
          </a:xfrm>
        </p:grpSpPr>
        <p:sp>
          <p:nvSpPr>
            <p:cNvPr id="10479" name="Google Shape;10479;p88"/>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8"/>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8"/>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2" name="Google Shape;10482;p88"/>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3" name="Google Shape;10483;p88"/>
          <p:cNvGrpSpPr/>
          <p:nvPr/>
        </p:nvGrpSpPr>
        <p:grpSpPr>
          <a:xfrm>
            <a:off x="7094699" y="1304859"/>
            <a:ext cx="309517" cy="348071"/>
            <a:chOff x="2523000" y="1954875"/>
            <a:chExt cx="262325" cy="295000"/>
          </a:xfrm>
        </p:grpSpPr>
        <p:sp>
          <p:nvSpPr>
            <p:cNvPr id="10484" name="Google Shape;10484;p88"/>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8"/>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88"/>
          <p:cNvGrpSpPr/>
          <p:nvPr/>
        </p:nvGrpSpPr>
        <p:grpSpPr>
          <a:xfrm>
            <a:off x="7073800" y="1756125"/>
            <a:ext cx="351315" cy="348542"/>
            <a:chOff x="2508825" y="2318350"/>
            <a:chExt cx="297750" cy="295400"/>
          </a:xfrm>
        </p:grpSpPr>
        <p:sp>
          <p:nvSpPr>
            <p:cNvPr id="10487" name="Google Shape;10487;p88"/>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8"/>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9" name="Google Shape;10489;p88"/>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0" name="Google Shape;10490;p88"/>
          <p:cNvGrpSpPr/>
          <p:nvPr/>
        </p:nvGrpSpPr>
        <p:grpSpPr>
          <a:xfrm>
            <a:off x="5747373" y="2670178"/>
            <a:ext cx="347599" cy="348513"/>
            <a:chOff x="4321150" y="1946600"/>
            <a:chExt cx="294600" cy="295375"/>
          </a:xfrm>
        </p:grpSpPr>
        <p:sp>
          <p:nvSpPr>
            <p:cNvPr id="10491" name="Google Shape;10491;p88"/>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8"/>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8"/>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4" name="Google Shape;10494;p88"/>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8"/>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8"/>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8"/>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8" name="Google Shape;10498;p88"/>
          <p:cNvGrpSpPr/>
          <p:nvPr/>
        </p:nvGrpSpPr>
        <p:grpSpPr>
          <a:xfrm>
            <a:off x="5309921" y="1756125"/>
            <a:ext cx="352230" cy="348542"/>
            <a:chOff x="1049375" y="2318350"/>
            <a:chExt cx="298525" cy="295400"/>
          </a:xfrm>
        </p:grpSpPr>
        <p:sp>
          <p:nvSpPr>
            <p:cNvPr id="10499" name="Google Shape;10499;p88"/>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8"/>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8"/>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8"/>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88"/>
          <p:cNvGrpSpPr/>
          <p:nvPr/>
        </p:nvGrpSpPr>
        <p:grpSpPr>
          <a:xfrm>
            <a:off x="5310393" y="2196576"/>
            <a:ext cx="351286" cy="351286"/>
            <a:chOff x="1049375" y="2680675"/>
            <a:chExt cx="297725" cy="297725"/>
          </a:xfrm>
        </p:grpSpPr>
        <p:sp>
          <p:nvSpPr>
            <p:cNvPr id="10504" name="Google Shape;10504;p88"/>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8"/>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88"/>
          <p:cNvGrpSpPr/>
          <p:nvPr/>
        </p:nvGrpSpPr>
        <p:grpSpPr>
          <a:xfrm>
            <a:off x="7523845" y="1304623"/>
            <a:ext cx="348513" cy="348542"/>
            <a:chOff x="2872725" y="1954475"/>
            <a:chExt cx="295375" cy="295400"/>
          </a:xfrm>
        </p:grpSpPr>
        <p:sp>
          <p:nvSpPr>
            <p:cNvPr id="10507" name="Google Shape;10507;p88"/>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8"/>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8"/>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88"/>
          <p:cNvGrpSpPr/>
          <p:nvPr/>
        </p:nvGrpSpPr>
        <p:grpSpPr>
          <a:xfrm>
            <a:off x="7545216" y="1755196"/>
            <a:ext cx="305771" cy="350401"/>
            <a:chOff x="2890050" y="2318350"/>
            <a:chExt cx="259150" cy="296975"/>
          </a:xfrm>
        </p:grpSpPr>
        <p:sp>
          <p:nvSpPr>
            <p:cNvPr id="10511" name="Google Shape;10511;p88"/>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8"/>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3" name="Google Shape;10513;p88"/>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4" name="Google Shape;10514;p88"/>
          <p:cNvGrpSpPr/>
          <p:nvPr/>
        </p:nvGrpSpPr>
        <p:grpSpPr>
          <a:xfrm>
            <a:off x="6187732" y="2670650"/>
            <a:ext cx="347569" cy="347569"/>
            <a:chOff x="4685050" y="1945825"/>
            <a:chExt cx="294575" cy="294575"/>
          </a:xfrm>
        </p:grpSpPr>
        <p:sp>
          <p:nvSpPr>
            <p:cNvPr id="10515" name="Google Shape;10515;p88"/>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8"/>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8"/>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8"/>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8"/>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0" name="Google Shape;10520;p88"/>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8"/>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2" name="Google Shape;10522;p88"/>
          <p:cNvGrpSpPr/>
          <p:nvPr/>
        </p:nvGrpSpPr>
        <p:grpSpPr>
          <a:xfrm>
            <a:off x="7958004" y="3159625"/>
            <a:ext cx="348513" cy="347599"/>
            <a:chOff x="6131900" y="2301825"/>
            <a:chExt cx="295375" cy="294600"/>
          </a:xfrm>
        </p:grpSpPr>
        <p:sp>
          <p:nvSpPr>
            <p:cNvPr id="10523" name="Google Shape;10523;p88"/>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8"/>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8"/>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8"/>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7" name="Google Shape;10527;p88"/>
          <p:cNvGrpSpPr/>
          <p:nvPr/>
        </p:nvGrpSpPr>
        <p:grpSpPr>
          <a:xfrm>
            <a:off x="5753997" y="1304166"/>
            <a:ext cx="351315" cy="349457"/>
            <a:chOff x="1412450" y="1954475"/>
            <a:chExt cx="297750" cy="296175"/>
          </a:xfrm>
        </p:grpSpPr>
        <p:sp>
          <p:nvSpPr>
            <p:cNvPr id="10528" name="Google Shape;10528;p88"/>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8"/>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0" name="Google Shape;10530;p88"/>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1" name="Google Shape;10531;p88"/>
          <p:cNvGrpSpPr/>
          <p:nvPr/>
        </p:nvGrpSpPr>
        <p:grpSpPr>
          <a:xfrm>
            <a:off x="5753997" y="2196694"/>
            <a:ext cx="351315" cy="351050"/>
            <a:chOff x="1413250" y="2680675"/>
            <a:chExt cx="297750" cy="297525"/>
          </a:xfrm>
        </p:grpSpPr>
        <p:sp>
          <p:nvSpPr>
            <p:cNvPr id="10532" name="Google Shape;10532;p88"/>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8"/>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8"/>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8"/>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6" name="Google Shape;10536;p88"/>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8"/>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8"/>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9" name="Google Shape;10539;p88"/>
          <p:cNvGrpSpPr/>
          <p:nvPr/>
        </p:nvGrpSpPr>
        <p:grpSpPr>
          <a:xfrm>
            <a:off x="6630407" y="2670311"/>
            <a:ext cx="350371" cy="348247"/>
            <a:chOff x="5045775" y="1946400"/>
            <a:chExt cx="296950" cy="295150"/>
          </a:xfrm>
        </p:grpSpPr>
        <p:sp>
          <p:nvSpPr>
            <p:cNvPr id="10540" name="Google Shape;10540;p88"/>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8"/>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2" name="Google Shape;10542;p88"/>
          <p:cNvGrpSpPr/>
          <p:nvPr/>
        </p:nvGrpSpPr>
        <p:grpSpPr>
          <a:xfrm>
            <a:off x="6629006" y="3179138"/>
            <a:ext cx="353174" cy="308573"/>
            <a:chOff x="5046550" y="2327025"/>
            <a:chExt cx="299325" cy="261525"/>
          </a:xfrm>
        </p:grpSpPr>
        <p:sp>
          <p:nvSpPr>
            <p:cNvPr id="10543" name="Google Shape;10543;p88"/>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8"/>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8"/>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6" name="Google Shape;10546;p88"/>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7" name="Google Shape;10547;p88"/>
          <p:cNvGrpSpPr/>
          <p:nvPr/>
        </p:nvGrpSpPr>
        <p:grpSpPr>
          <a:xfrm>
            <a:off x="7956604" y="3608476"/>
            <a:ext cx="351315" cy="348513"/>
            <a:chOff x="6167350" y="2672800"/>
            <a:chExt cx="297750" cy="295375"/>
          </a:xfrm>
        </p:grpSpPr>
        <p:sp>
          <p:nvSpPr>
            <p:cNvPr id="10548" name="Google Shape;10548;p88"/>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8"/>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8"/>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8"/>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8"/>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88"/>
          <p:cNvGrpSpPr/>
          <p:nvPr/>
        </p:nvGrpSpPr>
        <p:grpSpPr>
          <a:xfrm>
            <a:off x="6197601" y="1303709"/>
            <a:ext cx="347599" cy="350371"/>
            <a:chOff x="1777925" y="1953700"/>
            <a:chExt cx="294600" cy="296950"/>
          </a:xfrm>
        </p:grpSpPr>
        <p:sp>
          <p:nvSpPr>
            <p:cNvPr id="10554" name="Google Shape;10554;p88"/>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8"/>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8"/>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8"/>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8" name="Google Shape;10558;p88"/>
          <p:cNvGrpSpPr/>
          <p:nvPr/>
        </p:nvGrpSpPr>
        <p:grpSpPr>
          <a:xfrm>
            <a:off x="6213411" y="1756597"/>
            <a:ext cx="315977" cy="347599"/>
            <a:chOff x="1790525" y="2319150"/>
            <a:chExt cx="267800" cy="294600"/>
          </a:xfrm>
        </p:grpSpPr>
        <p:sp>
          <p:nvSpPr>
            <p:cNvPr id="10559" name="Google Shape;10559;p88"/>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8"/>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1" name="Google Shape;10561;p88"/>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2" name="Google Shape;10562;p88"/>
          <p:cNvGrpSpPr/>
          <p:nvPr/>
        </p:nvGrpSpPr>
        <p:grpSpPr>
          <a:xfrm>
            <a:off x="4866386" y="2670163"/>
            <a:ext cx="349457" cy="348542"/>
            <a:chOff x="3599700" y="1954475"/>
            <a:chExt cx="296175" cy="295400"/>
          </a:xfrm>
        </p:grpSpPr>
        <p:sp>
          <p:nvSpPr>
            <p:cNvPr id="10563" name="Google Shape;10563;p88"/>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8"/>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8"/>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88"/>
          <p:cNvGrpSpPr/>
          <p:nvPr/>
        </p:nvGrpSpPr>
        <p:grpSpPr>
          <a:xfrm>
            <a:off x="4867316" y="3159626"/>
            <a:ext cx="347599" cy="347599"/>
            <a:chOff x="3601275" y="2319150"/>
            <a:chExt cx="294600" cy="294600"/>
          </a:xfrm>
        </p:grpSpPr>
        <p:sp>
          <p:nvSpPr>
            <p:cNvPr id="10567" name="Google Shape;10567;p88"/>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8"/>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9" name="Google Shape;10569;p88"/>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0" name="Google Shape;10570;p88"/>
          <p:cNvGrpSpPr/>
          <p:nvPr/>
        </p:nvGrpSpPr>
        <p:grpSpPr>
          <a:xfrm>
            <a:off x="7087019" y="2669721"/>
            <a:ext cx="328071" cy="349427"/>
            <a:chOff x="5421475" y="1945825"/>
            <a:chExt cx="278050" cy="296150"/>
          </a:xfrm>
        </p:grpSpPr>
        <p:sp>
          <p:nvSpPr>
            <p:cNvPr id="10571" name="Google Shape;10571;p88"/>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8"/>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8"/>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8"/>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8"/>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8"/>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8"/>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8"/>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9" name="Google Shape;10579;p88"/>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0" name="Google Shape;10580;p88"/>
          <p:cNvGrpSpPr/>
          <p:nvPr/>
        </p:nvGrpSpPr>
        <p:grpSpPr>
          <a:xfrm>
            <a:off x="7075869" y="3670273"/>
            <a:ext cx="350371" cy="224918"/>
            <a:chOff x="5411225" y="2726350"/>
            <a:chExt cx="296950" cy="190625"/>
          </a:xfrm>
        </p:grpSpPr>
        <p:sp>
          <p:nvSpPr>
            <p:cNvPr id="10581" name="Google Shape;10581;p88"/>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8"/>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3" name="Google Shape;10583;p88"/>
          <p:cNvGrpSpPr/>
          <p:nvPr/>
        </p:nvGrpSpPr>
        <p:grpSpPr>
          <a:xfrm>
            <a:off x="6185904" y="4059546"/>
            <a:ext cx="351286" cy="326390"/>
            <a:chOff x="6524150" y="1938725"/>
            <a:chExt cx="297725" cy="276625"/>
          </a:xfrm>
        </p:grpSpPr>
        <p:sp>
          <p:nvSpPr>
            <p:cNvPr id="10584" name="Google Shape;10584;p88"/>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8"/>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8"/>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8"/>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8" name="Google Shape;10588;p88"/>
          <p:cNvGrpSpPr/>
          <p:nvPr/>
        </p:nvGrpSpPr>
        <p:grpSpPr>
          <a:xfrm>
            <a:off x="6637536" y="1304166"/>
            <a:ext cx="350401" cy="349457"/>
            <a:chOff x="2141000" y="1954475"/>
            <a:chExt cx="296975" cy="296175"/>
          </a:xfrm>
        </p:grpSpPr>
        <p:sp>
          <p:nvSpPr>
            <p:cNvPr id="10589" name="Google Shape;10589;p88"/>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8"/>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8"/>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8"/>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88"/>
          <p:cNvGrpSpPr/>
          <p:nvPr/>
        </p:nvGrpSpPr>
        <p:grpSpPr>
          <a:xfrm>
            <a:off x="6631047" y="1756007"/>
            <a:ext cx="363380" cy="348778"/>
            <a:chOff x="2140225" y="2318650"/>
            <a:chExt cx="307975" cy="295600"/>
          </a:xfrm>
        </p:grpSpPr>
        <p:sp>
          <p:nvSpPr>
            <p:cNvPr id="10594" name="Google Shape;10594;p88"/>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8"/>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88"/>
          <p:cNvGrpSpPr/>
          <p:nvPr/>
        </p:nvGrpSpPr>
        <p:grpSpPr>
          <a:xfrm>
            <a:off x="6636607" y="2197505"/>
            <a:ext cx="352259" cy="349427"/>
            <a:chOff x="2139425" y="2682250"/>
            <a:chExt cx="298550" cy="296150"/>
          </a:xfrm>
        </p:grpSpPr>
        <p:sp>
          <p:nvSpPr>
            <p:cNvPr id="10597" name="Google Shape;10597;p88"/>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8"/>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8"/>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8"/>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1" name="Google Shape;10601;p88"/>
          <p:cNvGrpSpPr/>
          <p:nvPr/>
        </p:nvGrpSpPr>
        <p:grpSpPr>
          <a:xfrm>
            <a:off x="5301219" y="2711991"/>
            <a:ext cx="350401" cy="264888"/>
            <a:chOff x="3962775" y="1990700"/>
            <a:chExt cx="296975" cy="224500"/>
          </a:xfrm>
        </p:grpSpPr>
        <p:sp>
          <p:nvSpPr>
            <p:cNvPr id="10602" name="Google Shape;10602;p88"/>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8"/>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8"/>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8"/>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6" name="Google Shape;10606;p88"/>
          <p:cNvGrpSpPr/>
          <p:nvPr/>
        </p:nvGrpSpPr>
        <p:grpSpPr>
          <a:xfrm>
            <a:off x="5301691" y="3158697"/>
            <a:ext cx="349457" cy="349457"/>
            <a:chOff x="3963575" y="2317575"/>
            <a:chExt cx="296175" cy="296175"/>
          </a:xfrm>
        </p:grpSpPr>
        <p:sp>
          <p:nvSpPr>
            <p:cNvPr id="10607" name="Google Shape;10607;p88"/>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8"/>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8"/>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8"/>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8"/>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8"/>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8"/>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8"/>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8"/>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8"/>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8"/>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8"/>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8"/>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8"/>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8"/>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8"/>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88"/>
          <p:cNvGrpSpPr/>
          <p:nvPr/>
        </p:nvGrpSpPr>
        <p:grpSpPr>
          <a:xfrm>
            <a:off x="5301691" y="3608476"/>
            <a:ext cx="349457" cy="348513"/>
            <a:chOff x="3962775" y="2683025"/>
            <a:chExt cx="296175" cy="295375"/>
          </a:xfrm>
        </p:grpSpPr>
        <p:sp>
          <p:nvSpPr>
            <p:cNvPr id="10624" name="Google Shape;10624;p88"/>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8"/>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8"/>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7" name="Google Shape;10627;p88"/>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8" name="Google Shape;10628;p88"/>
          <p:cNvGrpSpPr/>
          <p:nvPr/>
        </p:nvGrpSpPr>
        <p:grpSpPr>
          <a:xfrm>
            <a:off x="7516228" y="3159168"/>
            <a:ext cx="348513" cy="348513"/>
            <a:chOff x="5775900" y="2308125"/>
            <a:chExt cx="295375" cy="295375"/>
          </a:xfrm>
        </p:grpSpPr>
        <p:sp>
          <p:nvSpPr>
            <p:cNvPr id="10629" name="Google Shape;10629;p88"/>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8"/>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8"/>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8"/>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8"/>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88"/>
          <p:cNvGrpSpPr/>
          <p:nvPr/>
        </p:nvGrpSpPr>
        <p:grpSpPr>
          <a:xfrm>
            <a:off x="7537142" y="3608004"/>
            <a:ext cx="306686" cy="349457"/>
            <a:chOff x="5794025" y="2673575"/>
            <a:chExt cx="259925" cy="296175"/>
          </a:xfrm>
        </p:grpSpPr>
        <p:sp>
          <p:nvSpPr>
            <p:cNvPr id="10635" name="Google Shape;10635;p88"/>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8"/>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7" name="Google Shape;10637;p88"/>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41" name="Shape 10641"/>
        <p:cNvGrpSpPr/>
        <p:nvPr/>
      </p:nvGrpSpPr>
      <p:grpSpPr>
        <a:xfrm>
          <a:off x="0" y="0"/>
          <a:ext cx="0" cy="0"/>
          <a:chOff x="0" y="0"/>
          <a:chExt cx="0" cy="0"/>
        </a:xfrm>
      </p:grpSpPr>
      <p:sp>
        <p:nvSpPr>
          <p:cNvPr id="10642" name="Google Shape;10642;p89"/>
          <p:cNvSpPr txBox="1"/>
          <p:nvPr>
            <p:ph idx="4294967295" type="title"/>
          </p:nvPr>
        </p:nvSpPr>
        <p:spPr>
          <a:xfrm>
            <a:off x="849675"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643" name="Google Shape;10643;p89"/>
          <p:cNvSpPr txBox="1"/>
          <p:nvPr>
            <p:ph idx="4294967295" type="title"/>
          </p:nvPr>
        </p:nvSpPr>
        <p:spPr>
          <a:xfrm>
            <a:off x="4858400"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644" name="Google Shape;10644;p89"/>
          <p:cNvGrpSpPr/>
          <p:nvPr/>
        </p:nvGrpSpPr>
        <p:grpSpPr>
          <a:xfrm>
            <a:off x="882957" y="1306638"/>
            <a:ext cx="292442" cy="355741"/>
            <a:chOff x="-35830350" y="1912725"/>
            <a:chExt cx="241050" cy="293225"/>
          </a:xfrm>
        </p:grpSpPr>
        <p:sp>
          <p:nvSpPr>
            <p:cNvPr id="10645" name="Google Shape;10645;p89"/>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9"/>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7" name="Google Shape;10647;p89"/>
          <p:cNvGrpSpPr/>
          <p:nvPr/>
        </p:nvGrpSpPr>
        <p:grpSpPr>
          <a:xfrm>
            <a:off x="851444" y="1766235"/>
            <a:ext cx="355468" cy="353587"/>
            <a:chOff x="-35854750" y="2272675"/>
            <a:chExt cx="293000" cy="291450"/>
          </a:xfrm>
        </p:grpSpPr>
        <p:sp>
          <p:nvSpPr>
            <p:cNvPr id="10648" name="Google Shape;10648;p89"/>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9"/>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9"/>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89"/>
          <p:cNvGrpSpPr/>
          <p:nvPr/>
        </p:nvGrpSpPr>
        <p:grpSpPr>
          <a:xfrm>
            <a:off x="850958" y="2220821"/>
            <a:ext cx="356438" cy="354558"/>
            <a:chOff x="-35853975" y="2631825"/>
            <a:chExt cx="293800" cy="292250"/>
          </a:xfrm>
        </p:grpSpPr>
        <p:sp>
          <p:nvSpPr>
            <p:cNvPr id="10652" name="Google Shape;10652;p89"/>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9"/>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9"/>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9"/>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9"/>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89"/>
          <p:cNvGrpSpPr/>
          <p:nvPr/>
        </p:nvGrpSpPr>
        <p:grpSpPr>
          <a:xfrm>
            <a:off x="3089562" y="1307714"/>
            <a:ext cx="353587" cy="353587"/>
            <a:chOff x="-34032200" y="1916675"/>
            <a:chExt cx="291450" cy="291450"/>
          </a:xfrm>
        </p:grpSpPr>
        <p:sp>
          <p:nvSpPr>
            <p:cNvPr id="10658" name="Google Shape;10658;p89"/>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9"/>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9"/>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9"/>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2" name="Google Shape;10662;p89"/>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3" name="Google Shape;10663;p89"/>
          <p:cNvGrpSpPr/>
          <p:nvPr/>
        </p:nvGrpSpPr>
        <p:grpSpPr>
          <a:xfrm>
            <a:off x="3089092" y="2220821"/>
            <a:ext cx="354527" cy="354558"/>
            <a:chOff x="-34032200" y="2634975"/>
            <a:chExt cx="292225" cy="292250"/>
          </a:xfrm>
        </p:grpSpPr>
        <p:sp>
          <p:nvSpPr>
            <p:cNvPr id="10664" name="Google Shape;10664;p89"/>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9"/>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9"/>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89"/>
          <p:cNvGrpSpPr/>
          <p:nvPr/>
        </p:nvGrpSpPr>
        <p:grpSpPr>
          <a:xfrm>
            <a:off x="1739487" y="2687069"/>
            <a:ext cx="358379" cy="354527"/>
            <a:chOff x="-32245875" y="1938725"/>
            <a:chExt cx="295400" cy="292225"/>
          </a:xfrm>
        </p:grpSpPr>
        <p:sp>
          <p:nvSpPr>
            <p:cNvPr id="10668" name="Google Shape;10668;p89"/>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9"/>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9"/>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89"/>
          <p:cNvGrpSpPr/>
          <p:nvPr/>
        </p:nvGrpSpPr>
        <p:grpSpPr>
          <a:xfrm>
            <a:off x="1736150" y="3156468"/>
            <a:ext cx="365052" cy="352162"/>
            <a:chOff x="-32243500" y="2299850"/>
            <a:chExt cx="300900" cy="290275"/>
          </a:xfrm>
        </p:grpSpPr>
        <p:sp>
          <p:nvSpPr>
            <p:cNvPr id="10672" name="Google Shape;10672;p89"/>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9"/>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4" name="Google Shape;10674;p89"/>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5" name="Google Shape;10675;p89"/>
          <p:cNvGrpSpPr/>
          <p:nvPr/>
        </p:nvGrpSpPr>
        <p:grpSpPr>
          <a:xfrm>
            <a:off x="1299432" y="1306759"/>
            <a:ext cx="354527" cy="355498"/>
            <a:chOff x="-35495600" y="1912725"/>
            <a:chExt cx="292225" cy="293025"/>
          </a:xfrm>
        </p:grpSpPr>
        <p:sp>
          <p:nvSpPr>
            <p:cNvPr id="10676" name="Google Shape;10676;p89"/>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9"/>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9"/>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9" name="Google Shape;10679;p89"/>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0" name="Google Shape;10680;p89"/>
          <p:cNvGrpSpPr/>
          <p:nvPr/>
        </p:nvGrpSpPr>
        <p:grpSpPr>
          <a:xfrm>
            <a:off x="1299432" y="2221307"/>
            <a:ext cx="354527" cy="353587"/>
            <a:chOff x="-35495600" y="2631825"/>
            <a:chExt cx="292225" cy="291450"/>
          </a:xfrm>
        </p:grpSpPr>
        <p:sp>
          <p:nvSpPr>
            <p:cNvPr id="10681" name="Google Shape;10681;p89"/>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9"/>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9"/>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9"/>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89"/>
          <p:cNvGrpSpPr/>
          <p:nvPr/>
        </p:nvGrpSpPr>
        <p:grpSpPr>
          <a:xfrm>
            <a:off x="3537081" y="1307714"/>
            <a:ext cx="353587" cy="353587"/>
            <a:chOff x="-33673825" y="1916675"/>
            <a:chExt cx="291450" cy="291450"/>
          </a:xfrm>
        </p:grpSpPr>
        <p:sp>
          <p:nvSpPr>
            <p:cNvPr id="10686" name="Google Shape;10686;p89"/>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9"/>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9"/>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9"/>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89"/>
          <p:cNvGrpSpPr/>
          <p:nvPr/>
        </p:nvGrpSpPr>
        <p:grpSpPr>
          <a:xfrm>
            <a:off x="3534700" y="1765295"/>
            <a:ext cx="358349" cy="355468"/>
            <a:chOff x="-33676975" y="2275050"/>
            <a:chExt cx="295375" cy="293000"/>
          </a:xfrm>
        </p:grpSpPr>
        <p:sp>
          <p:nvSpPr>
            <p:cNvPr id="10691" name="Google Shape;10691;p89"/>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9"/>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9"/>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89"/>
          <p:cNvGrpSpPr/>
          <p:nvPr/>
        </p:nvGrpSpPr>
        <p:grpSpPr>
          <a:xfrm>
            <a:off x="3537081" y="2220594"/>
            <a:ext cx="353587" cy="355013"/>
            <a:chOff x="-33673825" y="2634975"/>
            <a:chExt cx="291450" cy="292625"/>
          </a:xfrm>
        </p:grpSpPr>
        <p:sp>
          <p:nvSpPr>
            <p:cNvPr id="10695" name="Google Shape;10695;p89"/>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9"/>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7" name="Google Shape;10697;p89"/>
          <p:cNvGrpSpPr/>
          <p:nvPr/>
        </p:nvGrpSpPr>
        <p:grpSpPr>
          <a:xfrm>
            <a:off x="2205089" y="2687509"/>
            <a:ext cx="329687" cy="353648"/>
            <a:chOff x="-31874100" y="1939525"/>
            <a:chExt cx="271750" cy="291500"/>
          </a:xfrm>
        </p:grpSpPr>
        <p:sp>
          <p:nvSpPr>
            <p:cNvPr id="10698" name="Google Shape;10698;p89"/>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9"/>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0" name="Google Shape;10700;p89"/>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1" name="Google Shape;10701;p89"/>
          <p:cNvGrpSpPr/>
          <p:nvPr/>
        </p:nvGrpSpPr>
        <p:grpSpPr>
          <a:xfrm>
            <a:off x="2186451" y="3616531"/>
            <a:ext cx="366963" cy="352768"/>
            <a:chOff x="-31889075" y="2658950"/>
            <a:chExt cx="302475" cy="290775"/>
          </a:xfrm>
        </p:grpSpPr>
        <p:sp>
          <p:nvSpPr>
            <p:cNvPr id="10702" name="Google Shape;10702;p89"/>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9"/>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4" name="Google Shape;10704;p89"/>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5" name="Google Shape;10705;p89"/>
          <p:cNvGrpSpPr/>
          <p:nvPr/>
        </p:nvGrpSpPr>
        <p:grpSpPr>
          <a:xfrm>
            <a:off x="1747421" y="1306759"/>
            <a:ext cx="354527" cy="355498"/>
            <a:chOff x="-35136450" y="1912725"/>
            <a:chExt cx="292225" cy="293025"/>
          </a:xfrm>
        </p:grpSpPr>
        <p:sp>
          <p:nvSpPr>
            <p:cNvPr id="10706" name="Google Shape;10706;p89"/>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9"/>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9"/>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89"/>
          <p:cNvGrpSpPr/>
          <p:nvPr/>
        </p:nvGrpSpPr>
        <p:grpSpPr>
          <a:xfrm>
            <a:off x="1747891" y="1765978"/>
            <a:ext cx="353587" cy="354103"/>
            <a:chOff x="-35134875" y="2272675"/>
            <a:chExt cx="291450" cy="291875"/>
          </a:xfrm>
        </p:grpSpPr>
        <p:sp>
          <p:nvSpPr>
            <p:cNvPr id="10710" name="Google Shape;10710;p89"/>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9"/>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9"/>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9"/>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4" name="Google Shape;10714;p89"/>
          <p:cNvGrpSpPr/>
          <p:nvPr/>
        </p:nvGrpSpPr>
        <p:grpSpPr>
          <a:xfrm>
            <a:off x="1789458" y="2221307"/>
            <a:ext cx="270453" cy="353587"/>
            <a:chOff x="-35101800" y="2631050"/>
            <a:chExt cx="222925" cy="291450"/>
          </a:xfrm>
        </p:grpSpPr>
        <p:sp>
          <p:nvSpPr>
            <p:cNvPr id="10715" name="Google Shape;10715;p89"/>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9"/>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9"/>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9"/>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9" name="Google Shape;10719;p89"/>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0" name="Google Shape;10720;p89"/>
          <p:cNvGrpSpPr/>
          <p:nvPr/>
        </p:nvGrpSpPr>
        <p:grpSpPr>
          <a:xfrm>
            <a:off x="3977510" y="1765295"/>
            <a:ext cx="353587" cy="355468"/>
            <a:chOff x="-33314675" y="2275050"/>
            <a:chExt cx="291450" cy="293000"/>
          </a:xfrm>
        </p:grpSpPr>
        <p:sp>
          <p:nvSpPr>
            <p:cNvPr id="10721" name="Google Shape;10721;p89"/>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9"/>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9"/>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4" name="Google Shape;10724;p89"/>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5" name="Google Shape;10725;p89"/>
          <p:cNvGrpSpPr/>
          <p:nvPr/>
        </p:nvGrpSpPr>
        <p:grpSpPr>
          <a:xfrm>
            <a:off x="2639701" y="2687555"/>
            <a:ext cx="353587" cy="353557"/>
            <a:chOff x="-31523625" y="1939525"/>
            <a:chExt cx="291450" cy="291425"/>
          </a:xfrm>
        </p:grpSpPr>
        <p:sp>
          <p:nvSpPr>
            <p:cNvPr id="10726" name="Google Shape;10726;p89"/>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9"/>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9"/>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9"/>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9"/>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9"/>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9"/>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9"/>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9"/>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9"/>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9"/>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89"/>
          <p:cNvGrpSpPr/>
          <p:nvPr/>
        </p:nvGrpSpPr>
        <p:grpSpPr>
          <a:xfrm>
            <a:off x="2638746" y="3155755"/>
            <a:ext cx="355498" cy="353587"/>
            <a:chOff x="-31523625" y="2298675"/>
            <a:chExt cx="293025" cy="291450"/>
          </a:xfrm>
        </p:grpSpPr>
        <p:sp>
          <p:nvSpPr>
            <p:cNvPr id="10738" name="Google Shape;10738;p89"/>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9"/>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9"/>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1" name="Google Shape;10741;p89"/>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9"/>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3" name="Google Shape;10743;p89"/>
          <p:cNvGrpSpPr/>
          <p:nvPr/>
        </p:nvGrpSpPr>
        <p:grpSpPr>
          <a:xfrm>
            <a:off x="2205934" y="1307729"/>
            <a:ext cx="331598" cy="353557"/>
            <a:chOff x="-34767825" y="1914325"/>
            <a:chExt cx="273325" cy="291425"/>
          </a:xfrm>
        </p:grpSpPr>
        <p:sp>
          <p:nvSpPr>
            <p:cNvPr id="10744" name="Google Shape;10744;p89"/>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9"/>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9"/>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89"/>
          <p:cNvGrpSpPr/>
          <p:nvPr/>
        </p:nvGrpSpPr>
        <p:grpSpPr>
          <a:xfrm>
            <a:off x="2193513" y="1765280"/>
            <a:ext cx="356438" cy="355498"/>
            <a:chOff x="-34778075" y="2272675"/>
            <a:chExt cx="293800" cy="293025"/>
          </a:xfrm>
        </p:grpSpPr>
        <p:sp>
          <p:nvSpPr>
            <p:cNvPr id="10748" name="Google Shape;10748;p89"/>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9"/>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9"/>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1" name="Google Shape;10751;p89"/>
          <p:cNvGrpSpPr/>
          <p:nvPr/>
        </p:nvGrpSpPr>
        <p:grpSpPr>
          <a:xfrm>
            <a:off x="2194939" y="2221307"/>
            <a:ext cx="353587" cy="353587"/>
            <a:chOff x="-34776500" y="2631825"/>
            <a:chExt cx="291450" cy="291450"/>
          </a:xfrm>
        </p:grpSpPr>
        <p:sp>
          <p:nvSpPr>
            <p:cNvPr id="10752" name="Google Shape;10752;p89"/>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9"/>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9"/>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89"/>
          <p:cNvGrpSpPr/>
          <p:nvPr/>
        </p:nvGrpSpPr>
        <p:grpSpPr>
          <a:xfrm>
            <a:off x="853628" y="2685160"/>
            <a:ext cx="354527" cy="358349"/>
            <a:chOff x="-32956300" y="1915900"/>
            <a:chExt cx="292225" cy="295375"/>
          </a:xfrm>
        </p:grpSpPr>
        <p:sp>
          <p:nvSpPr>
            <p:cNvPr id="10756" name="Google Shape;10756;p89"/>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9"/>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8" name="Google Shape;10758;p89"/>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9"/>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0" name="Google Shape;10760;p89"/>
          <p:cNvGrpSpPr/>
          <p:nvPr/>
        </p:nvGrpSpPr>
        <p:grpSpPr>
          <a:xfrm>
            <a:off x="3081101" y="2687555"/>
            <a:ext cx="356438" cy="353557"/>
            <a:chOff x="-31166825" y="1939525"/>
            <a:chExt cx="293800" cy="291425"/>
          </a:xfrm>
        </p:grpSpPr>
        <p:sp>
          <p:nvSpPr>
            <p:cNvPr id="10761" name="Google Shape;10761;p89"/>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9"/>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9"/>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9"/>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9"/>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9"/>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9"/>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9"/>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9"/>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9"/>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9"/>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2" name="Google Shape;10772;p89"/>
          <p:cNvGrpSpPr/>
          <p:nvPr/>
        </p:nvGrpSpPr>
        <p:grpSpPr>
          <a:xfrm>
            <a:off x="3082057" y="3155482"/>
            <a:ext cx="354527" cy="354133"/>
            <a:chOff x="-31165250" y="2298675"/>
            <a:chExt cx="292225" cy="291900"/>
          </a:xfrm>
        </p:grpSpPr>
        <p:sp>
          <p:nvSpPr>
            <p:cNvPr id="10773" name="Google Shape;10773;p89"/>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9"/>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9"/>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89"/>
          <p:cNvGrpSpPr/>
          <p:nvPr/>
        </p:nvGrpSpPr>
        <p:grpSpPr>
          <a:xfrm>
            <a:off x="3082542" y="3616136"/>
            <a:ext cx="353557" cy="353557"/>
            <a:chOff x="-31164450" y="2657050"/>
            <a:chExt cx="291425" cy="291425"/>
          </a:xfrm>
        </p:grpSpPr>
        <p:sp>
          <p:nvSpPr>
            <p:cNvPr id="10777" name="Google Shape;10777;p89"/>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9"/>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9"/>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9"/>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1" name="Google Shape;10781;p89"/>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2" name="Google Shape;10782;p89"/>
          <p:cNvGrpSpPr/>
          <p:nvPr/>
        </p:nvGrpSpPr>
        <p:grpSpPr>
          <a:xfrm>
            <a:off x="2632987" y="1307366"/>
            <a:ext cx="358349" cy="354285"/>
            <a:chOff x="-34421275" y="1912725"/>
            <a:chExt cx="295375" cy="292025"/>
          </a:xfrm>
        </p:grpSpPr>
        <p:sp>
          <p:nvSpPr>
            <p:cNvPr id="10783" name="Google Shape;10783;p89"/>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9"/>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89"/>
          <p:cNvGrpSpPr/>
          <p:nvPr/>
        </p:nvGrpSpPr>
        <p:grpSpPr>
          <a:xfrm>
            <a:off x="2632032" y="1765280"/>
            <a:ext cx="360260" cy="355498"/>
            <a:chOff x="-34418125" y="2271100"/>
            <a:chExt cx="296950" cy="293025"/>
          </a:xfrm>
        </p:grpSpPr>
        <p:sp>
          <p:nvSpPr>
            <p:cNvPr id="10786" name="Google Shape;10786;p89"/>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9"/>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9"/>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9"/>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9"/>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89"/>
          <p:cNvGrpSpPr/>
          <p:nvPr/>
        </p:nvGrpSpPr>
        <p:grpSpPr>
          <a:xfrm>
            <a:off x="2632987" y="2221307"/>
            <a:ext cx="358349" cy="353587"/>
            <a:chOff x="-34421275" y="2631050"/>
            <a:chExt cx="295375" cy="291450"/>
          </a:xfrm>
        </p:grpSpPr>
        <p:sp>
          <p:nvSpPr>
            <p:cNvPr id="10792" name="Google Shape;10792;p89"/>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9"/>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9"/>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9"/>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6" name="Google Shape;10796;p89"/>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9"/>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9"/>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9" name="Google Shape;10799;p89"/>
          <p:cNvGrpSpPr/>
          <p:nvPr/>
        </p:nvGrpSpPr>
        <p:grpSpPr>
          <a:xfrm>
            <a:off x="3537620" y="2688025"/>
            <a:ext cx="353587" cy="352617"/>
            <a:chOff x="-30805300" y="1938725"/>
            <a:chExt cx="291450" cy="290650"/>
          </a:xfrm>
        </p:grpSpPr>
        <p:sp>
          <p:nvSpPr>
            <p:cNvPr id="10800" name="Google Shape;10800;p89"/>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9"/>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2" name="Google Shape;10802;p89"/>
          <p:cNvGrpSpPr/>
          <p:nvPr/>
        </p:nvGrpSpPr>
        <p:grpSpPr>
          <a:xfrm>
            <a:off x="3538105" y="3155952"/>
            <a:ext cx="352617" cy="353193"/>
            <a:chOff x="-30805300" y="2298675"/>
            <a:chExt cx="290650" cy="291125"/>
          </a:xfrm>
        </p:grpSpPr>
        <p:sp>
          <p:nvSpPr>
            <p:cNvPr id="10803" name="Google Shape;10803;p89"/>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9"/>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9"/>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9"/>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89"/>
          <p:cNvGrpSpPr/>
          <p:nvPr/>
        </p:nvGrpSpPr>
        <p:grpSpPr>
          <a:xfrm>
            <a:off x="3537635" y="3616136"/>
            <a:ext cx="353557" cy="353557"/>
            <a:chOff x="-30806075" y="2657050"/>
            <a:chExt cx="291425" cy="291425"/>
          </a:xfrm>
        </p:grpSpPr>
        <p:sp>
          <p:nvSpPr>
            <p:cNvPr id="10808" name="Google Shape;10808;p89"/>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9"/>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9"/>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89"/>
          <p:cNvGrpSpPr/>
          <p:nvPr/>
        </p:nvGrpSpPr>
        <p:grpSpPr>
          <a:xfrm>
            <a:off x="2639681" y="4073943"/>
            <a:ext cx="353557" cy="353557"/>
            <a:chOff x="-30064925" y="2332550"/>
            <a:chExt cx="291425" cy="291425"/>
          </a:xfrm>
        </p:grpSpPr>
        <p:sp>
          <p:nvSpPr>
            <p:cNvPr id="10812" name="Google Shape;10812;p89"/>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9"/>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9"/>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5" name="Google Shape;10815;p89"/>
          <p:cNvGrpSpPr/>
          <p:nvPr/>
        </p:nvGrpSpPr>
        <p:grpSpPr>
          <a:xfrm>
            <a:off x="3983068" y="2683443"/>
            <a:ext cx="348855" cy="347879"/>
            <a:chOff x="2821450" y="2957850"/>
            <a:chExt cx="259275" cy="258550"/>
          </a:xfrm>
        </p:grpSpPr>
        <p:sp>
          <p:nvSpPr>
            <p:cNvPr id="10816" name="Google Shape;10816;p89"/>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9"/>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9"/>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0819" name="Google Shape;10819;p89"/>
          <p:cNvGrpSpPr/>
          <p:nvPr/>
        </p:nvGrpSpPr>
        <p:grpSpPr>
          <a:xfrm>
            <a:off x="4858100" y="1304461"/>
            <a:ext cx="361090" cy="361090"/>
            <a:chOff x="-57970450" y="1903275"/>
            <a:chExt cx="318225" cy="318225"/>
          </a:xfrm>
        </p:grpSpPr>
        <p:sp>
          <p:nvSpPr>
            <p:cNvPr id="10820" name="Google Shape;10820;p89"/>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9"/>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9"/>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9"/>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89"/>
          <p:cNvGrpSpPr/>
          <p:nvPr/>
        </p:nvGrpSpPr>
        <p:grpSpPr>
          <a:xfrm>
            <a:off x="4880000" y="1780418"/>
            <a:ext cx="317290" cy="359303"/>
            <a:chOff x="-57950750" y="2296300"/>
            <a:chExt cx="279625" cy="316650"/>
          </a:xfrm>
        </p:grpSpPr>
        <p:sp>
          <p:nvSpPr>
            <p:cNvPr id="10825" name="Google Shape;10825;p89"/>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9"/>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9"/>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9"/>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9" name="Google Shape;10829;p89"/>
          <p:cNvGrpSpPr/>
          <p:nvPr/>
        </p:nvGrpSpPr>
        <p:grpSpPr>
          <a:xfrm>
            <a:off x="4858214" y="2232094"/>
            <a:ext cx="360863" cy="360211"/>
            <a:chOff x="-57969675" y="2687750"/>
            <a:chExt cx="318025" cy="317450"/>
          </a:xfrm>
        </p:grpSpPr>
        <p:sp>
          <p:nvSpPr>
            <p:cNvPr id="10830" name="Google Shape;10830;p89"/>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9"/>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9"/>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9"/>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89"/>
          <p:cNvGrpSpPr/>
          <p:nvPr/>
        </p:nvGrpSpPr>
        <p:grpSpPr>
          <a:xfrm>
            <a:off x="7067397" y="1304461"/>
            <a:ext cx="363785" cy="361090"/>
            <a:chOff x="-56012425" y="1903275"/>
            <a:chExt cx="320600" cy="318225"/>
          </a:xfrm>
        </p:grpSpPr>
        <p:sp>
          <p:nvSpPr>
            <p:cNvPr id="10835" name="Google Shape;10835;p89"/>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9"/>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89"/>
          <p:cNvGrpSpPr/>
          <p:nvPr/>
        </p:nvGrpSpPr>
        <p:grpSpPr>
          <a:xfrm>
            <a:off x="7068290" y="1778631"/>
            <a:ext cx="361998" cy="361998"/>
            <a:chOff x="-56010850" y="2294725"/>
            <a:chExt cx="319025" cy="319025"/>
          </a:xfrm>
        </p:grpSpPr>
        <p:sp>
          <p:nvSpPr>
            <p:cNvPr id="10838" name="Google Shape;10838;p89"/>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9"/>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9"/>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9"/>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89"/>
          <p:cNvGrpSpPr/>
          <p:nvPr/>
        </p:nvGrpSpPr>
        <p:grpSpPr>
          <a:xfrm>
            <a:off x="7068305" y="2231215"/>
            <a:ext cx="361969" cy="361090"/>
            <a:chOff x="-56010050" y="2686975"/>
            <a:chExt cx="319000" cy="318225"/>
          </a:xfrm>
        </p:grpSpPr>
        <p:sp>
          <p:nvSpPr>
            <p:cNvPr id="10843" name="Google Shape;10843;p89"/>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9"/>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9"/>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9"/>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89"/>
          <p:cNvGrpSpPr/>
          <p:nvPr/>
        </p:nvGrpSpPr>
        <p:grpSpPr>
          <a:xfrm>
            <a:off x="5753801" y="2684124"/>
            <a:ext cx="361998" cy="361090"/>
            <a:chOff x="-54081175" y="1903275"/>
            <a:chExt cx="319025" cy="318225"/>
          </a:xfrm>
        </p:grpSpPr>
        <p:sp>
          <p:nvSpPr>
            <p:cNvPr id="10848" name="Google Shape;10848;p89"/>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9"/>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0" name="Google Shape;10850;p89"/>
          <p:cNvGrpSpPr/>
          <p:nvPr/>
        </p:nvGrpSpPr>
        <p:grpSpPr>
          <a:xfrm>
            <a:off x="5776154" y="3137587"/>
            <a:ext cx="317290" cy="360211"/>
            <a:chOff x="-54063050" y="2296300"/>
            <a:chExt cx="279625" cy="317450"/>
          </a:xfrm>
        </p:grpSpPr>
        <p:sp>
          <p:nvSpPr>
            <p:cNvPr id="10851" name="Google Shape;10851;p89"/>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9"/>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9"/>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9"/>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5" name="Google Shape;10855;p89"/>
          <p:cNvGrpSpPr/>
          <p:nvPr/>
        </p:nvGrpSpPr>
        <p:grpSpPr>
          <a:xfrm>
            <a:off x="5776154" y="3601649"/>
            <a:ext cx="317290" cy="361033"/>
            <a:chOff x="-54061475" y="2685450"/>
            <a:chExt cx="279625" cy="318175"/>
          </a:xfrm>
        </p:grpSpPr>
        <p:sp>
          <p:nvSpPr>
            <p:cNvPr id="10856" name="Google Shape;10856;p89"/>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9"/>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9"/>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9"/>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89"/>
          <p:cNvGrpSpPr/>
          <p:nvPr/>
        </p:nvGrpSpPr>
        <p:grpSpPr>
          <a:xfrm>
            <a:off x="8029690" y="2693967"/>
            <a:ext cx="275278" cy="361969"/>
            <a:chOff x="-52074300" y="1911950"/>
            <a:chExt cx="242600" cy="319000"/>
          </a:xfrm>
        </p:grpSpPr>
        <p:sp>
          <p:nvSpPr>
            <p:cNvPr id="10861" name="Google Shape;10861;p89"/>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9"/>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9"/>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9"/>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89"/>
          <p:cNvGrpSpPr/>
          <p:nvPr/>
        </p:nvGrpSpPr>
        <p:grpSpPr>
          <a:xfrm>
            <a:off x="5287689" y="1305369"/>
            <a:ext cx="361998" cy="361090"/>
            <a:chOff x="-57578225" y="1904075"/>
            <a:chExt cx="319025" cy="318225"/>
          </a:xfrm>
        </p:grpSpPr>
        <p:sp>
          <p:nvSpPr>
            <p:cNvPr id="10866" name="Google Shape;10866;p89"/>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9"/>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9"/>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9"/>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89"/>
          <p:cNvGrpSpPr/>
          <p:nvPr/>
        </p:nvGrpSpPr>
        <p:grpSpPr>
          <a:xfrm>
            <a:off x="5310042" y="1778631"/>
            <a:ext cx="317290" cy="361090"/>
            <a:chOff x="-57558525" y="2294725"/>
            <a:chExt cx="279625" cy="318225"/>
          </a:xfrm>
        </p:grpSpPr>
        <p:sp>
          <p:nvSpPr>
            <p:cNvPr id="10871" name="Google Shape;10871;p89"/>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9"/>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9"/>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9"/>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9"/>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6" name="Google Shape;10876;p89"/>
          <p:cNvGrpSpPr/>
          <p:nvPr/>
        </p:nvGrpSpPr>
        <p:grpSpPr>
          <a:xfrm>
            <a:off x="5285901" y="2231215"/>
            <a:ext cx="365572" cy="361969"/>
            <a:chOff x="-57579800" y="2686975"/>
            <a:chExt cx="322175" cy="319000"/>
          </a:xfrm>
        </p:grpSpPr>
        <p:sp>
          <p:nvSpPr>
            <p:cNvPr id="10877" name="Google Shape;10877;p89"/>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9"/>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89"/>
          <p:cNvGrpSpPr/>
          <p:nvPr/>
        </p:nvGrpSpPr>
        <p:grpSpPr>
          <a:xfrm>
            <a:off x="7510682" y="1778631"/>
            <a:ext cx="367359" cy="361090"/>
            <a:chOff x="-55620975" y="2294725"/>
            <a:chExt cx="323750" cy="318225"/>
          </a:xfrm>
        </p:grpSpPr>
        <p:sp>
          <p:nvSpPr>
            <p:cNvPr id="10880" name="Google Shape;10880;p89"/>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9"/>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9"/>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9"/>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9"/>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9"/>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6" name="Google Shape;10886;p89"/>
          <p:cNvGrpSpPr/>
          <p:nvPr/>
        </p:nvGrpSpPr>
        <p:grpSpPr>
          <a:xfrm>
            <a:off x="7512923" y="2231130"/>
            <a:ext cx="362877" cy="361175"/>
            <a:chOff x="-55620175" y="2686900"/>
            <a:chExt cx="319800" cy="318300"/>
          </a:xfrm>
        </p:grpSpPr>
        <p:sp>
          <p:nvSpPr>
            <p:cNvPr id="10887" name="Google Shape;10887;p89"/>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9"/>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9"/>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9"/>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89"/>
          <p:cNvGrpSpPr/>
          <p:nvPr/>
        </p:nvGrpSpPr>
        <p:grpSpPr>
          <a:xfrm>
            <a:off x="6198887" y="2684124"/>
            <a:ext cx="361969" cy="361090"/>
            <a:chOff x="-53690500" y="1903275"/>
            <a:chExt cx="319000" cy="318225"/>
          </a:xfrm>
        </p:grpSpPr>
        <p:sp>
          <p:nvSpPr>
            <p:cNvPr id="10892" name="Google Shape;10892;p89"/>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9"/>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9"/>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9"/>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89"/>
          <p:cNvGrpSpPr/>
          <p:nvPr/>
        </p:nvGrpSpPr>
        <p:grpSpPr>
          <a:xfrm>
            <a:off x="6221226" y="3137587"/>
            <a:ext cx="317290" cy="359303"/>
            <a:chOff x="-53670800" y="2296300"/>
            <a:chExt cx="279625" cy="316650"/>
          </a:xfrm>
        </p:grpSpPr>
        <p:sp>
          <p:nvSpPr>
            <p:cNvPr id="10897" name="Google Shape;10897;p89"/>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9"/>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9"/>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9"/>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89"/>
          <p:cNvGrpSpPr/>
          <p:nvPr/>
        </p:nvGrpSpPr>
        <p:grpSpPr>
          <a:xfrm>
            <a:off x="6198887" y="3602925"/>
            <a:ext cx="361969" cy="361544"/>
            <a:chOff x="-53690500" y="2686575"/>
            <a:chExt cx="319000" cy="318625"/>
          </a:xfrm>
        </p:grpSpPr>
        <p:sp>
          <p:nvSpPr>
            <p:cNvPr id="10902" name="Google Shape;10902;p89"/>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9"/>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9"/>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9"/>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89"/>
          <p:cNvGrpSpPr/>
          <p:nvPr/>
        </p:nvGrpSpPr>
        <p:grpSpPr>
          <a:xfrm>
            <a:off x="8008669" y="3145785"/>
            <a:ext cx="317319" cy="360948"/>
            <a:chOff x="-52092425" y="2303525"/>
            <a:chExt cx="279650" cy="318100"/>
          </a:xfrm>
        </p:grpSpPr>
        <p:sp>
          <p:nvSpPr>
            <p:cNvPr id="10907" name="Google Shape;10907;p89"/>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9"/>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9"/>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9"/>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9"/>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2" name="Google Shape;10912;p89"/>
          <p:cNvGrpSpPr/>
          <p:nvPr/>
        </p:nvGrpSpPr>
        <p:grpSpPr>
          <a:xfrm>
            <a:off x="5727728" y="1306249"/>
            <a:ext cx="363756" cy="361090"/>
            <a:chOff x="-57189125" y="1904850"/>
            <a:chExt cx="320575" cy="318225"/>
          </a:xfrm>
        </p:grpSpPr>
        <p:sp>
          <p:nvSpPr>
            <p:cNvPr id="10913" name="Google Shape;10913;p89"/>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9"/>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9"/>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9"/>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9"/>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8" name="Google Shape;10918;p89"/>
          <p:cNvGrpSpPr/>
          <p:nvPr/>
        </p:nvGrpSpPr>
        <p:grpSpPr>
          <a:xfrm>
            <a:off x="5728621" y="1800985"/>
            <a:ext cx="361969" cy="316411"/>
            <a:chOff x="-57187550" y="2314425"/>
            <a:chExt cx="319000" cy="278850"/>
          </a:xfrm>
        </p:grpSpPr>
        <p:sp>
          <p:nvSpPr>
            <p:cNvPr id="10919" name="Google Shape;10919;p89"/>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9"/>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9"/>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9"/>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89"/>
          <p:cNvGrpSpPr/>
          <p:nvPr/>
        </p:nvGrpSpPr>
        <p:grpSpPr>
          <a:xfrm>
            <a:off x="5745585" y="2230534"/>
            <a:ext cx="328042" cy="361771"/>
            <a:chOff x="-57172600" y="2686375"/>
            <a:chExt cx="289100" cy="318825"/>
          </a:xfrm>
        </p:grpSpPr>
        <p:sp>
          <p:nvSpPr>
            <p:cNvPr id="10924" name="Google Shape;10924;p89"/>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9"/>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6" name="Google Shape;10926;p89"/>
          <p:cNvGrpSpPr/>
          <p:nvPr/>
        </p:nvGrpSpPr>
        <p:grpSpPr>
          <a:xfrm>
            <a:off x="7958434" y="1304461"/>
            <a:ext cx="361090" cy="359303"/>
            <a:chOff x="-55225575" y="1903275"/>
            <a:chExt cx="318225" cy="316650"/>
          </a:xfrm>
        </p:grpSpPr>
        <p:sp>
          <p:nvSpPr>
            <p:cNvPr id="10927" name="Google Shape;10927;p89"/>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9"/>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9"/>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9"/>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9"/>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89"/>
          <p:cNvGrpSpPr/>
          <p:nvPr/>
        </p:nvGrpSpPr>
        <p:grpSpPr>
          <a:xfrm>
            <a:off x="7969611" y="1780418"/>
            <a:ext cx="338736" cy="359303"/>
            <a:chOff x="-55217700" y="2296300"/>
            <a:chExt cx="298525" cy="316650"/>
          </a:xfrm>
        </p:grpSpPr>
        <p:sp>
          <p:nvSpPr>
            <p:cNvPr id="10933" name="Google Shape;10933;p89"/>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9"/>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9"/>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9"/>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89"/>
          <p:cNvGrpSpPr/>
          <p:nvPr/>
        </p:nvGrpSpPr>
        <p:grpSpPr>
          <a:xfrm>
            <a:off x="7957541" y="2233002"/>
            <a:ext cx="362877" cy="359303"/>
            <a:chOff x="-55229525" y="2688550"/>
            <a:chExt cx="319800" cy="316650"/>
          </a:xfrm>
        </p:grpSpPr>
        <p:sp>
          <p:nvSpPr>
            <p:cNvPr id="10938" name="Google Shape;10938;p89"/>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9"/>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9"/>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9"/>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2" name="Google Shape;10942;p89"/>
          <p:cNvGrpSpPr/>
          <p:nvPr/>
        </p:nvGrpSpPr>
        <p:grpSpPr>
          <a:xfrm>
            <a:off x="6653760" y="2684124"/>
            <a:ext cx="338765" cy="361090"/>
            <a:chOff x="-53288825" y="1903275"/>
            <a:chExt cx="298550" cy="318225"/>
          </a:xfrm>
        </p:grpSpPr>
        <p:sp>
          <p:nvSpPr>
            <p:cNvPr id="10943" name="Google Shape;10943;p89"/>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9"/>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9"/>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6" name="Google Shape;10946;p89"/>
          <p:cNvGrpSpPr/>
          <p:nvPr/>
        </p:nvGrpSpPr>
        <p:grpSpPr>
          <a:xfrm>
            <a:off x="6642143" y="3135800"/>
            <a:ext cx="361998" cy="361090"/>
            <a:chOff x="-53299850" y="2294725"/>
            <a:chExt cx="319025" cy="318225"/>
          </a:xfrm>
        </p:grpSpPr>
        <p:sp>
          <p:nvSpPr>
            <p:cNvPr id="10947" name="Google Shape;10947;p89"/>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9"/>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9" name="Google Shape;10949;p89"/>
          <p:cNvGrpSpPr/>
          <p:nvPr/>
        </p:nvGrpSpPr>
        <p:grpSpPr>
          <a:xfrm>
            <a:off x="6664936" y="3604259"/>
            <a:ext cx="316411" cy="360211"/>
            <a:chOff x="-53278575" y="2687750"/>
            <a:chExt cx="278850" cy="317450"/>
          </a:xfrm>
        </p:grpSpPr>
        <p:sp>
          <p:nvSpPr>
            <p:cNvPr id="10950" name="Google Shape;10950;p89"/>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9"/>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9"/>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9"/>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89"/>
          <p:cNvGrpSpPr/>
          <p:nvPr/>
        </p:nvGrpSpPr>
        <p:grpSpPr>
          <a:xfrm>
            <a:off x="7986330" y="3603947"/>
            <a:ext cx="361998" cy="362310"/>
            <a:chOff x="-52101875" y="2687475"/>
            <a:chExt cx="319025" cy="319300"/>
          </a:xfrm>
        </p:grpSpPr>
        <p:sp>
          <p:nvSpPr>
            <p:cNvPr id="10955" name="Google Shape;10955;p89"/>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9"/>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9"/>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9"/>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9" name="Google Shape;10959;p89"/>
          <p:cNvGrpSpPr/>
          <p:nvPr/>
        </p:nvGrpSpPr>
        <p:grpSpPr>
          <a:xfrm>
            <a:off x="6201079" y="1305369"/>
            <a:ext cx="317290" cy="361090"/>
            <a:chOff x="-56774050" y="1904075"/>
            <a:chExt cx="279625" cy="318225"/>
          </a:xfrm>
        </p:grpSpPr>
        <p:sp>
          <p:nvSpPr>
            <p:cNvPr id="10960" name="Google Shape;10960;p89"/>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9"/>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89"/>
          <p:cNvGrpSpPr/>
          <p:nvPr/>
        </p:nvGrpSpPr>
        <p:grpSpPr>
          <a:xfrm>
            <a:off x="6201079" y="1778631"/>
            <a:ext cx="317290" cy="361090"/>
            <a:chOff x="-56774850" y="2294725"/>
            <a:chExt cx="279625" cy="318225"/>
          </a:xfrm>
        </p:grpSpPr>
        <p:sp>
          <p:nvSpPr>
            <p:cNvPr id="10963" name="Google Shape;10963;p89"/>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9"/>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9"/>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89"/>
          <p:cNvGrpSpPr/>
          <p:nvPr/>
        </p:nvGrpSpPr>
        <p:grpSpPr>
          <a:xfrm>
            <a:off x="6222086" y="2231215"/>
            <a:ext cx="275278" cy="360182"/>
            <a:chOff x="-56756725" y="2686975"/>
            <a:chExt cx="242600" cy="317425"/>
          </a:xfrm>
        </p:grpSpPr>
        <p:sp>
          <p:nvSpPr>
            <p:cNvPr id="10967" name="Google Shape;10967;p89"/>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9"/>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9"/>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0" name="Google Shape;10970;p89"/>
          <p:cNvGrpSpPr/>
          <p:nvPr/>
        </p:nvGrpSpPr>
        <p:grpSpPr>
          <a:xfrm>
            <a:off x="4870518" y="2684124"/>
            <a:ext cx="337346" cy="361998"/>
            <a:chOff x="-54826975" y="1903275"/>
            <a:chExt cx="297300" cy="319025"/>
          </a:xfrm>
        </p:grpSpPr>
        <p:sp>
          <p:nvSpPr>
            <p:cNvPr id="10971" name="Google Shape;10971;p89"/>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9"/>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9"/>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89"/>
          <p:cNvGrpSpPr/>
          <p:nvPr/>
        </p:nvGrpSpPr>
        <p:grpSpPr>
          <a:xfrm>
            <a:off x="4858206" y="3137587"/>
            <a:ext cx="361969" cy="359274"/>
            <a:chOff x="-54836500" y="2296300"/>
            <a:chExt cx="319000" cy="316625"/>
          </a:xfrm>
        </p:grpSpPr>
        <p:sp>
          <p:nvSpPr>
            <p:cNvPr id="10975" name="Google Shape;10975;p89"/>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9"/>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9"/>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9"/>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89"/>
          <p:cNvGrpSpPr/>
          <p:nvPr/>
        </p:nvGrpSpPr>
        <p:grpSpPr>
          <a:xfrm>
            <a:off x="4879652" y="3604259"/>
            <a:ext cx="319078" cy="361090"/>
            <a:chOff x="-54817600" y="2687750"/>
            <a:chExt cx="281200" cy="318225"/>
          </a:xfrm>
        </p:grpSpPr>
        <p:sp>
          <p:nvSpPr>
            <p:cNvPr id="10980" name="Google Shape;10980;p89"/>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9"/>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9"/>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9"/>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4" name="Google Shape;10984;p89"/>
          <p:cNvGrpSpPr/>
          <p:nvPr/>
        </p:nvGrpSpPr>
        <p:grpSpPr>
          <a:xfrm>
            <a:off x="7110476" y="2684124"/>
            <a:ext cx="317290" cy="359303"/>
            <a:chOff x="-52887125" y="1903275"/>
            <a:chExt cx="279625" cy="316650"/>
          </a:xfrm>
        </p:grpSpPr>
        <p:sp>
          <p:nvSpPr>
            <p:cNvPr id="10985" name="Google Shape;10985;p89"/>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9"/>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7" name="Google Shape;10987;p89"/>
          <p:cNvGrpSpPr/>
          <p:nvPr/>
        </p:nvGrpSpPr>
        <p:grpSpPr>
          <a:xfrm>
            <a:off x="7089030" y="3134920"/>
            <a:ext cx="360182" cy="361969"/>
            <a:chOff x="-52906025" y="2293950"/>
            <a:chExt cx="317425" cy="319000"/>
          </a:xfrm>
        </p:grpSpPr>
        <p:sp>
          <p:nvSpPr>
            <p:cNvPr id="10988" name="Google Shape;10988;p89"/>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9"/>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9"/>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89"/>
          <p:cNvGrpSpPr/>
          <p:nvPr/>
        </p:nvGrpSpPr>
        <p:grpSpPr>
          <a:xfrm>
            <a:off x="7110476" y="3603379"/>
            <a:ext cx="317290" cy="361090"/>
            <a:chOff x="-52887125" y="2686975"/>
            <a:chExt cx="279625" cy="318225"/>
          </a:xfrm>
        </p:grpSpPr>
        <p:sp>
          <p:nvSpPr>
            <p:cNvPr id="10992" name="Google Shape;10992;p89"/>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9"/>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9"/>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9"/>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89"/>
          <p:cNvGrpSpPr/>
          <p:nvPr/>
        </p:nvGrpSpPr>
        <p:grpSpPr>
          <a:xfrm>
            <a:off x="6220848" y="4062998"/>
            <a:ext cx="318170" cy="359303"/>
            <a:chOff x="-51722225" y="1915100"/>
            <a:chExt cx="280400" cy="316650"/>
          </a:xfrm>
        </p:grpSpPr>
        <p:sp>
          <p:nvSpPr>
            <p:cNvPr id="10997" name="Google Shape;10997;p89"/>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9"/>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9"/>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9"/>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1" name="Google Shape;11001;p89"/>
          <p:cNvGrpSpPr/>
          <p:nvPr/>
        </p:nvGrpSpPr>
        <p:grpSpPr>
          <a:xfrm>
            <a:off x="6616678" y="1303695"/>
            <a:ext cx="370905" cy="360976"/>
            <a:chOff x="-56407800" y="1902600"/>
            <a:chExt cx="326875" cy="318125"/>
          </a:xfrm>
        </p:grpSpPr>
        <p:sp>
          <p:nvSpPr>
            <p:cNvPr id="11002" name="Google Shape;11002;p89"/>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9"/>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9"/>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5" name="Google Shape;11005;p89"/>
          <p:cNvGrpSpPr/>
          <p:nvPr/>
        </p:nvGrpSpPr>
        <p:grpSpPr>
          <a:xfrm>
            <a:off x="6622479" y="1790262"/>
            <a:ext cx="359303" cy="338736"/>
            <a:chOff x="-56401500" y="2304975"/>
            <a:chExt cx="316650" cy="298525"/>
          </a:xfrm>
        </p:grpSpPr>
        <p:sp>
          <p:nvSpPr>
            <p:cNvPr id="11006" name="Google Shape;11006;p89"/>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9"/>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9"/>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9"/>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0" name="Google Shape;11010;p89"/>
          <p:cNvGrpSpPr/>
          <p:nvPr/>
        </p:nvGrpSpPr>
        <p:grpSpPr>
          <a:xfrm>
            <a:off x="5328863" y="2682337"/>
            <a:ext cx="319985" cy="361090"/>
            <a:chOff x="-54426150" y="1901700"/>
            <a:chExt cx="282000" cy="318225"/>
          </a:xfrm>
        </p:grpSpPr>
        <p:sp>
          <p:nvSpPr>
            <p:cNvPr id="11011" name="Google Shape;11011;p89"/>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9"/>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9"/>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9"/>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5" name="Google Shape;11015;p89"/>
          <p:cNvGrpSpPr/>
          <p:nvPr/>
        </p:nvGrpSpPr>
        <p:grpSpPr>
          <a:xfrm>
            <a:off x="5328863" y="3135800"/>
            <a:ext cx="319985" cy="361998"/>
            <a:chOff x="-54426150" y="2294725"/>
            <a:chExt cx="282000" cy="319025"/>
          </a:xfrm>
        </p:grpSpPr>
        <p:sp>
          <p:nvSpPr>
            <p:cNvPr id="11016" name="Google Shape;11016;p89"/>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9"/>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9"/>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9"/>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9"/>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89"/>
          <p:cNvGrpSpPr/>
          <p:nvPr/>
        </p:nvGrpSpPr>
        <p:grpSpPr>
          <a:xfrm>
            <a:off x="5327076" y="3603379"/>
            <a:ext cx="323560" cy="361969"/>
            <a:chOff x="-54427725" y="2686975"/>
            <a:chExt cx="285150" cy="319000"/>
          </a:xfrm>
        </p:grpSpPr>
        <p:sp>
          <p:nvSpPr>
            <p:cNvPr id="11022" name="Google Shape;11022;p89"/>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9"/>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9"/>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9"/>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9"/>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7" name="Google Shape;11027;p89"/>
          <p:cNvGrpSpPr/>
          <p:nvPr/>
        </p:nvGrpSpPr>
        <p:grpSpPr>
          <a:xfrm>
            <a:off x="7533634" y="2684351"/>
            <a:ext cx="359303" cy="359984"/>
            <a:chOff x="-52513800" y="1903475"/>
            <a:chExt cx="316650" cy="317250"/>
          </a:xfrm>
        </p:grpSpPr>
        <p:sp>
          <p:nvSpPr>
            <p:cNvPr id="11028" name="Google Shape;11028;p89"/>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9"/>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89"/>
          <p:cNvGrpSpPr/>
          <p:nvPr/>
        </p:nvGrpSpPr>
        <p:grpSpPr>
          <a:xfrm>
            <a:off x="7543464" y="3136708"/>
            <a:ext cx="339644" cy="360182"/>
            <a:chOff x="-52505925" y="2295525"/>
            <a:chExt cx="299325" cy="317425"/>
          </a:xfrm>
        </p:grpSpPr>
        <p:sp>
          <p:nvSpPr>
            <p:cNvPr id="11031" name="Google Shape;11031;p89"/>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9"/>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9"/>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9"/>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89"/>
          <p:cNvGrpSpPr/>
          <p:nvPr/>
        </p:nvGrpSpPr>
        <p:grpSpPr>
          <a:xfrm>
            <a:off x="7554641" y="3603379"/>
            <a:ext cx="317290" cy="361090"/>
            <a:chOff x="-52494100" y="2686975"/>
            <a:chExt cx="279625" cy="318225"/>
          </a:xfrm>
        </p:grpSpPr>
        <p:sp>
          <p:nvSpPr>
            <p:cNvPr id="11036" name="Google Shape;11036;p89"/>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9"/>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9"/>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9"/>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89"/>
          <p:cNvGrpSpPr/>
          <p:nvPr/>
        </p:nvGrpSpPr>
        <p:grpSpPr>
          <a:xfrm>
            <a:off x="6665412" y="4064322"/>
            <a:ext cx="315503" cy="361090"/>
            <a:chOff x="-51708850" y="2305750"/>
            <a:chExt cx="278050" cy="318225"/>
          </a:xfrm>
        </p:grpSpPr>
        <p:sp>
          <p:nvSpPr>
            <p:cNvPr id="11041" name="Google Shape;11041;p89"/>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9"/>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9"/>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4" name="Google Shape;11044;p89"/>
          <p:cNvGrpSpPr/>
          <p:nvPr/>
        </p:nvGrpSpPr>
        <p:grpSpPr>
          <a:xfrm>
            <a:off x="7536807" y="1306109"/>
            <a:ext cx="319089" cy="362073"/>
            <a:chOff x="1044400" y="2917425"/>
            <a:chExt cx="248125" cy="281550"/>
          </a:xfrm>
        </p:grpSpPr>
        <p:sp>
          <p:nvSpPr>
            <p:cNvPr id="11045" name="Google Shape;11045;p89"/>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9"/>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9"/>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9"/>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9"/>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1050" name="Google Shape;11050;p89"/>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1051" name="Google Shape;11051;p89"/>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1052" name="Google Shape;11052;p89"/>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9"/>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4" name="Google Shape;11054;p89"/>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58" name="Shape 11058"/>
        <p:cNvGrpSpPr/>
        <p:nvPr/>
      </p:nvGrpSpPr>
      <p:grpSpPr>
        <a:xfrm>
          <a:off x="0" y="0"/>
          <a:ext cx="0" cy="0"/>
          <a:chOff x="0" y="0"/>
          <a:chExt cx="0" cy="0"/>
        </a:xfrm>
      </p:grpSpPr>
      <p:sp>
        <p:nvSpPr>
          <p:cNvPr id="11059" name="Google Shape;11059;p90"/>
          <p:cNvSpPr txBox="1"/>
          <p:nvPr>
            <p:ph idx="4294967295" type="title"/>
          </p:nvPr>
        </p:nvSpPr>
        <p:spPr>
          <a:xfrm>
            <a:off x="849675"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060" name="Google Shape;11060;p90"/>
          <p:cNvSpPr txBox="1"/>
          <p:nvPr>
            <p:ph idx="4294967295" type="title"/>
          </p:nvPr>
        </p:nvSpPr>
        <p:spPr>
          <a:xfrm>
            <a:off x="4858400"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061" name="Google Shape;11061;p90"/>
          <p:cNvGrpSpPr/>
          <p:nvPr/>
        </p:nvGrpSpPr>
        <p:grpSpPr>
          <a:xfrm>
            <a:off x="889109" y="1303003"/>
            <a:ext cx="278288" cy="357036"/>
            <a:chOff x="-50489600" y="1947400"/>
            <a:chExt cx="233150" cy="299125"/>
          </a:xfrm>
        </p:grpSpPr>
        <p:sp>
          <p:nvSpPr>
            <p:cNvPr id="11062" name="Google Shape;11062;p90"/>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90"/>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90"/>
          <p:cNvGrpSpPr/>
          <p:nvPr/>
        </p:nvGrpSpPr>
        <p:grpSpPr>
          <a:xfrm>
            <a:off x="849616" y="1757960"/>
            <a:ext cx="357274" cy="358199"/>
            <a:chOff x="-50523475" y="2316000"/>
            <a:chExt cx="299325" cy="300100"/>
          </a:xfrm>
        </p:grpSpPr>
        <p:sp>
          <p:nvSpPr>
            <p:cNvPr id="11065" name="Google Shape;11065;p90"/>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90"/>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90"/>
          <p:cNvGrpSpPr/>
          <p:nvPr/>
        </p:nvGrpSpPr>
        <p:grpSpPr>
          <a:xfrm>
            <a:off x="848213" y="2207269"/>
            <a:ext cx="360079" cy="357304"/>
            <a:chOff x="-50524250" y="2686150"/>
            <a:chExt cx="301675" cy="299350"/>
          </a:xfrm>
        </p:grpSpPr>
        <p:sp>
          <p:nvSpPr>
            <p:cNvPr id="11068" name="Google Shape;11068;p90"/>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90"/>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90"/>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90"/>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90"/>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90"/>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90"/>
          <p:cNvGrpSpPr/>
          <p:nvPr/>
        </p:nvGrpSpPr>
        <p:grpSpPr>
          <a:xfrm>
            <a:off x="3070976" y="1333082"/>
            <a:ext cx="358199" cy="359154"/>
            <a:chOff x="-48633950" y="1972600"/>
            <a:chExt cx="300100" cy="300900"/>
          </a:xfrm>
        </p:grpSpPr>
        <p:sp>
          <p:nvSpPr>
            <p:cNvPr id="11075" name="Google Shape;11075;p90"/>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90"/>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90"/>
          <p:cNvGrpSpPr/>
          <p:nvPr/>
        </p:nvGrpSpPr>
        <p:grpSpPr>
          <a:xfrm>
            <a:off x="3070499" y="1788993"/>
            <a:ext cx="359154" cy="361004"/>
            <a:chOff x="-48634750" y="2342000"/>
            <a:chExt cx="300900" cy="302450"/>
          </a:xfrm>
        </p:grpSpPr>
        <p:sp>
          <p:nvSpPr>
            <p:cNvPr id="11078" name="Google Shape;11078;p90"/>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90"/>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90"/>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90"/>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90"/>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90"/>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90"/>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90"/>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90"/>
          <p:cNvGrpSpPr/>
          <p:nvPr/>
        </p:nvGrpSpPr>
        <p:grpSpPr>
          <a:xfrm>
            <a:off x="3071439" y="2237377"/>
            <a:ext cx="357274" cy="357274"/>
            <a:chOff x="-48633175" y="2711375"/>
            <a:chExt cx="299325" cy="299325"/>
          </a:xfrm>
        </p:grpSpPr>
        <p:sp>
          <p:nvSpPr>
            <p:cNvPr id="11087" name="Google Shape;11087;p90"/>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90"/>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9" name="Google Shape;11089;p90"/>
          <p:cNvGrpSpPr/>
          <p:nvPr/>
        </p:nvGrpSpPr>
        <p:grpSpPr>
          <a:xfrm>
            <a:off x="1757928" y="2689329"/>
            <a:ext cx="314006" cy="358229"/>
            <a:chOff x="-46753100" y="1965500"/>
            <a:chExt cx="263075" cy="300125"/>
          </a:xfrm>
        </p:grpSpPr>
        <p:sp>
          <p:nvSpPr>
            <p:cNvPr id="11090" name="Google Shape;11090;p90"/>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90"/>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2" name="Google Shape;11092;p90"/>
          <p:cNvGrpSpPr/>
          <p:nvPr/>
        </p:nvGrpSpPr>
        <p:grpSpPr>
          <a:xfrm>
            <a:off x="1735354" y="3156542"/>
            <a:ext cx="359154" cy="315916"/>
            <a:chOff x="-46772025" y="2350650"/>
            <a:chExt cx="300900" cy="264675"/>
          </a:xfrm>
        </p:grpSpPr>
        <p:sp>
          <p:nvSpPr>
            <p:cNvPr id="11093" name="Google Shape;11093;p90"/>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90"/>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5" name="Google Shape;11095;p90"/>
          <p:cNvGrpSpPr/>
          <p:nvPr/>
        </p:nvGrpSpPr>
        <p:grpSpPr>
          <a:xfrm>
            <a:off x="1735354" y="3590820"/>
            <a:ext cx="359154" cy="359154"/>
            <a:chOff x="-46772025" y="2701925"/>
            <a:chExt cx="300900" cy="300900"/>
          </a:xfrm>
        </p:grpSpPr>
        <p:sp>
          <p:nvSpPr>
            <p:cNvPr id="11096" name="Google Shape;11096;p90"/>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90"/>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8" name="Google Shape;11098;p90"/>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9" name="Google Shape;11099;p90"/>
          <p:cNvGrpSpPr/>
          <p:nvPr/>
        </p:nvGrpSpPr>
        <p:grpSpPr>
          <a:xfrm>
            <a:off x="1293035" y="1303928"/>
            <a:ext cx="358199" cy="359154"/>
            <a:chOff x="-50154075" y="1948175"/>
            <a:chExt cx="300100" cy="300900"/>
          </a:xfrm>
        </p:grpSpPr>
        <p:sp>
          <p:nvSpPr>
            <p:cNvPr id="11100" name="Google Shape;11100;p90"/>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90"/>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90"/>
          <p:cNvGrpSpPr/>
          <p:nvPr/>
        </p:nvGrpSpPr>
        <p:grpSpPr>
          <a:xfrm>
            <a:off x="1293035" y="1758885"/>
            <a:ext cx="358199" cy="358229"/>
            <a:chOff x="-50154850" y="2316775"/>
            <a:chExt cx="300100" cy="300125"/>
          </a:xfrm>
        </p:grpSpPr>
        <p:sp>
          <p:nvSpPr>
            <p:cNvPr id="11103" name="Google Shape;11103;p90"/>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90"/>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5" name="Google Shape;11105;p90"/>
          <p:cNvGrpSpPr/>
          <p:nvPr/>
        </p:nvGrpSpPr>
        <p:grpSpPr>
          <a:xfrm>
            <a:off x="1288813" y="2205896"/>
            <a:ext cx="366644" cy="356558"/>
            <a:chOff x="-50158000" y="2685000"/>
            <a:chExt cx="307175" cy="298725"/>
          </a:xfrm>
        </p:grpSpPr>
        <p:sp>
          <p:nvSpPr>
            <p:cNvPr id="11106" name="Google Shape;11106;p90"/>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90"/>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90"/>
          <p:cNvGrpSpPr/>
          <p:nvPr/>
        </p:nvGrpSpPr>
        <p:grpSpPr>
          <a:xfrm>
            <a:off x="3521599" y="1334007"/>
            <a:ext cx="361004" cy="358229"/>
            <a:chOff x="-48266125" y="1973375"/>
            <a:chExt cx="302450" cy="300125"/>
          </a:xfrm>
        </p:grpSpPr>
        <p:sp>
          <p:nvSpPr>
            <p:cNvPr id="11109" name="Google Shape;11109;p90"/>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90"/>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90"/>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90"/>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90"/>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90"/>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5" name="Google Shape;11115;p90"/>
          <p:cNvGrpSpPr/>
          <p:nvPr/>
        </p:nvGrpSpPr>
        <p:grpSpPr>
          <a:xfrm>
            <a:off x="3548844" y="1789769"/>
            <a:ext cx="306516" cy="358349"/>
            <a:chOff x="-48237000" y="2342650"/>
            <a:chExt cx="256800" cy="300225"/>
          </a:xfrm>
        </p:grpSpPr>
        <p:sp>
          <p:nvSpPr>
            <p:cNvPr id="11116" name="Google Shape;11116;p90"/>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90"/>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90"/>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90"/>
          <p:cNvGrpSpPr/>
          <p:nvPr/>
        </p:nvGrpSpPr>
        <p:grpSpPr>
          <a:xfrm>
            <a:off x="2180338" y="2690046"/>
            <a:ext cx="361034" cy="355633"/>
            <a:chOff x="-46404975" y="1966100"/>
            <a:chExt cx="302475" cy="297950"/>
          </a:xfrm>
        </p:grpSpPr>
        <p:sp>
          <p:nvSpPr>
            <p:cNvPr id="11120" name="Google Shape;11120;p90"/>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90"/>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90"/>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90"/>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90"/>
          <p:cNvGrpSpPr/>
          <p:nvPr/>
        </p:nvGrpSpPr>
        <p:grpSpPr>
          <a:xfrm>
            <a:off x="2181740" y="3135863"/>
            <a:ext cx="358229" cy="358199"/>
            <a:chOff x="-46401050" y="2333325"/>
            <a:chExt cx="300125" cy="300100"/>
          </a:xfrm>
        </p:grpSpPr>
        <p:sp>
          <p:nvSpPr>
            <p:cNvPr id="11125" name="Google Shape;11125;p90"/>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90"/>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90"/>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90"/>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9" name="Google Shape;11129;p90"/>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0" name="Google Shape;11130;p90"/>
          <p:cNvGrpSpPr/>
          <p:nvPr/>
        </p:nvGrpSpPr>
        <p:grpSpPr>
          <a:xfrm>
            <a:off x="3961830" y="3146218"/>
            <a:ext cx="359154" cy="359124"/>
            <a:chOff x="-44914800" y="2342000"/>
            <a:chExt cx="300900" cy="300875"/>
          </a:xfrm>
        </p:grpSpPr>
        <p:sp>
          <p:nvSpPr>
            <p:cNvPr id="11131" name="Google Shape;11131;p90"/>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90"/>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90"/>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4" name="Google Shape;11134;p90"/>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5" name="Google Shape;11135;p90"/>
          <p:cNvGrpSpPr/>
          <p:nvPr/>
        </p:nvGrpSpPr>
        <p:grpSpPr>
          <a:xfrm>
            <a:off x="1735816" y="1758736"/>
            <a:ext cx="359154" cy="357424"/>
            <a:chOff x="-49786250" y="2316650"/>
            <a:chExt cx="300900" cy="299450"/>
          </a:xfrm>
        </p:grpSpPr>
        <p:sp>
          <p:nvSpPr>
            <p:cNvPr id="11136" name="Google Shape;11136;p90"/>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90"/>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90"/>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90"/>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90"/>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90"/>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90"/>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3" name="Google Shape;11143;p90"/>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90"/>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5" name="Google Shape;11145;p90"/>
          <p:cNvGrpSpPr/>
          <p:nvPr/>
        </p:nvGrpSpPr>
        <p:grpSpPr>
          <a:xfrm>
            <a:off x="4033144" y="1788993"/>
            <a:ext cx="230365" cy="359124"/>
            <a:chOff x="-47842400" y="2342000"/>
            <a:chExt cx="193000" cy="300875"/>
          </a:xfrm>
        </p:grpSpPr>
        <p:sp>
          <p:nvSpPr>
            <p:cNvPr id="11146" name="Google Shape;11146;p90"/>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90"/>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90"/>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9" name="Google Shape;11149;p90"/>
          <p:cNvGrpSpPr/>
          <p:nvPr/>
        </p:nvGrpSpPr>
        <p:grpSpPr>
          <a:xfrm>
            <a:off x="3969212" y="2236452"/>
            <a:ext cx="358229" cy="359154"/>
            <a:chOff x="-47896750" y="2710600"/>
            <a:chExt cx="300125" cy="300900"/>
          </a:xfrm>
        </p:grpSpPr>
        <p:sp>
          <p:nvSpPr>
            <p:cNvPr id="11150" name="Google Shape;11150;p90"/>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90"/>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90"/>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90"/>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4" name="Google Shape;11154;p90"/>
          <p:cNvGrpSpPr/>
          <p:nvPr/>
        </p:nvGrpSpPr>
        <p:grpSpPr>
          <a:xfrm>
            <a:off x="2624852" y="2710009"/>
            <a:ext cx="359154" cy="314991"/>
            <a:chOff x="-46033225" y="1982825"/>
            <a:chExt cx="300900" cy="263900"/>
          </a:xfrm>
        </p:grpSpPr>
        <p:sp>
          <p:nvSpPr>
            <p:cNvPr id="11155" name="Google Shape;11155;p90"/>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90"/>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90"/>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8" name="Google Shape;11158;p90"/>
          <p:cNvGrpSpPr/>
          <p:nvPr/>
        </p:nvGrpSpPr>
        <p:grpSpPr>
          <a:xfrm>
            <a:off x="2621569" y="3137266"/>
            <a:ext cx="365719" cy="326151"/>
            <a:chOff x="-46034000" y="2334500"/>
            <a:chExt cx="306400" cy="273250"/>
          </a:xfrm>
        </p:grpSpPr>
        <p:sp>
          <p:nvSpPr>
            <p:cNvPr id="11159" name="Google Shape;11159;p90"/>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90"/>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90"/>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2" name="Google Shape;11162;p90"/>
          <p:cNvGrpSpPr/>
          <p:nvPr/>
        </p:nvGrpSpPr>
        <p:grpSpPr>
          <a:xfrm>
            <a:off x="2667627" y="3591655"/>
            <a:ext cx="273603" cy="356439"/>
            <a:chOff x="-45998575" y="2702625"/>
            <a:chExt cx="229225" cy="298625"/>
          </a:xfrm>
        </p:grpSpPr>
        <p:sp>
          <p:nvSpPr>
            <p:cNvPr id="11163" name="Google Shape;11163;p90"/>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90"/>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90"/>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90"/>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90"/>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90"/>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90"/>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0" name="Google Shape;11170;p90"/>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90"/>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2" name="Google Shape;11172;p90"/>
          <p:cNvGrpSpPr/>
          <p:nvPr/>
        </p:nvGrpSpPr>
        <p:grpSpPr>
          <a:xfrm>
            <a:off x="2203197" y="2205419"/>
            <a:ext cx="314961" cy="361034"/>
            <a:chOff x="-49398750" y="2684600"/>
            <a:chExt cx="263875" cy="302475"/>
          </a:xfrm>
        </p:grpSpPr>
        <p:sp>
          <p:nvSpPr>
            <p:cNvPr id="11173" name="Google Shape;11173;p90"/>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90"/>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90"/>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6" name="Google Shape;11176;p90"/>
          <p:cNvGrpSpPr/>
          <p:nvPr/>
        </p:nvGrpSpPr>
        <p:grpSpPr>
          <a:xfrm>
            <a:off x="873121" y="2699684"/>
            <a:ext cx="314006" cy="359154"/>
            <a:chOff x="-47509225" y="1974175"/>
            <a:chExt cx="263075" cy="300900"/>
          </a:xfrm>
        </p:grpSpPr>
        <p:sp>
          <p:nvSpPr>
            <p:cNvPr id="11177" name="Google Shape;11177;p90"/>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90"/>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90"/>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90"/>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90"/>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2" name="Google Shape;11182;p90"/>
          <p:cNvGrpSpPr/>
          <p:nvPr/>
        </p:nvGrpSpPr>
        <p:grpSpPr>
          <a:xfrm>
            <a:off x="849622" y="3146218"/>
            <a:ext cx="361004" cy="357961"/>
            <a:chOff x="-47529700" y="2342000"/>
            <a:chExt cx="302450" cy="299900"/>
          </a:xfrm>
        </p:grpSpPr>
        <p:sp>
          <p:nvSpPr>
            <p:cNvPr id="11183" name="Google Shape;11183;p90"/>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90"/>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90"/>
          <p:cNvGrpSpPr/>
          <p:nvPr/>
        </p:nvGrpSpPr>
        <p:grpSpPr>
          <a:xfrm>
            <a:off x="851025" y="3645367"/>
            <a:ext cx="358199" cy="272648"/>
            <a:chOff x="-47527350" y="2747625"/>
            <a:chExt cx="300100" cy="228425"/>
          </a:xfrm>
        </p:grpSpPr>
        <p:sp>
          <p:nvSpPr>
            <p:cNvPr id="11186" name="Google Shape;11186;p90"/>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90"/>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90"/>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90"/>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90"/>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90"/>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2" name="Google Shape;11192;p90"/>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3" name="Google Shape;11193;p90"/>
          <p:cNvGrpSpPr/>
          <p:nvPr/>
        </p:nvGrpSpPr>
        <p:grpSpPr>
          <a:xfrm>
            <a:off x="3073924" y="3158422"/>
            <a:ext cx="358229" cy="314961"/>
            <a:chOff x="-45664625" y="2352225"/>
            <a:chExt cx="300125" cy="263875"/>
          </a:xfrm>
        </p:grpSpPr>
        <p:sp>
          <p:nvSpPr>
            <p:cNvPr id="11194" name="Google Shape;11194;p90"/>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90"/>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90"/>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90"/>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90"/>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90"/>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90"/>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90"/>
          <p:cNvGrpSpPr/>
          <p:nvPr/>
        </p:nvGrpSpPr>
        <p:grpSpPr>
          <a:xfrm>
            <a:off x="3073103" y="3592401"/>
            <a:ext cx="359870" cy="357573"/>
            <a:chOff x="-45665400" y="2703250"/>
            <a:chExt cx="301500" cy="299575"/>
          </a:xfrm>
        </p:grpSpPr>
        <p:sp>
          <p:nvSpPr>
            <p:cNvPr id="11202" name="Google Shape;11202;p90"/>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90"/>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90"/>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90"/>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90"/>
          <p:cNvGrpSpPr/>
          <p:nvPr/>
        </p:nvGrpSpPr>
        <p:grpSpPr>
          <a:xfrm>
            <a:off x="2174760" y="4033337"/>
            <a:ext cx="359154" cy="360109"/>
            <a:chOff x="-44528075" y="1982825"/>
            <a:chExt cx="300900" cy="301700"/>
          </a:xfrm>
        </p:grpSpPr>
        <p:sp>
          <p:nvSpPr>
            <p:cNvPr id="11207" name="Google Shape;11207;p90"/>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90"/>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90"/>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90"/>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90"/>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90"/>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90"/>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4" name="Google Shape;11214;p90"/>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5" name="Google Shape;11215;p90"/>
          <p:cNvGrpSpPr/>
          <p:nvPr/>
        </p:nvGrpSpPr>
        <p:grpSpPr>
          <a:xfrm>
            <a:off x="2625923" y="1758885"/>
            <a:ext cx="358199" cy="358229"/>
            <a:chOff x="-49048250" y="2316775"/>
            <a:chExt cx="300100" cy="300125"/>
          </a:xfrm>
        </p:grpSpPr>
        <p:sp>
          <p:nvSpPr>
            <p:cNvPr id="11216" name="Google Shape;11216;p90"/>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90"/>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90"/>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90"/>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0" name="Google Shape;11220;p90"/>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1" name="Google Shape;11221;p90"/>
          <p:cNvGrpSpPr/>
          <p:nvPr/>
        </p:nvGrpSpPr>
        <p:grpSpPr>
          <a:xfrm>
            <a:off x="1290494" y="2699684"/>
            <a:ext cx="360109" cy="358199"/>
            <a:chOff x="-47160325" y="1974175"/>
            <a:chExt cx="301700" cy="300100"/>
          </a:xfrm>
        </p:grpSpPr>
        <p:sp>
          <p:nvSpPr>
            <p:cNvPr id="11222" name="Google Shape;11222;p90"/>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90"/>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90"/>
          <p:cNvGrpSpPr/>
          <p:nvPr/>
        </p:nvGrpSpPr>
        <p:grpSpPr>
          <a:xfrm>
            <a:off x="1290971" y="3146218"/>
            <a:ext cx="359154" cy="359124"/>
            <a:chOff x="-47159525" y="2342000"/>
            <a:chExt cx="300900" cy="300875"/>
          </a:xfrm>
        </p:grpSpPr>
        <p:sp>
          <p:nvSpPr>
            <p:cNvPr id="11225" name="Google Shape;11225;p90"/>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90"/>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90"/>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90"/>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90"/>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0" name="Google Shape;11230;p90"/>
          <p:cNvGrpSpPr/>
          <p:nvPr/>
        </p:nvGrpSpPr>
        <p:grpSpPr>
          <a:xfrm>
            <a:off x="1291448" y="3603054"/>
            <a:ext cx="358199" cy="359154"/>
            <a:chOff x="-47157950" y="2712175"/>
            <a:chExt cx="300100" cy="300900"/>
          </a:xfrm>
        </p:grpSpPr>
        <p:sp>
          <p:nvSpPr>
            <p:cNvPr id="11231" name="Google Shape;11231;p90"/>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90"/>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90"/>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90"/>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90"/>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90"/>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90"/>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8" name="Google Shape;11238;p90"/>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9" name="Google Shape;11239;p90"/>
          <p:cNvGrpSpPr/>
          <p:nvPr/>
        </p:nvGrpSpPr>
        <p:grpSpPr>
          <a:xfrm>
            <a:off x="3535175" y="3135863"/>
            <a:ext cx="315886" cy="358199"/>
            <a:chOff x="-45278675" y="2333325"/>
            <a:chExt cx="264650" cy="300100"/>
          </a:xfrm>
        </p:grpSpPr>
        <p:sp>
          <p:nvSpPr>
            <p:cNvPr id="11240" name="Google Shape;11240;p90"/>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90"/>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90"/>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90"/>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90"/>
          <p:cNvGrpSpPr/>
          <p:nvPr/>
        </p:nvGrpSpPr>
        <p:grpSpPr>
          <a:xfrm>
            <a:off x="3545500" y="3590820"/>
            <a:ext cx="295237" cy="358229"/>
            <a:chOff x="-45270025" y="2701925"/>
            <a:chExt cx="247350" cy="300125"/>
          </a:xfrm>
        </p:grpSpPr>
        <p:sp>
          <p:nvSpPr>
            <p:cNvPr id="11245" name="Google Shape;11245;p90"/>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90"/>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90"/>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90"/>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9" name="Google Shape;11249;p90"/>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0" name="Google Shape;11250;p90"/>
          <p:cNvGrpSpPr/>
          <p:nvPr/>
        </p:nvGrpSpPr>
        <p:grpSpPr>
          <a:xfrm>
            <a:off x="2209567" y="1743737"/>
            <a:ext cx="307444" cy="366556"/>
            <a:chOff x="2209567" y="1972337"/>
            <a:chExt cx="307444" cy="366556"/>
          </a:xfrm>
        </p:grpSpPr>
        <p:sp>
          <p:nvSpPr>
            <p:cNvPr id="11251" name="Google Shape;11251;p90"/>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90"/>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90"/>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4" name="Google Shape;11254;p90"/>
            <p:cNvGrpSpPr/>
            <p:nvPr/>
          </p:nvGrpSpPr>
          <p:grpSpPr>
            <a:xfrm>
              <a:off x="2209567" y="2078266"/>
              <a:ext cx="307444" cy="260626"/>
              <a:chOff x="1636184" y="2959225"/>
              <a:chExt cx="232666" cy="197250"/>
            </a:xfrm>
          </p:grpSpPr>
          <p:sp>
            <p:nvSpPr>
              <p:cNvPr id="11255" name="Google Shape;11255;p90"/>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90"/>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90"/>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1258" name="Google Shape;11258;p90"/>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grpSp>
        <p:nvGrpSpPr>
          <p:cNvPr id="11259" name="Google Shape;11259;p90"/>
          <p:cNvGrpSpPr/>
          <p:nvPr/>
        </p:nvGrpSpPr>
        <p:grpSpPr>
          <a:xfrm>
            <a:off x="3577265" y="2235011"/>
            <a:ext cx="258542" cy="365154"/>
            <a:chOff x="-47300587" y="123275"/>
            <a:chExt cx="190975" cy="269725"/>
          </a:xfrm>
        </p:grpSpPr>
        <p:sp>
          <p:nvSpPr>
            <p:cNvPr id="11260" name="Google Shape;11260;p90"/>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90"/>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90"/>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90"/>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90"/>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5" name="Google Shape;11265;p90"/>
          <p:cNvGrpSpPr/>
          <p:nvPr/>
        </p:nvGrpSpPr>
        <p:grpSpPr>
          <a:xfrm>
            <a:off x="4870788" y="1304201"/>
            <a:ext cx="342328" cy="339793"/>
            <a:chOff x="-13966675" y="1639700"/>
            <a:chExt cx="354450" cy="351825"/>
          </a:xfrm>
        </p:grpSpPr>
        <p:sp>
          <p:nvSpPr>
            <p:cNvPr id="11266" name="Google Shape;11266;p90"/>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90"/>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90"/>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90"/>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90"/>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1" name="Google Shape;11271;p90"/>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90"/>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3" name="Google Shape;11273;p90"/>
          <p:cNvGrpSpPr/>
          <p:nvPr/>
        </p:nvGrpSpPr>
        <p:grpSpPr>
          <a:xfrm>
            <a:off x="6667277" y="1303887"/>
            <a:ext cx="340034" cy="340420"/>
            <a:chOff x="-12199250" y="1662675"/>
            <a:chExt cx="352075" cy="352475"/>
          </a:xfrm>
        </p:grpSpPr>
        <p:sp>
          <p:nvSpPr>
            <p:cNvPr id="11274" name="Google Shape;11274;p90"/>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90"/>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90"/>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7" name="Google Shape;11277;p90"/>
          <p:cNvGrpSpPr/>
          <p:nvPr/>
        </p:nvGrpSpPr>
        <p:grpSpPr>
          <a:xfrm>
            <a:off x="6666130" y="1710754"/>
            <a:ext cx="342328" cy="342328"/>
            <a:chOff x="-12199250" y="2096250"/>
            <a:chExt cx="354450" cy="354450"/>
          </a:xfrm>
        </p:grpSpPr>
        <p:sp>
          <p:nvSpPr>
            <p:cNvPr id="11278" name="Google Shape;11278;p90"/>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90"/>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90"/>
          <p:cNvGrpSpPr/>
          <p:nvPr/>
        </p:nvGrpSpPr>
        <p:grpSpPr>
          <a:xfrm>
            <a:off x="6667277" y="2119708"/>
            <a:ext cx="340034" cy="341579"/>
            <a:chOff x="-12199250" y="2530225"/>
            <a:chExt cx="352075" cy="353675"/>
          </a:xfrm>
        </p:grpSpPr>
        <p:sp>
          <p:nvSpPr>
            <p:cNvPr id="11281" name="Google Shape;11281;p90"/>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90"/>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90"/>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90"/>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5" name="Google Shape;11285;p90"/>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6" name="Google Shape;11286;p90"/>
          <p:cNvGrpSpPr/>
          <p:nvPr/>
        </p:nvGrpSpPr>
        <p:grpSpPr>
          <a:xfrm>
            <a:off x="4870788" y="2959488"/>
            <a:ext cx="342328" cy="339310"/>
            <a:chOff x="-10462550" y="2057650"/>
            <a:chExt cx="354450" cy="351325"/>
          </a:xfrm>
        </p:grpSpPr>
        <p:sp>
          <p:nvSpPr>
            <p:cNvPr id="11287" name="Google Shape;11287;p90"/>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90"/>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9" name="Google Shape;11289;p90"/>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0" name="Google Shape;11290;p90"/>
          <p:cNvGrpSpPr/>
          <p:nvPr/>
        </p:nvGrpSpPr>
        <p:grpSpPr>
          <a:xfrm>
            <a:off x="6649772" y="2551051"/>
            <a:ext cx="375044" cy="340541"/>
            <a:chOff x="-8692750" y="1622100"/>
            <a:chExt cx="388325" cy="352600"/>
          </a:xfrm>
        </p:grpSpPr>
        <p:sp>
          <p:nvSpPr>
            <p:cNvPr id="11291" name="Google Shape;11291;p90"/>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90"/>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90"/>
          <p:cNvGrpSpPr/>
          <p:nvPr/>
        </p:nvGrpSpPr>
        <p:grpSpPr>
          <a:xfrm>
            <a:off x="5304253" y="1303307"/>
            <a:ext cx="341555" cy="341579"/>
            <a:chOff x="-13529550" y="1639425"/>
            <a:chExt cx="353650" cy="353675"/>
          </a:xfrm>
        </p:grpSpPr>
        <p:sp>
          <p:nvSpPr>
            <p:cNvPr id="11294" name="Google Shape;11294;p90"/>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90"/>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90"/>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90"/>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90"/>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90"/>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90"/>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90"/>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2" name="Google Shape;11302;p90"/>
          <p:cNvGrpSpPr/>
          <p:nvPr/>
        </p:nvGrpSpPr>
        <p:grpSpPr>
          <a:xfrm>
            <a:off x="5303106" y="1711889"/>
            <a:ext cx="343849" cy="340058"/>
            <a:chOff x="-13531925" y="2075775"/>
            <a:chExt cx="356025" cy="352100"/>
          </a:xfrm>
        </p:grpSpPr>
        <p:sp>
          <p:nvSpPr>
            <p:cNvPr id="11303" name="Google Shape;11303;p90"/>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90"/>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90"/>
          <p:cNvGrpSpPr/>
          <p:nvPr/>
        </p:nvGrpSpPr>
        <p:grpSpPr>
          <a:xfrm>
            <a:off x="5304627" y="2120094"/>
            <a:ext cx="340807" cy="340807"/>
            <a:chOff x="-13528775" y="2507400"/>
            <a:chExt cx="352875" cy="352875"/>
          </a:xfrm>
        </p:grpSpPr>
        <p:sp>
          <p:nvSpPr>
            <p:cNvPr id="11306" name="Google Shape;11306;p90"/>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90"/>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90"/>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9" name="Google Shape;11309;p90"/>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90"/>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1" name="Google Shape;11311;p90"/>
          <p:cNvGrpSpPr/>
          <p:nvPr/>
        </p:nvGrpSpPr>
        <p:grpSpPr>
          <a:xfrm>
            <a:off x="7140133" y="2119708"/>
            <a:ext cx="308090" cy="341579"/>
            <a:chOff x="-11747150" y="2530225"/>
            <a:chExt cx="319000" cy="353675"/>
          </a:xfrm>
        </p:grpSpPr>
        <p:sp>
          <p:nvSpPr>
            <p:cNvPr id="11312" name="Google Shape;11312;p90"/>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90"/>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4" name="Google Shape;11314;p90"/>
          <p:cNvGrpSpPr/>
          <p:nvPr/>
        </p:nvGrpSpPr>
        <p:grpSpPr>
          <a:xfrm>
            <a:off x="5304627" y="2550919"/>
            <a:ext cx="340807" cy="340807"/>
            <a:chOff x="-10027775" y="1622900"/>
            <a:chExt cx="352875" cy="352875"/>
          </a:xfrm>
        </p:grpSpPr>
        <p:sp>
          <p:nvSpPr>
            <p:cNvPr id="11315" name="Google Shape;11315;p90"/>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90"/>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90"/>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90"/>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90"/>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90"/>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1" name="Google Shape;11321;p90"/>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2" name="Google Shape;11322;p90"/>
          <p:cNvGrpSpPr/>
          <p:nvPr/>
        </p:nvGrpSpPr>
        <p:grpSpPr>
          <a:xfrm>
            <a:off x="8031595" y="2576583"/>
            <a:ext cx="322553" cy="342328"/>
            <a:chOff x="-10019125" y="2490075"/>
            <a:chExt cx="333975" cy="354450"/>
          </a:xfrm>
        </p:grpSpPr>
        <p:sp>
          <p:nvSpPr>
            <p:cNvPr id="11323" name="Google Shape;11323;p90"/>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90"/>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90"/>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90"/>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90"/>
          <p:cNvGrpSpPr/>
          <p:nvPr/>
        </p:nvGrpSpPr>
        <p:grpSpPr>
          <a:xfrm>
            <a:off x="6661180" y="2957593"/>
            <a:ext cx="352227" cy="343100"/>
            <a:chOff x="-8684100" y="2032450"/>
            <a:chExt cx="364700" cy="355250"/>
          </a:xfrm>
        </p:grpSpPr>
        <p:sp>
          <p:nvSpPr>
            <p:cNvPr id="11328" name="Google Shape;11328;p90"/>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90"/>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90"/>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1" name="Google Shape;11331;p90"/>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2" name="Google Shape;11332;p90"/>
          <p:cNvGrpSpPr/>
          <p:nvPr/>
        </p:nvGrpSpPr>
        <p:grpSpPr>
          <a:xfrm>
            <a:off x="5752039" y="1711056"/>
            <a:ext cx="343849" cy="341724"/>
            <a:chOff x="-13095575" y="2073400"/>
            <a:chExt cx="356025" cy="353825"/>
          </a:xfrm>
        </p:grpSpPr>
        <p:sp>
          <p:nvSpPr>
            <p:cNvPr id="11333" name="Google Shape;11333;p90"/>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90"/>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90"/>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90"/>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90"/>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90"/>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90"/>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90"/>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1" name="Google Shape;11341;p90"/>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2" name="Google Shape;11342;p90"/>
          <p:cNvGrpSpPr/>
          <p:nvPr/>
        </p:nvGrpSpPr>
        <p:grpSpPr>
          <a:xfrm>
            <a:off x="7576787" y="1302885"/>
            <a:ext cx="343100" cy="342424"/>
            <a:chOff x="-11332875" y="1660700"/>
            <a:chExt cx="355250" cy="354550"/>
          </a:xfrm>
        </p:grpSpPr>
        <p:sp>
          <p:nvSpPr>
            <p:cNvPr id="11343" name="Google Shape;11343;p90"/>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90"/>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90"/>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90"/>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7" name="Google Shape;11347;p90"/>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90"/>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9" name="Google Shape;11349;p90"/>
          <p:cNvGrpSpPr/>
          <p:nvPr/>
        </p:nvGrpSpPr>
        <p:grpSpPr>
          <a:xfrm>
            <a:off x="5774096" y="2549397"/>
            <a:ext cx="299736" cy="343849"/>
            <a:chOff x="-9570950" y="1622100"/>
            <a:chExt cx="310350" cy="356025"/>
          </a:xfrm>
        </p:grpSpPr>
        <p:sp>
          <p:nvSpPr>
            <p:cNvPr id="11350" name="Google Shape;11350;p90"/>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90"/>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90"/>
          <p:cNvGrpSpPr/>
          <p:nvPr/>
        </p:nvGrpSpPr>
        <p:grpSpPr>
          <a:xfrm>
            <a:off x="5752800" y="2958353"/>
            <a:ext cx="342328" cy="341579"/>
            <a:chOff x="-9594575" y="2056875"/>
            <a:chExt cx="354450" cy="353675"/>
          </a:xfrm>
        </p:grpSpPr>
        <p:sp>
          <p:nvSpPr>
            <p:cNvPr id="11353" name="Google Shape;11353;p90"/>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90"/>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90"/>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6" name="Google Shape;11356;p90"/>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7" name="Google Shape;11357;p90"/>
          <p:cNvGrpSpPr/>
          <p:nvPr/>
        </p:nvGrpSpPr>
        <p:grpSpPr>
          <a:xfrm>
            <a:off x="6208482" y="1303693"/>
            <a:ext cx="342328" cy="340807"/>
            <a:chOff x="-12661600" y="1640225"/>
            <a:chExt cx="354450" cy="352875"/>
          </a:xfrm>
        </p:grpSpPr>
        <p:sp>
          <p:nvSpPr>
            <p:cNvPr id="11358" name="Google Shape;11358;p90"/>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90"/>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90"/>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1" name="Google Shape;11361;p90"/>
          <p:cNvGrpSpPr/>
          <p:nvPr/>
        </p:nvGrpSpPr>
        <p:grpSpPr>
          <a:xfrm>
            <a:off x="6208857" y="1732231"/>
            <a:ext cx="341579" cy="299374"/>
            <a:chOff x="-12660025" y="2096250"/>
            <a:chExt cx="353675" cy="309975"/>
          </a:xfrm>
        </p:grpSpPr>
        <p:sp>
          <p:nvSpPr>
            <p:cNvPr id="11362" name="Google Shape;11362;p90"/>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90"/>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90"/>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90"/>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90"/>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90"/>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8" name="Google Shape;11368;p90"/>
          <p:cNvGrpSpPr/>
          <p:nvPr/>
        </p:nvGrpSpPr>
        <p:grpSpPr>
          <a:xfrm>
            <a:off x="6207335" y="2119527"/>
            <a:ext cx="344622" cy="341941"/>
            <a:chOff x="-12663175" y="2506800"/>
            <a:chExt cx="356825" cy="354050"/>
          </a:xfrm>
        </p:grpSpPr>
        <p:sp>
          <p:nvSpPr>
            <p:cNvPr id="11369" name="Google Shape;11369;p90"/>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90"/>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90"/>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90"/>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3" name="Google Shape;11373;p90"/>
          <p:cNvGrpSpPr/>
          <p:nvPr/>
        </p:nvGrpSpPr>
        <p:grpSpPr>
          <a:xfrm>
            <a:off x="8022468" y="1303307"/>
            <a:ext cx="340807" cy="341579"/>
            <a:chOff x="-10896525" y="1663050"/>
            <a:chExt cx="352875" cy="353675"/>
          </a:xfrm>
        </p:grpSpPr>
        <p:sp>
          <p:nvSpPr>
            <p:cNvPr id="11374" name="Google Shape;11374;p90"/>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90"/>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6" name="Google Shape;11376;p90"/>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7" name="Google Shape;11377;p90"/>
          <p:cNvGrpSpPr/>
          <p:nvPr/>
        </p:nvGrpSpPr>
        <p:grpSpPr>
          <a:xfrm>
            <a:off x="8022082" y="2130742"/>
            <a:ext cx="341579" cy="319511"/>
            <a:chOff x="-10898100" y="2542050"/>
            <a:chExt cx="353675" cy="330825"/>
          </a:xfrm>
        </p:grpSpPr>
        <p:sp>
          <p:nvSpPr>
            <p:cNvPr id="11378" name="Google Shape;11378;p90"/>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90"/>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90"/>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90"/>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90"/>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90"/>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90"/>
          <p:cNvGrpSpPr/>
          <p:nvPr/>
        </p:nvGrpSpPr>
        <p:grpSpPr>
          <a:xfrm>
            <a:off x="6209617" y="2551607"/>
            <a:ext cx="340058" cy="339430"/>
            <a:chOff x="-9157450" y="1622750"/>
            <a:chExt cx="352100" cy="351450"/>
          </a:xfrm>
        </p:grpSpPr>
        <p:sp>
          <p:nvSpPr>
            <p:cNvPr id="11385" name="Google Shape;11385;p90"/>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90"/>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7" name="Google Shape;11387;p90"/>
          <p:cNvGrpSpPr/>
          <p:nvPr/>
        </p:nvGrpSpPr>
        <p:grpSpPr>
          <a:xfrm>
            <a:off x="6247658" y="2959874"/>
            <a:ext cx="263977" cy="338537"/>
            <a:chOff x="-9119650" y="2056875"/>
            <a:chExt cx="273325" cy="350525"/>
          </a:xfrm>
        </p:grpSpPr>
        <p:sp>
          <p:nvSpPr>
            <p:cNvPr id="11388" name="Google Shape;11388;p90"/>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90"/>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0" name="Google Shape;11390;p90"/>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90"/>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2" name="Google Shape;11392;p90"/>
          <p:cNvGrpSpPr/>
          <p:nvPr/>
        </p:nvGrpSpPr>
        <p:grpSpPr>
          <a:xfrm>
            <a:off x="7576790" y="2989279"/>
            <a:ext cx="343094" cy="341569"/>
            <a:chOff x="6001575" y="3119050"/>
            <a:chExt cx="315025" cy="313625"/>
          </a:xfrm>
        </p:grpSpPr>
        <p:sp>
          <p:nvSpPr>
            <p:cNvPr id="11393" name="Google Shape;11393;p90"/>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90"/>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98" name="Shape 11398"/>
        <p:cNvGrpSpPr/>
        <p:nvPr/>
      </p:nvGrpSpPr>
      <p:grpSpPr>
        <a:xfrm>
          <a:off x="0" y="0"/>
          <a:ext cx="0" cy="0"/>
          <a:chOff x="0" y="0"/>
          <a:chExt cx="0" cy="0"/>
        </a:xfrm>
      </p:grpSpPr>
      <p:sp>
        <p:nvSpPr>
          <p:cNvPr id="11399" name="Google Shape;11399;p91"/>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0" name="Google Shape;11400;p91"/>
          <p:cNvGrpSpPr/>
          <p:nvPr/>
        </p:nvGrpSpPr>
        <p:grpSpPr>
          <a:xfrm>
            <a:off x="845233" y="2273195"/>
            <a:ext cx="476329" cy="476213"/>
            <a:chOff x="-21298675" y="2414425"/>
            <a:chExt cx="306400" cy="306325"/>
          </a:xfrm>
        </p:grpSpPr>
        <p:sp>
          <p:nvSpPr>
            <p:cNvPr id="11401" name="Google Shape;11401;p91"/>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91"/>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91"/>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91"/>
          <p:cNvGrpSpPr/>
          <p:nvPr/>
        </p:nvGrpSpPr>
        <p:grpSpPr>
          <a:xfrm>
            <a:off x="844611" y="2865128"/>
            <a:ext cx="477573" cy="445432"/>
            <a:chOff x="-21299475" y="2798025"/>
            <a:chExt cx="307200" cy="286525"/>
          </a:xfrm>
        </p:grpSpPr>
        <p:sp>
          <p:nvSpPr>
            <p:cNvPr id="11405" name="Google Shape;11405;p91"/>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91"/>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91"/>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91"/>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91"/>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91"/>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91"/>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91"/>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91"/>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91"/>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91"/>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91"/>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7" name="Google Shape;11417;p91"/>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91"/>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91"/>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0" name="Google Shape;11420;p91"/>
          <p:cNvGrpSpPr/>
          <p:nvPr/>
        </p:nvGrpSpPr>
        <p:grpSpPr>
          <a:xfrm>
            <a:off x="6713966" y="1688917"/>
            <a:ext cx="413912" cy="472676"/>
            <a:chOff x="-17545650" y="2051350"/>
            <a:chExt cx="266250" cy="304050"/>
          </a:xfrm>
        </p:grpSpPr>
        <p:sp>
          <p:nvSpPr>
            <p:cNvPr id="11421" name="Google Shape;11421;p91"/>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91"/>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91"/>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91"/>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5" name="Google Shape;11425;p91"/>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6" name="Google Shape;11426;p91"/>
          <p:cNvGrpSpPr/>
          <p:nvPr/>
        </p:nvGrpSpPr>
        <p:grpSpPr>
          <a:xfrm>
            <a:off x="6684584" y="2865574"/>
            <a:ext cx="472676" cy="444538"/>
            <a:chOff x="-17565350" y="2809825"/>
            <a:chExt cx="304050" cy="285950"/>
          </a:xfrm>
        </p:grpSpPr>
        <p:sp>
          <p:nvSpPr>
            <p:cNvPr id="11427" name="Google Shape;11427;p91"/>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91"/>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91"/>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91"/>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91"/>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2" name="Google Shape;11432;p91"/>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91"/>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91"/>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5" name="Google Shape;11435;p91"/>
          <p:cNvGrpSpPr/>
          <p:nvPr/>
        </p:nvGrpSpPr>
        <p:grpSpPr>
          <a:xfrm>
            <a:off x="1457493" y="2850904"/>
            <a:ext cx="416283" cy="473881"/>
            <a:chOff x="-20904875" y="2788575"/>
            <a:chExt cx="267775" cy="304825"/>
          </a:xfrm>
        </p:grpSpPr>
        <p:sp>
          <p:nvSpPr>
            <p:cNvPr id="11436" name="Google Shape;11436;p91"/>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91"/>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91"/>
          <p:cNvGrpSpPr/>
          <p:nvPr/>
        </p:nvGrpSpPr>
        <p:grpSpPr>
          <a:xfrm>
            <a:off x="4397908" y="2275564"/>
            <a:ext cx="360045" cy="471471"/>
            <a:chOff x="-19006700" y="2434925"/>
            <a:chExt cx="231600" cy="303275"/>
          </a:xfrm>
        </p:grpSpPr>
        <p:sp>
          <p:nvSpPr>
            <p:cNvPr id="11439" name="Google Shape;11439;p91"/>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91"/>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91"/>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91"/>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3" name="Google Shape;11443;p91"/>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91"/>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5" name="Google Shape;11445;p91"/>
          <p:cNvGrpSpPr/>
          <p:nvPr/>
        </p:nvGrpSpPr>
        <p:grpSpPr>
          <a:xfrm>
            <a:off x="7276507" y="2289051"/>
            <a:ext cx="473881" cy="444499"/>
            <a:chOff x="-17190425" y="2435725"/>
            <a:chExt cx="304825" cy="285925"/>
          </a:xfrm>
        </p:grpSpPr>
        <p:sp>
          <p:nvSpPr>
            <p:cNvPr id="11446" name="Google Shape;11446;p91"/>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91"/>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91"/>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9" name="Google Shape;11449;p91"/>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0" name="Google Shape;11450;p91"/>
          <p:cNvGrpSpPr/>
          <p:nvPr/>
        </p:nvGrpSpPr>
        <p:grpSpPr>
          <a:xfrm>
            <a:off x="4931233" y="3444650"/>
            <a:ext cx="476329" cy="475086"/>
            <a:chOff x="-15719925" y="2416825"/>
            <a:chExt cx="306400" cy="305600"/>
          </a:xfrm>
        </p:grpSpPr>
        <p:sp>
          <p:nvSpPr>
            <p:cNvPr id="11451" name="Google Shape;11451;p91"/>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91"/>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91"/>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4" name="Google Shape;11454;p91"/>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91"/>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6" name="Google Shape;11456;p91"/>
          <p:cNvGrpSpPr/>
          <p:nvPr/>
        </p:nvGrpSpPr>
        <p:grpSpPr>
          <a:xfrm>
            <a:off x="2017527" y="2851506"/>
            <a:ext cx="479983" cy="472676"/>
            <a:chOff x="-20550425" y="2789350"/>
            <a:chExt cx="308750" cy="304050"/>
          </a:xfrm>
        </p:grpSpPr>
        <p:sp>
          <p:nvSpPr>
            <p:cNvPr id="11457" name="Google Shape;11457;p91"/>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91"/>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9" name="Google Shape;11459;p91"/>
          <p:cNvGrpSpPr/>
          <p:nvPr/>
        </p:nvGrpSpPr>
        <p:grpSpPr>
          <a:xfrm>
            <a:off x="4932894" y="1688158"/>
            <a:ext cx="473920" cy="474192"/>
            <a:chOff x="-18666450" y="2059825"/>
            <a:chExt cx="304850" cy="305025"/>
          </a:xfrm>
        </p:grpSpPr>
        <p:sp>
          <p:nvSpPr>
            <p:cNvPr id="11460" name="Google Shape;11460;p91"/>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91"/>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2" name="Google Shape;11462;p91"/>
          <p:cNvGrpSpPr/>
          <p:nvPr/>
        </p:nvGrpSpPr>
        <p:grpSpPr>
          <a:xfrm>
            <a:off x="4932292" y="2275584"/>
            <a:ext cx="475125" cy="471432"/>
            <a:chOff x="-18668025" y="2435725"/>
            <a:chExt cx="305625" cy="303250"/>
          </a:xfrm>
        </p:grpSpPr>
        <p:sp>
          <p:nvSpPr>
            <p:cNvPr id="11463" name="Google Shape;11463;p91"/>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91"/>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5" name="Google Shape;11465;p91"/>
          <p:cNvGrpSpPr/>
          <p:nvPr/>
        </p:nvGrpSpPr>
        <p:grpSpPr>
          <a:xfrm>
            <a:off x="4931689" y="2850902"/>
            <a:ext cx="476329" cy="473881"/>
            <a:chOff x="-18668800" y="2807475"/>
            <a:chExt cx="306400" cy="304825"/>
          </a:xfrm>
        </p:grpSpPr>
        <p:sp>
          <p:nvSpPr>
            <p:cNvPr id="11466" name="Google Shape;11466;p91"/>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91"/>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91"/>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91"/>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91"/>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91"/>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91"/>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91"/>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91"/>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5" name="Google Shape;11475;p91"/>
          <p:cNvGrpSpPr/>
          <p:nvPr/>
        </p:nvGrpSpPr>
        <p:grpSpPr>
          <a:xfrm>
            <a:off x="7885658" y="1687693"/>
            <a:ext cx="416361" cy="475125"/>
            <a:chOff x="-16798200" y="2050575"/>
            <a:chExt cx="267825" cy="305625"/>
          </a:xfrm>
        </p:grpSpPr>
        <p:sp>
          <p:nvSpPr>
            <p:cNvPr id="11476" name="Google Shape;11476;p91"/>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91"/>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91"/>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9" name="Google Shape;11479;p91"/>
          <p:cNvGrpSpPr/>
          <p:nvPr/>
        </p:nvGrpSpPr>
        <p:grpSpPr>
          <a:xfrm>
            <a:off x="7856276" y="2852127"/>
            <a:ext cx="475125" cy="471432"/>
            <a:chOff x="-16817100" y="2801175"/>
            <a:chExt cx="305625" cy="303250"/>
          </a:xfrm>
        </p:grpSpPr>
        <p:sp>
          <p:nvSpPr>
            <p:cNvPr id="11480" name="Google Shape;11480;p91"/>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91"/>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91"/>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91"/>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91"/>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91"/>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91"/>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91"/>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8" name="Google Shape;11488;p91"/>
          <p:cNvGrpSpPr/>
          <p:nvPr/>
        </p:nvGrpSpPr>
        <p:grpSpPr>
          <a:xfrm>
            <a:off x="7263396" y="3444614"/>
            <a:ext cx="476329" cy="475125"/>
            <a:chOff x="-15717575" y="2786200"/>
            <a:chExt cx="306400" cy="305625"/>
          </a:xfrm>
        </p:grpSpPr>
        <p:sp>
          <p:nvSpPr>
            <p:cNvPr id="11489" name="Google Shape;11489;p91"/>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91"/>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91"/>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91"/>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91"/>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91"/>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91"/>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91"/>
          <p:cNvGrpSpPr/>
          <p:nvPr/>
        </p:nvGrpSpPr>
        <p:grpSpPr>
          <a:xfrm>
            <a:off x="2600969" y="1688296"/>
            <a:ext cx="475125" cy="473920"/>
            <a:chOff x="-20173175" y="2038750"/>
            <a:chExt cx="305625" cy="304850"/>
          </a:xfrm>
        </p:grpSpPr>
        <p:sp>
          <p:nvSpPr>
            <p:cNvPr id="11497" name="Google Shape;11497;p91"/>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91"/>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9" name="Google Shape;11499;p91"/>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0" name="Google Shape;11500;p91"/>
          <p:cNvGrpSpPr/>
          <p:nvPr/>
        </p:nvGrpSpPr>
        <p:grpSpPr>
          <a:xfrm>
            <a:off x="2602193" y="2850282"/>
            <a:ext cx="472676" cy="475125"/>
            <a:chOff x="-20173175" y="2787775"/>
            <a:chExt cx="304050" cy="305625"/>
          </a:xfrm>
        </p:grpSpPr>
        <p:sp>
          <p:nvSpPr>
            <p:cNvPr id="11501" name="Google Shape;11501;p91"/>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91"/>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91"/>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91"/>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91"/>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91"/>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91"/>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91"/>
          <p:cNvGrpSpPr/>
          <p:nvPr/>
        </p:nvGrpSpPr>
        <p:grpSpPr>
          <a:xfrm>
            <a:off x="5527177" y="2275564"/>
            <a:ext cx="473881" cy="471471"/>
            <a:chOff x="-18294675" y="2434925"/>
            <a:chExt cx="304825" cy="303275"/>
          </a:xfrm>
        </p:grpSpPr>
        <p:sp>
          <p:nvSpPr>
            <p:cNvPr id="11509" name="Google Shape;11509;p91"/>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91"/>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91"/>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91"/>
          <p:cNvGrpSpPr/>
          <p:nvPr/>
        </p:nvGrpSpPr>
        <p:grpSpPr>
          <a:xfrm>
            <a:off x="5583492" y="2852107"/>
            <a:ext cx="361250" cy="471471"/>
            <a:chOff x="-18258450" y="2809825"/>
            <a:chExt cx="232375" cy="303275"/>
          </a:xfrm>
        </p:grpSpPr>
        <p:sp>
          <p:nvSpPr>
            <p:cNvPr id="11513" name="Google Shape;11513;p91"/>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91"/>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91"/>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6" name="Google Shape;11516;p91"/>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7" name="Google Shape;11517;p91"/>
          <p:cNvGrpSpPr/>
          <p:nvPr/>
        </p:nvGrpSpPr>
        <p:grpSpPr>
          <a:xfrm>
            <a:off x="3793692" y="3445233"/>
            <a:ext cx="415117" cy="473920"/>
            <a:chOff x="-16422500" y="2425450"/>
            <a:chExt cx="267025" cy="304850"/>
          </a:xfrm>
        </p:grpSpPr>
        <p:sp>
          <p:nvSpPr>
            <p:cNvPr id="11518" name="Google Shape;11518;p91"/>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91"/>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91"/>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1" name="Google Shape;11521;p91"/>
          <p:cNvGrpSpPr/>
          <p:nvPr/>
        </p:nvGrpSpPr>
        <p:grpSpPr>
          <a:xfrm>
            <a:off x="6096453" y="3445838"/>
            <a:ext cx="473920" cy="472676"/>
            <a:chOff x="-16442200" y="2801175"/>
            <a:chExt cx="304850" cy="304050"/>
          </a:xfrm>
        </p:grpSpPr>
        <p:sp>
          <p:nvSpPr>
            <p:cNvPr id="11522" name="Google Shape;11522;p91"/>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91"/>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91"/>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5" name="Google Shape;11525;p91"/>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91"/>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7" name="Google Shape;11527;p91"/>
          <p:cNvGrpSpPr/>
          <p:nvPr/>
        </p:nvGrpSpPr>
        <p:grpSpPr>
          <a:xfrm>
            <a:off x="3172167" y="2276343"/>
            <a:ext cx="481265" cy="469917"/>
            <a:chOff x="-19802200" y="2416025"/>
            <a:chExt cx="309575" cy="302275"/>
          </a:xfrm>
        </p:grpSpPr>
        <p:sp>
          <p:nvSpPr>
            <p:cNvPr id="11528" name="Google Shape;11528;p91"/>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91"/>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91"/>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91"/>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91"/>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3" name="Google Shape;11533;p91"/>
          <p:cNvGrpSpPr/>
          <p:nvPr/>
        </p:nvGrpSpPr>
        <p:grpSpPr>
          <a:xfrm>
            <a:off x="3175238" y="2851506"/>
            <a:ext cx="475125" cy="472676"/>
            <a:chOff x="-19801400" y="2788575"/>
            <a:chExt cx="305625" cy="304050"/>
          </a:xfrm>
        </p:grpSpPr>
        <p:sp>
          <p:nvSpPr>
            <p:cNvPr id="11534" name="Google Shape;11534;p91"/>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91"/>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91"/>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91"/>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91"/>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91"/>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0" name="Google Shape;11540;p91"/>
          <p:cNvGrpSpPr/>
          <p:nvPr/>
        </p:nvGrpSpPr>
        <p:grpSpPr>
          <a:xfrm>
            <a:off x="6130314" y="1688916"/>
            <a:ext cx="422463" cy="472676"/>
            <a:chOff x="-17903225" y="2060800"/>
            <a:chExt cx="271750" cy="304050"/>
          </a:xfrm>
        </p:grpSpPr>
        <p:sp>
          <p:nvSpPr>
            <p:cNvPr id="11541" name="Google Shape;11541;p91"/>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91"/>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91"/>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4" name="Google Shape;11544;p91"/>
          <p:cNvGrpSpPr/>
          <p:nvPr/>
        </p:nvGrpSpPr>
        <p:grpSpPr>
          <a:xfrm>
            <a:off x="6104605" y="2274962"/>
            <a:ext cx="473881" cy="472676"/>
            <a:chOff x="-17918975" y="2435725"/>
            <a:chExt cx="304825" cy="304050"/>
          </a:xfrm>
        </p:grpSpPr>
        <p:sp>
          <p:nvSpPr>
            <p:cNvPr id="11545" name="Google Shape;11545;p91"/>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91"/>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7" name="Google Shape;11547;p91"/>
          <p:cNvGrpSpPr/>
          <p:nvPr/>
        </p:nvGrpSpPr>
        <p:grpSpPr>
          <a:xfrm>
            <a:off x="6133365" y="2852729"/>
            <a:ext cx="416361" cy="470228"/>
            <a:chOff x="-17899300" y="2810625"/>
            <a:chExt cx="267825" cy="302475"/>
          </a:xfrm>
        </p:grpSpPr>
        <p:sp>
          <p:nvSpPr>
            <p:cNvPr id="11548" name="Google Shape;11548;p91"/>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91"/>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91"/>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91"/>
          <p:cNvGrpSpPr/>
          <p:nvPr/>
        </p:nvGrpSpPr>
        <p:grpSpPr>
          <a:xfrm>
            <a:off x="2039218" y="3461166"/>
            <a:ext cx="472676" cy="442089"/>
            <a:chOff x="-16066500" y="2060800"/>
            <a:chExt cx="304050" cy="284375"/>
          </a:xfrm>
        </p:grpSpPr>
        <p:sp>
          <p:nvSpPr>
            <p:cNvPr id="11552" name="Google Shape;11552;p91"/>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91"/>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91"/>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91"/>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91"/>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7" name="Google Shape;11557;p91"/>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91"/>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91"/>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0" name="Google Shape;11560;p91"/>
          <p:cNvGrpSpPr/>
          <p:nvPr/>
        </p:nvGrpSpPr>
        <p:grpSpPr>
          <a:xfrm>
            <a:off x="7923925" y="2297751"/>
            <a:ext cx="368362" cy="419314"/>
            <a:chOff x="4995050" y="3245650"/>
            <a:chExt cx="236950" cy="269725"/>
          </a:xfrm>
        </p:grpSpPr>
        <p:sp>
          <p:nvSpPr>
            <p:cNvPr id="11561" name="Google Shape;11561;p91"/>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91"/>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91"/>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4" name="Google Shape;11564;p91"/>
            <p:cNvGrpSpPr/>
            <p:nvPr/>
          </p:nvGrpSpPr>
          <p:grpSpPr>
            <a:xfrm>
              <a:off x="4995050" y="3245650"/>
              <a:ext cx="236950" cy="269725"/>
              <a:chOff x="4995050" y="3245650"/>
              <a:chExt cx="236950" cy="269725"/>
            </a:xfrm>
          </p:grpSpPr>
          <p:sp>
            <p:nvSpPr>
              <p:cNvPr id="11565" name="Google Shape;11565;p91"/>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91"/>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67" name="Google Shape;11567;p91"/>
          <p:cNvGrpSpPr/>
          <p:nvPr/>
        </p:nvGrpSpPr>
        <p:grpSpPr>
          <a:xfrm>
            <a:off x="5523718" y="1689744"/>
            <a:ext cx="483749" cy="481292"/>
            <a:chOff x="4724650" y="2885700"/>
            <a:chExt cx="270750" cy="269375"/>
          </a:xfrm>
        </p:grpSpPr>
        <p:sp>
          <p:nvSpPr>
            <p:cNvPr id="11568" name="Google Shape;11568;p91"/>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91"/>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91"/>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91"/>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91"/>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91"/>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91"/>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5" name="Google Shape;11575;p91"/>
          <p:cNvGrpSpPr/>
          <p:nvPr/>
        </p:nvGrpSpPr>
        <p:grpSpPr>
          <a:xfrm>
            <a:off x="4390823" y="1683870"/>
            <a:ext cx="389425" cy="467822"/>
            <a:chOff x="4459350" y="2882125"/>
            <a:chExt cx="228375" cy="274350"/>
          </a:xfrm>
        </p:grpSpPr>
        <p:sp>
          <p:nvSpPr>
            <p:cNvPr id="11576" name="Google Shape;11576;p91"/>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91"/>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91"/>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91"/>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91"/>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1581" name="Google Shape;11581;p91"/>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1582" name="Google Shape;11582;p91"/>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86" name="Shape 11586"/>
        <p:cNvGrpSpPr/>
        <p:nvPr/>
      </p:nvGrpSpPr>
      <p:grpSpPr>
        <a:xfrm>
          <a:off x="0" y="0"/>
          <a:ext cx="0" cy="0"/>
          <a:chOff x="0" y="0"/>
          <a:chExt cx="0" cy="0"/>
        </a:xfrm>
      </p:grpSpPr>
      <p:sp>
        <p:nvSpPr>
          <p:cNvPr id="11587" name="Google Shape;11587;p92"/>
          <p:cNvSpPr txBox="1"/>
          <p:nvPr>
            <p:ph idx="4294967295" type="title"/>
          </p:nvPr>
        </p:nvSpPr>
        <p:spPr>
          <a:xfrm>
            <a:off x="1048350" y="71965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588" name="Google Shape;11588;p92"/>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9" name="Google Shape;11589;p92"/>
          <p:cNvGrpSpPr/>
          <p:nvPr/>
        </p:nvGrpSpPr>
        <p:grpSpPr>
          <a:xfrm>
            <a:off x="847082" y="2140412"/>
            <a:ext cx="426462" cy="420796"/>
            <a:chOff x="-6713450" y="2397900"/>
            <a:chExt cx="295375" cy="291450"/>
          </a:xfrm>
        </p:grpSpPr>
        <p:sp>
          <p:nvSpPr>
            <p:cNvPr id="11590" name="Google Shape;11590;p92"/>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92"/>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2" name="Google Shape;11592;p92"/>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3" name="Google Shape;11593;p92"/>
          <p:cNvGrpSpPr/>
          <p:nvPr/>
        </p:nvGrpSpPr>
        <p:grpSpPr>
          <a:xfrm>
            <a:off x="3551844" y="1631401"/>
            <a:ext cx="423069" cy="420507"/>
            <a:chOff x="-4932650" y="2046625"/>
            <a:chExt cx="293025" cy="291250"/>
          </a:xfrm>
        </p:grpSpPr>
        <p:sp>
          <p:nvSpPr>
            <p:cNvPr id="11594" name="Google Shape;11594;p92"/>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92"/>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6" name="Google Shape;11596;p92"/>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7" name="Google Shape;11597;p92"/>
          <p:cNvGrpSpPr/>
          <p:nvPr/>
        </p:nvGrpSpPr>
        <p:grpSpPr>
          <a:xfrm>
            <a:off x="3563775" y="2660957"/>
            <a:ext cx="423069" cy="420796"/>
            <a:chOff x="-4931075" y="2765725"/>
            <a:chExt cx="293025" cy="291450"/>
          </a:xfrm>
        </p:grpSpPr>
        <p:sp>
          <p:nvSpPr>
            <p:cNvPr id="11598" name="Google Shape;11598;p92"/>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92"/>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92"/>
          <p:cNvGrpSpPr/>
          <p:nvPr/>
        </p:nvGrpSpPr>
        <p:grpSpPr>
          <a:xfrm>
            <a:off x="6269343" y="1656289"/>
            <a:ext cx="420796" cy="370732"/>
            <a:chOff x="-3137650" y="2067900"/>
            <a:chExt cx="291450" cy="256775"/>
          </a:xfrm>
        </p:grpSpPr>
        <p:sp>
          <p:nvSpPr>
            <p:cNvPr id="11601" name="Google Shape;11601;p92"/>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92"/>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92"/>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4" name="Google Shape;11604;p92"/>
          <p:cNvGrpSpPr/>
          <p:nvPr/>
        </p:nvGrpSpPr>
        <p:grpSpPr>
          <a:xfrm>
            <a:off x="6269343" y="2139926"/>
            <a:ext cx="420796" cy="421770"/>
            <a:chOff x="-3137650" y="2408950"/>
            <a:chExt cx="291450" cy="292125"/>
          </a:xfrm>
        </p:grpSpPr>
        <p:sp>
          <p:nvSpPr>
            <p:cNvPr id="11605" name="Google Shape;11605;p92"/>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92"/>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92"/>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92"/>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92"/>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0" name="Google Shape;11610;p92"/>
          <p:cNvGrpSpPr/>
          <p:nvPr/>
        </p:nvGrpSpPr>
        <p:grpSpPr>
          <a:xfrm>
            <a:off x="6281274" y="2685412"/>
            <a:ext cx="420796" cy="371887"/>
            <a:chOff x="-3137650" y="2787000"/>
            <a:chExt cx="291450" cy="257575"/>
          </a:xfrm>
        </p:grpSpPr>
        <p:sp>
          <p:nvSpPr>
            <p:cNvPr id="11611" name="Google Shape;11611;p92"/>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92"/>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92"/>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92"/>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92"/>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92"/>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92"/>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92"/>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9" name="Google Shape;11619;p92"/>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92"/>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92"/>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2" name="Google Shape;11622;p92"/>
          <p:cNvGrpSpPr/>
          <p:nvPr/>
        </p:nvGrpSpPr>
        <p:grpSpPr>
          <a:xfrm>
            <a:off x="1399451" y="2660397"/>
            <a:ext cx="421914" cy="421914"/>
            <a:chOff x="-6354300" y="2757075"/>
            <a:chExt cx="292225" cy="292225"/>
          </a:xfrm>
        </p:grpSpPr>
        <p:sp>
          <p:nvSpPr>
            <p:cNvPr id="11623" name="Google Shape;11623;p92"/>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92"/>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92"/>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92"/>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7" name="Google Shape;11627;p92"/>
          <p:cNvGrpSpPr/>
          <p:nvPr/>
        </p:nvGrpSpPr>
        <p:grpSpPr>
          <a:xfrm>
            <a:off x="4093454" y="1629560"/>
            <a:ext cx="424188" cy="424188"/>
            <a:chOff x="-4573475" y="2045850"/>
            <a:chExt cx="293800" cy="293800"/>
          </a:xfrm>
        </p:grpSpPr>
        <p:sp>
          <p:nvSpPr>
            <p:cNvPr id="11628" name="Google Shape;11628;p92"/>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92"/>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92"/>
          <p:cNvGrpSpPr/>
          <p:nvPr/>
        </p:nvGrpSpPr>
        <p:grpSpPr>
          <a:xfrm>
            <a:off x="4092877" y="2138699"/>
            <a:ext cx="425343" cy="424225"/>
            <a:chOff x="-4570325" y="2405775"/>
            <a:chExt cx="294600" cy="293825"/>
          </a:xfrm>
        </p:grpSpPr>
        <p:sp>
          <p:nvSpPr>
            <p:cNvPr id="11631" name="Google Shape;11631;p92"/>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92"/>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3" name="Google Shape;11633;p92"/>
          <p:cNvGrpSpPr/>
          <p:nvPr/>
        </p:nvGrpSpPr>
        <p:grpSpPr>
          <a:xfrm>
            <a:off x="4105945" y="2659838"/>
            <a:ext cx="423069" cy="423033"/>
            <a:chOff x="-4572700" y="2764950"/>
            <a:chExt cx="293025" cy="293000"/>
          </a:xfrm>
        </p:grpSpPr>
        <p:sp>
          <p:nvSpPr>
            <p:cNvPr id="11634" name="Google Shape;11634;p92"/>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92"/>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92"/>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92"/>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92"/>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9" name="Google Shape;11639;p92"/>
          <p:cNvGrpSpPr/>
          <p:nvPr/>
        </p:nvGrpSpPr>
        <p:grpSpPr>
          <a:xfrm>
            <a:off x="6824707" y="1631239"/>
            <a:ext cx="414840" cy="420832"/>
            <a:chOff x="-2777700" y="2049775"/>
            <a:chExt cx="287325" cy="291475"/>
          </a:xfrm>
        </p:grpSpPr>
        <p:sp>
          <p:nvSpPr>
            <p:cNvPr id="11640" name="Google Shape;11640;p92"/>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92"/>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92"/>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3" name="Google Shape;11643;p92"/>
          <p:cNvGrpSpPr/>
          <p:nvPr/>
        </p:nvGrpSpPr>
        <p:grpSpPr>
          <a:xfrm>
            <a:off x="6821170" y="2140431"/>
            <a:ext cx="421914" cy="420759"/>
            <a:chOff x="-2571737" y="2403625"/>
            <a:chExt cx="292225" cy="291425"/>
          </a:xfrm>
        </p:grpSpPr>
        <p:sp>
          <p:nvSpPr>
            <p:cNvPr id="11644" name="Google Shape;11644;p92"/>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92"/>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92"/>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92"/>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92"/>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92"/>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92"/>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1" name="Google Shape;11651;p92"/>
          <p:cNvGrpSpPr/>
          <p:nvPr/>
        </p:nvGrpSpPr>
        <p:grpSpPr>
          <a:xfrm>
            <a:off x="6821170" y="2661534"/>
            <a:ext cx="421914" cy="419640"/>
            <a:chOff x="-2571737" y="2764550"/>
            <a:chExt cx="292225" cy="290650"/>
          </a:xfrm>
        </p:grpSpPr>
        <p:sp>
          <p:nvSpPr>
            <p:cNvPr id="11652" name="Google Shape;11652;p92"/>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92"/>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92"/>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5" name="Google Shape;11655;p92"/>
          <p:cNvGrpSpPr/>
          <p:nvPr/>
        </p:nvGrpSpPr>
        <p:grpSpPr>
          <a:xfrm>
            <a:off x="3020671" y="3230538"/>
            <a:ext cx="421914" cy="423864"/>
            <a:chOff x="-1333975" y="2365850"/>
            <a:chExt cx="292225" cy="293575"/>
          </a:xfrm>
        </p:grpSpPr>
        <p:sp>
          <p:nvSpPr>
            <p:cNvPr id="11656" name="Google Shape;11656;p92"/>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92"/>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92"/>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92"/>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92"/>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92"/>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92"/>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92"/>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92"/>
          <p:cNvGrpSpPr/>
          <p:nvPr/>
        </p:nvGrpSpPr>
        <p:grpSpPr>
          <a:xfrm>
            <a:off x="1954146" y="2660397"/>
            <a:ext cx="398020" cy="421914"/>
            <a:chOff x="-5995925" y="2757850"/>
            <a:chExt cx="275675" cy="292225"/>
          </a:xfrm>
        </p:grpSpPr>
        <p:sp>
          <p:nvSpPr>
            <p:cNvPr id="11665" name="Google Shape;11665;p92"/>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92"/>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92"/>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92"/>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92"/>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92"/>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92"/>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92"/>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92"/>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4" name="Google Shape;11674;p92"/>
          <p:cNvGrpSpPr/>
          <p:nvPr/>
        </p:nvGrpSpPr>
        <p:grpSpPr>
          <a:xfrm>
            <a:off x="4634433" y="1631816"/>
            <a:ext cx="421951" cy="419677"/>
            <a:chOff x="-4211975" y="2046625"/>
            <a:chExt cx="292250" cy="290675"/>
          </a:xfrm>
        </p:grpSpPr>
        <p:sp>
          <p:nvSpPr>
            <p:cNvPr id="11675" name="Google Shape;11675;p92"/>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92"/>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92"/>
          <p:cNvGrpSpPr/>
          <p:nvPr/>
        </p:nvGrpSpPr>
        <p:grpSpPr>
          <a:xfrm>
            <a:off x="4684479" y="2138699"/>
            <a:ext cx="321859" cy="424225"/>
            <a:chOff x="-4178875" y="2405775"/>
            <a:chExt cx="222925" cy="293825"/>
          </a:xfrm>
        </p:grpSpPr>
        <p:sp>
          <p:nvSpPr>
            <p:cNvPr id="11678" name="Google Shape;11678;p92"/>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92"/>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92"/>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1" name="Google Shape;11681;p92"/>
          <p:cNvGrpSpPr/>
          <p:nvPr/>
        </p:nvGrpSpPr>
        <p:grpSpPr>
          <a:xfrm>
            <a:off x="4646942" y="2673483"/>
            <a:ext cx="420796" cy="395746"/>
            <a:chOff x="-4211975" y="2783850"/>
            <a:chExt cx="291450" cy="274100"/>
          </a:xfrm>
        </p:grpSpPr>
        <p:sp>
          <p:nvSpPr>
            <p:cNvPr id="11682" name="Google Shape;11682;p92"/>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92"/>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92"/>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5" name="Google Shape;11685;p92"/>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6" name="Google Shape;11686;p92"/>
          <p:cNvGrpSpPr/>
          <p:nvPr/>
        </p:nvGrpSpPr>
        <p:grpSpPr>
          <a:xfrm>
            <a:off x="7351871" y="2140413"/>
            <a:ext cx="420796" cy="420796"/>
            <a:chOff x="-2419325" y="2408150"/>
            <a:chExt cx="291450" cy="291450"/>
          </a:xfrm>
        </p:grpSpPr>
        <p:sp>
          <p:nvSpPr>
            <p:cNvPr id="11687" name="Google Shape;11687;p92"/>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92"/>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92"/>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92"/>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92"/>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92"/>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92"/>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4" name="Google Shape;11694;p92"/>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5" name="Google Shape;11695;p92"/>
          <p:cNvGrpSpPr/>
          <p:nvPr/>
        </p:nvGrpSpPr>
        <p:grpSpPr>
          <a:xfrm>
            <a:off x="4673396" y="3231514"/>
            <a:ext cx="420796" cy="421914"/>
            <a:chOff x="-1333200" y="2770450"/>
            <a:chExt cx="291450" cy="292225"/>
          </a:xfrm>
        </p:grpSpPr>
        <p:sp>
          <p:nvSpPr>
            <p:cNvPr id="11696" name="Google Shape;11696;p92"/>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92"/>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92"/>
          <p:cNvGrpSpPr/>
          <p:nvPr/>
        </p:nvGrpSpPr>
        <p:grpSpPr>
          <a:xfrm>
            <a:off x="2470009" y="1631256"/>
            <a:ext cx="423069" cy="420796"/>
            <a:chOff x="-5635200" y="2037975"/>
            <a:chExt cx="293025" cy="291450"/>
          </a:xfrm>
        </p:grpSpPr>
        <p:sp>
          <p:nvSpPr>
            <p:cNvPr id="11699" name="Google Shape;11699;p92"/>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92"/>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1" name="Google Shape;11701;p92"/>
          <p:cNvGrpSpPr/>
          <p:nvPr/>
        </p:nvGrpSpPr>
        <p:grpSpPr>
          <a:xfrm>
            <a:off x="2468295" y="2140412"/>
            <a:ext cx="426499" cy="420796"/>
            <a:chOff x="-5637575" y="2397900"/>
            <a:chExt cx="295400" cy="291450"/>
          </a:xfrm>
        </p:grpSpPr>
        <p:sp>
          <p:nvSpPr>
            <p:cNvPr id="11702" name="Google Shape;11702;p92"/>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92"/>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92"/>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92"/>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6" name="Google Shape;11706;p92"/>
          <p:cNvGrpSpPr/>
          <p:nvPr/>
        </p:nvGrpSpPr>
        <p:grpSpPr>
          <a:xfrm>
            <a:off x="2481958" y="2660397"/>
            <a:ext cx="423033" cy="421914"/>
            <a:chOff x="-5635975" y="2757075"/>
            <a:chExt cx="293000" cy="292225"/>
          </a:xfrm>
        </p:grpSpPr>
        <p:sp>
          <p:nvSpPr>
            <p:cNvPr id="11707" name="Google Shape;11707;p92"/>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92"/>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9" name="Google Shape;11709;p92"/>
          <p:cNvGrpSpPr/>
          <p:nvPr/>
        </p:nvGrpSpPr>
        <p:grpSpPr>
          <a:xfrm>
            <a:off x="5165893" y="1631256"/>
            <a:ext cx="423069" cy="420796"/>
            <a:chOff x="-3854375" y="2046625"/>
            <a:chExt cx="293025" cy="291450"/>
          </a:xfrm>
        </p:grpSpPr>
        <p:sp>
          <p:nvSpPr>
            <p:cNvPr id="11710" name="Google Shape;11710;p92"/>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92"/>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92"/>
          <p:cNvGrpSpPr/>
          <p:nvPr/>
        </p:nvGrpSpPr>
        <p:grpSpPr>
          <a:xfrm>
            <a:off x="5164756" y="2138717"/>
            <a:ext cx="425343" cy="424188"/>
            <a:chOff x="-3854375" y="2405000"/>
            <a:chExt cx="294600" cy="293800"/>
          </a:xfrm>
        </p:grpSpPr>
        <p:sp>
          <p:nvSpPr>
            <p:cNvPr id="11713" name="Google Shape;11713;p92"/>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92"/>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5" name="Google Shape;11715;p92"/>
          <p:cNvGrpSpPr/>
          <p:nvPr/>
        </p:nvGrpSpPr>
        <p:grpSpPr>
          <a:xfrm>
            <a:off x="5178961" y="2659838"/>
            <a:ext cx="420796" cy="423033"/>
            <a:chOff x="-3852025" y="2764950"/>
            <a:chExt cx="291450" cy="293000"/>
          </a:xfrm>
        </p:grpSpPr>
        <p:sp>
          <p:nvSpPr>
            <p:cNvPr id="11716" name="Google Shape;11716;p92"/>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92"/>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8" name="Google Shape;11718;p92"/>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92"/>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0" name="Google Shape;11720;p92"/>
          <p:cNvGrpSpPr/>
          <p:nvPr/>
        </p:nvGrpSpPr>
        <p:grpSpPr>
          <a:xfrm>
            <a:off x="7901550" y="2660398"/>
            <a:ext cx="420796" cy="421914"/>
            <a:chOff x="-2060175" y="2768875"/>
            <a:chExt cx="291450" cy="292225"/>
          </a:xfrm>
        </p:grpSpPr>
        <p:sp>
          <p:nvSpPr>
            <p:cNvPr id="11721" name="Google Shape;11721;p92"/>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92"/>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3" name="Google Shape;11723;p92"/>
          <p:cNvGrpSpPr/>
          <p:nvPr/>
        </p:nvGrpSpPr>
        <p:grpSpPr>
          <a:xfrm>
            <a:off x="1915160" y="3232071"/>
            <a:ext cx="421914" cy="420796"/>
            <a:chOff x="-937025" y="2064750"/>
            <a:chExt cx="292225" cy="291450"/>
          </a:xfrm>
        </p:grpSpPr>
        <p:sp>
          <p:nvSpPr>
            <p:cNvPr id="11724" name="Google Shape;11724;p92"/>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92"/>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92"/>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7" name="Google Shape;11727;p92"/>
          <p:cNvGrpSpPr/>
          <p:nvPr/>
        </p:nvGrpSpPr>
        <p:grpSpPr>
          <a:xfrm>
            <a:off x="3018323" y="1630697"/>
            <a:ext cx="421951" cy="421914"/>
            <a:chOff x="-5276050" y="2037975"/>
            <a:chExt cx="292250" cy="292225"/>
          </a:xfrm>
        </p:grpSpPr>
        <p:sp>
          <p:nvSpPr>
            <p:cNvPr id="11728" name="Google Shape;11728;p92"/>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92"/>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92"/>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1" name="Google Shape;11731;p92"/>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92"/>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3" name="Google Shape;11733;p92"/>
          <p:cNvGrpSpPr/>
          <p:nvPr/>
        </p:nvGrpSpPr>
        <p:grpSpPr>
          <a:xfrm>
            <a:off x="5777136" y="1631256"/>
            <a:ext cx="324133" cy="420796"/>
            <a:chOff x="-3462150" y="2046625"/>
            <a:chExt cx="224500" cy="291450"/>
          </a:xfrm>
        </p:grpSpPr>
        <p:sp>
          <p:nvSpPr>
            <p:cNvPr id="11734" name="Google Shape;11734;p92"/>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92"/>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92"/>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92"/>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92"/>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92"/>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92"/>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1" name="Google Shape;11741;p92"/>
          <p:cNvGrpSpPr/>
          <p:nvPr/>
        </p:nvGrpSpPr>
        <p:grpSpPr>
          <a:xfrm>
            <a:off x="5752700" y="2139276"/>
            <a:ext cx="373006" cy="423069"/>
            <a:chOff x="-3478675" y="2405775"/>
            <a:chExt cx="258350" cy="293025"/>
          </a:xfrm>
        </p:grpSpPr>
        <p:sp>
          <p:nvSpPr>
            <p:cNvPr id="11742" name="Google Shape;11742;p92"/>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92"/>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92"/>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92"/>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6" name="Google Shape;11746;p92"/>
          <p:cNvGrpSpPr/>
          <p:nvPr/>
        </p:nvGrpSpPr>
        <p:grpSpPr>
          <a:xfrm>
            <a:off x="5815218" y="2660398"/>
            <a:ext cx="271831" cy="421914"/>
            <a:chOff x="-3443250" y="2765725"/>
            <a:chExt cx="188275" cy="292225"/>
          </a:xfrm>
        </p:grpSpPr>
        <p:sp>
          <p:nvSpPr>
            <p:cNvPr id="11747" name="Google Shape;11747;p92"/>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92"/>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92"/>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92"/>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1" name="Google Shape;11751;p92"/>
          <p:cNvGrpSpPr/>
          <p:nvPr/>
        </p:nvGrpSpPr>
        <p:grpSpPr>
          <a:xfrm>
            <a:off x="844114" y="3230934"/>
            <a:ext cx="371887" cy="423069"/>
            <a:chOff x="-1684475" y="2049000"/>
            <a:chExt cx="257575" cy="293025"/>
          </a:xfrm>
        </p:grpSpPr>
        <p:sp>
          <p:nvSpPr>
            <p:cNvPr id="11752" name="Google Shape;11752;p92"/>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92"/>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92"/>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92"/>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6" name="Google Shape;11756;p92"/>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7" name="Google Shape;11757;p92"/>
          <p:cNvGrpSpPr/>
          <p:nvPr/>
        </p:nvGrpSpPr>
        <p:grpSpPr>
          <a:xfrm>
            <a:off x="4134007" y="3231514"/>
            <a:ext cx="420796" cy="421914"/>
            <a:chOff x="-1700225" y="2768875"/>
            <a:chExt cx="291450" cy="292225"/>
          </a:xfrm>
        </p:grpSpPr>
        <p:sp>
          <p:nvSpPr>
            <p:cNvPr id="11758" name="Google Shape;11758;p92"/>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92"/>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92"/>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92"/>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92"/>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92"/>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4" name="Google Shape;11764;p92"/>
          <p:cNvGrpSpPr/>
          <p:nvPr/>
        </p:nvGrpSpPr>
        <p:grpSpPr>
          <a:xfrm>
            <a:off x="3602355" y="3230935"/>
            <a:ext cx="371887" cy="423069"/>
            <a:chOff x="-919700" y="2420750"/>
            <a:chExt cx="257575" cy="293025"/>
          </a:xfrm>
        </p:grpSpPr>
        <p:sp>
          <p:nvSpPr>
            <p:cNvPr id="11765" name="Google Shape;11765;p92"/>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92"/>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92"/>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8" name="Google Shape;11768;p92"/>
          <p:cNvGrpSpPr/>
          <p:nvPr/>
        </p:nvGrpSpPr>
        <p:grpSpPr>
          <a:xfrm>
            <a:off x="1937547" y="1645950"/>
            <a:ext cx="409531" cy="410617"/>
            <a:chOff x="6679825" y="2693700"/>
            <a:chExt cx="257875" cy="258575"/>
          </a:xfrm>
        </p:grpSpPr>
        <p:sp>
          <p:nvSpPr>
            <p:cNvPr id="11769" name="Google Shape;11769;p92"/>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92"/>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1" name="Google Shape;11771;p92"/>
          <p:cNvGrpSpPr/>
          <p:nvPr/>
        </p:nvGrpSpPr>
        <p:grpSpPr>
          <a:xfrm>
            <a:off x="1927121" y="2142110"/>
            <a:ext cx="420531" cy="417262"/>
            <a:chOff x="6790450" y="3119050"/>
            <a:chExt cx="262750" cy="260675"/>
          </a:xfrm>
        </p:grpSpPr>
        <p:sp>
          <p:nvSpPr>
            <p:cNvPr id="11772" name="Google Shape;11772;p92"/>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92"/>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4" name="Google Shape;11774;p92"/>
          <p:cNvGrpSpPr/>
          <p:nvPr/>
        </p:nvGrpSpPr>
        <p:grpSpPr>
          <a:xfrm>
            <a:off x="6554233" y="3755436"/>
            <a:ext cx="358093" cy="407391"/>
            <a:chOff x="7660859" y="2571753"/>
            <a:chExt cx="366561" cy="417024"/>
          </a:xfrm>
        </p:grpSpPr>
        <p:sp>
          <p:nvSpPr>
            <p:cNvPr id="11775" name="Google Shape;11775;p92"/>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92"/>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92"/>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8" name="Google Shape;11778;p92"/>
          <p:cNvGrpSpPr/>
          <p:nvPr/>
        </p:nvGrpSpPr>
        <p:grpSpPr>
          <a:xfrm>
            <a:off x="4088914" y="3755436"/>
            <a:ext cx="407391" cy="407391"/>
            <a:chOff x="5566722" y="2571753"/>
            <a:chExt cx="417024" cy="417024"/>
          </a:xfrm>
        </p:grpSpPr>
        <p:sp>
          <p:nvSpPr>
            <p:cNvPr id="11779" name="Google Shape;11779;p92"/>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92"/>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1" name="Google Shape;11781;p92"/>
          <p:cNvGrpSpPr/>
          <p:nvPr/>
        </p:nvGrpSpPr>
        <p:grpSpPr>
          <a:xfrm>
            <a:off x="4705247" y="3857692"/>
            <a:ext cx="407381" cy="202880"/>
            <a:chOff x="6090251" y="2676413"/>
            <a:chExt cx="417014" cy="207677"/>
          </a:xfrm>
        </p:grpSpPr>
        <p:sp>
          <p:nvSpPr>
            <p:cNvPr id="11782" name="Google Shape;11782;p92"/>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92"/>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92"/>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92"/>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6" name="Google Shape;11786;p92"/>
          <p:cNvGrpSpPr/>
          <p:nvPr/>
        </p:nvGrpSpPr>
        <p:grpSpPr>
          <a:xfrm>
            <a:off x="5937901" y="3755436"/>
            <a:ext cx="407391" cy="407391"/>
            <a:chOff x="7137330" y="2571753"/>
            <a:chExt cx="417024" cy="417024"/>
          </a:xfrm>
        </p:grpSpPr>
        <p:sp>
          <p:nvSpPr>
            <p:cNvPr id="11787" name="Google Shape;11787;p92"/>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92"/>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92"/>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0" name="Google Shape;11790;p92"/>
          <p:cNvGrpSpPr/>
          <p:nvPr/>
        </p:nvGrpSpPr>
        <p:grpSpPr>
          <a:xfrm>
            <a:off x="5321569" y="3755436"/>
            <a:ext cx="407391" cy="407391"/>
            <a:chOff x="6613801" y="2571753"/>
            <a:chExt cx="417024" cy="417024"/>
          </a:xfrm>
        </p:grpSpPr>
        <p:sp>
          <p:nvSpPr>
            <p:cNvPr id="11791" name="Google Shape;11791;p92"/>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92"/>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92"/>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92"/>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92"/>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92"/>
          <p:cNvGrpSpPr/>
          <p:nvPr/>
        </p:nvGrpSpPr>
        <p:grpSpPr>
          <a:xfrm>
            <a:off x="7908242" y="3238780"/>
            <a:ext cx="407411" cy="407411"/>
            <a:chOff x="2964567" y="2571753"/>
            <a:chExt cx="417045" cy="417045"/>
          </a:xfrm>
        </p:grpSpPr>
        <p:sp>
          <p:nvSpPr>
            <p:cNvPr id="11797" name="Google Shape;11797;p92"/>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92"/>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9" name="Google Shape;11799;p92"/>
          <p:cNvGrpSpPr/>
          <p:nvPr/>
        </p:nvGrpSpPr>
        <p:grpSpPr>
          <a:xfrm>
            <a:off x="1623565" y="3815897"/>
            <a:ext cx="407391" cy="286470"/>
            <a:chOff x="3476576" y="2633631"/>
            <a:chExt cx="417024" cy="293244"/>
          </a:xfrm>
        </p:grpSpPr>
        <p:sp>
          <p:nvSpPr>
            <p:cNvPr id="11800" name="Google Shape;11800;p92"/>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92"/>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92"/>
          <p:cNvGrpSpPr/>
          <p:nvPr/>
        </p:nvGrpSpPr>
        <p:grpSpPr>
          <a:xfrm>
            <a:off x="2239897" y="3755508"/>
            <a:ext cx="407411" cy="407248"/>
            <a:chOff x="3988564" y="2571836"/>
            <a:chExt cx="417045" cy="416878"/>
          </a:xfrm>
        </p:grpSpPr>
        <p:sp>
          <p:nvSpPr>
            <p:cNvPr id="11803" name="Google Shape;11803;p92"/>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92"/>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92"/>
          <p:cNvGrpSpPr/>
          <p:nvPr/>
        </p:nvGrpSpPr>
        <p:grpSpPr>
          <a:xfrm>
            <a:off x="2856250" y="3755436"/>
            <a:ext cx="407391" cy="407391"/>
            <a:chOff x="4500573" y="2571753"/>
            <a:chExt cx="417024" cy="417024"/>
          </a:xfrm>
        </p:grpSpPr>
        <p:sp>
          <p:nvSpPr>
            <p:cNvPr id="11806" name="Google Shape;11806;p92"/>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92"/>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92"/>
          <p:cNvGrpSpPr/>
          <p:nvPr/>
        </p:nvGrpSpPr>
        <p:grpSpPr>
          <a:xfrm>
            <a:off x="3472582" y="3755436"/>
            <a:ext cx="407391" cy="407391"/>
            <a:chOff x="5012603" y="2571753"/>
            <a:chExt cx="417024" cy="417024"/>
          </a:xfrm>
        </p:grpSpPr>
        <p:sp>
          <p:nvSpPr>
            <p:cNvPr id="11809" name="Google Shape;11809;p92"/>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92"/>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1" name="Google Shape;11811;p92"/>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2" name="Google Shape;11812;p92"/>
          <p:cNvGrpSpPr/>
          <p:nvPr/>
        </p:nvGrpSpPr>
        <p:grpSpPr>
          <a:xfrm>
            <a:off x="5733329" y="3238790"/>
            <a:ext cx="407432" cy="407391"/>
            <a:chOff x="812101" y="2571761"/>
            <a:chExt cx="417066" cy="417024"/>
          </a:xfrm>
        </p:grpSpPr>
        <p:sp>
          <p:nvSpPr>
            <p:cNvPr id="11813" name="Google Shape;11813;p92"/>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92"/>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92"/>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92"/>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7" name="Google Shape;11817;p92"/>
          <p:cNvGrpSpPr/>
          <p:nvPr/>
        </p:nvGrpSpPr>
        <p:grpSpPr>
          <a:xfrm>
            <a:off x="6253923" y="3238790"/>
            <a:ext cx="407391" cy="407391"/>
            <a:chOff x="1323129" y="2571761"/>
            <a:chExt cx="417024" cy="417024"/>
          </a:xfrm>
        </p:grpSpPr>
        <p:sp>
          <p:nvSpPr>
            <p:cNvPr id="11818" name="Google Shape;11818;p92"/>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92"/>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92"/>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92"/>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2" name="Google Shape;11822;p92"/>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3" name="Google Shape;11823;p92"/>
          <p:cNvGrpSpPr/>
          <p:nvPr/>
        </p:nvGrpSpPr>
        <p:grpSpPr>
          <a:xfrm>
            <a:off x="7390398" y="3238843"/>
            <a:ext cx="408023" cy="407411"/>
            <a:chOff x="2344476" y="2571761"/>
            <a:chExt cx="417671" cy="417045"/>
          </a:xfrm>
        </p:grpSpPr>
        <p:sp>
          <p:nvSpPr>
            <p:cNvPr id="11824" name="Google Shape;11824;p92"/>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92"/>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6" name="Google Shape;11826;p92"/>
          <p:cNvGrpSpPr/>
          <p:nvPr/>
        </p:nvGrpSpPr>
        <p:grpSpPr>
          <a:xfrm>
            <a:off x="7121258" y="3759535"/>
            <a:ext cx="399178" cy="399178"/>
            <a:chOff x="2038375" y="3798025"/>
            <a:chExt cx="841792" cy="841792"/>
          </a:xfrm>
        </p:grpSpPr>
        <p:sp>
          <p:nvSpPr>
            <p:cNvPr id="11827" name="Google Shape;11827;p92"/>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92"/>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32" name="Shape 11832"/>
        <p:cNvGrpSpPr/>
        <p:nvPr/>
      </p:nvGrpSpPr>
      <p:grpSpPr>
        <a:xfrm>
          <a:off x="0" y="0"/>
          <a:ext cx="0" cy="0"/>
          <a:chOff x="0" y="0"/>
          <a:chExt cx="0" cy="0"/>
        </a:xfrm>
      </p:grpSpPr>
      <p:pic>
        <p:nvPicPr>
          <p:cNvPr id="11833" name="Google Shape;11833;p9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Intelligent Process Automation (IPA) for Business by Slidesgo">
  <a:themeElements>
    <a:clrScheme name="Simple Light">
      <a:dk1>
        <a:srgbClr val="141414"/>
      </a:dk1>
      <a:lt1>
        <a:srgbClr val="FBFBFB"/>
      </a:lt1>
      <a:dk2>
        <a:srgbClr val="EEF0EB"/>
      </a:dk2>
      <a:lt2>
        <a:srgbClr val="BCB2B0"/>
      </a:lt2>
      <a:accent1>
        <a:srgbClr val="C4B9C8"/>
      </a:accent1>
      <a:accent2>
        <a:srgbClr val="5B3B5A"/>
      </a:accent2>
      <a:accent3>
        <a:srgbClr val="153243"/>
      </a:accent3>
      <a:accent4>
        <a:srgbClr val="284B63"/>
      </a:accent4>
      <a:accent5>
        <a:srgbClr val="AADDE0"/>
      </a:accent5>
      <a:accent6>
        <a:srgbClr val="535353"/>
      </a:accent6>
      <a:hlink>
        <a:srgbClr val="FBFBF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